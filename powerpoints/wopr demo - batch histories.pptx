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3"/>
  </p:notesMasterIdLst>
  <p:handoutMasterIdLst>
    <p:handoutMasterId r:id="rId14"/>
  </p:handoutMasterIdLst>
  <p:sldIdLst>
    <p:sldId id="312" r:id="rId5"/>
    <p:sldId id="304" r:id="rId6"/>
    <p:sldId id="281" r:id="rId7"/>
    <p:sldId id="282" r:id="rId8"/>
    <p:sldId id="323" r:id="rId9"/>
    <p:sldId id="314" r:id="rId10"/>
    <p:sldId id="307" r:id="rId11"/>
    <p:sldId id="297" r:id="rId12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9AC741-C18A-13C4-079A-3A3023A4B6C3}" v="579" dt="2025-04-21T21:09:53.355"/>
    <p1510:client id="{BD63CA27-D5CF-40FF-0894-07245B8DCB03}" v="2" dt="2025-04-22T14:19:17.248"/>
  </p1510:revLst>
</p1510:revInfo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22" autoAdjust="0"/>
    <p:restoredTop sz="95388" autoAdjust="0"/>
  </p:normalViewPr>
  <p:slideViewPr>
    <p:cSldViewPr snapToGrid="0" snapToObjects="1">
      <p:cViewPr>
        <p:scale>
          <a:sx n="100" d="100"/>
          <a:sy n="100" d="100"/>
        </p:scale>
        <p:origin x="-706" y="-53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.Ashwood" userId="S::abdul.ashwood@target.com::d776ecbd-7ab3-40e5-835d-1e928a2d273b" providerId="AD" clId="Web-{BD63CA27-D5CF-40FF-0894-07245B8DCB03}"/>
    <pc:docChg chg="modSld">
      <pc:chgData name="Abdul.Ashwood" userId="S::abdul.ashwood@target.com::d776ecbd-7ab3-40e5-835d-1e928a2d273b" providerId="AD" clId="Web-{BD63CA27-D5CF-40FF-0894-07245B8DCB03}" dt="2025-04-22T14:19:17.248" v="1"/>
      <pc:docMkLst>
        <pc:docMk/>
      </pc:docMkLst>
      <pc:sldChg chg="addSp delSp modSp">
        <pc:chgData name="Abdul.Ashwood" userId="S::abdul.ashwood@target.com::d776ecbd-7ab3-40e5-835d-1e928a2d273b" providerId="AD" clId="Web-{BD63CA27-D5CF-40FF-0894-07245B8DCB03}" dt="2025-04-22T14:18:19.980" v="0"/>
        <pc:sldMkLst>
          <pc:docMk/>
          <pc:sldMk cId="2952923800" sldId="281"/>
        </pc:sldMkLst>
        <pc:spChg chg="add mod">
          <ac:chgData name="Abdul.Ashwood" userId="S::abdul.ashwood@target.com::d776ecbd-7ab3-40e5-835d-1e928a2d273b" providerId="AD" clId="Web-{BD63CA27-D5CF-40FF-0894-07245B8DCB03}" dt="2025-04-22T14:18:19.980" v="0"/>
          <ac:spMkLst>
            <pc:docMk/>
            <pc:sldMk cId="2952923800" sldId="281"/>
            <ac:spMk id="5" creationId="{08B97BF7-2C18-E4CB-8207-B51AB4DAB499}"/>
          </ac:spMkLst>
        </pc:spChg>
        <pc:picChg chg="del">
          <ac:chgData name="Abdul.Ashwood" userId="S::abdul.ashwood@target.com::d776ecbd-7ab3-40e5-835d-1e928a2d273b" providerId="AD" clId="Web-{BD63CA27-D5CF-40FF-0894-07245B8DCB03}" dt="2025-04-22T14:18:19.980" v="0"/>
          <ac:picMkLst>
            <pc:docMk/>
            <pc:sldMk cId="2952923800" sldId="281"/>
            <ac:picMk id="6" creationId="{FECDA901-DD88-89EB-E10E-A2994D0A92DB}"/>
          </ac:picMkLst>
        </pc:picChg>
      </pc:sldChg>
      <pc:sldChg chg="addSp delSp modSp">
        <pc:chgData name="Abdul.Ashwood" userId="S::abdul.ashwood@target.com::d776ecbd-7ab3-40e5-835d-1e928a2d273b" providerId="AD" clId="Web-{BD63CA27-D5CF-40FF-0894-07245B8DCB03}" dt="2025-04-22T14:19:17.248" v="1"/>
        <pc:sldMkLst>
          <pc:docMk/>
          <pc:sldMk cId="2906491918" sldId="307"/>
        </pc:sldMkLst>
        <pc:spChg chg="add mod">
          <ac:chgData name="Abdul.Ashwood" userId="S::abdul.ashwood@target.com::d776ecbd-7ab3-40e5-835d-1e928a2d273b" providerId="AD" clId="Web-{BD63CA27-D5CF-40FF-0894-07245B8DCB03}" dt="2025-04-22T14:19:17.248" v="1"/>
          <ac:spMkLst>
            <pc:docMk/>
            <pc:sldMk cId="2906491918" sldId="307"/>
            <ac:spMk id="4" creationId="{5F8E87BC-545B-B403-7BEE-F80CF3B38F9E}"/>
          </ac:spMkLst>
        </pc:spChg>
        <pc:picChg chg="del">
          <ac:chgData name="Abdul.Ashwood" userId="S::abdul.ashwood@target.com::d776ecbd-7ab3-40e5-835d-1e928a2d273b" providerId="AD" clId="Web-{BD63CA27-D5CF-40FF-0894-07245B8DCB03}" dt="2025-04-22T14:19:17.248" v="1"/>
          <ac:picMkLst>
            <pc:docMk/>
            <pc:sldMk cId="2906491918" sldId="307"/>
            <ac:picMk id="7" creationId="{DD186EAB-37C7-E7E6-AE8D-F077D02804F9}"/>
          </ac:picMkLst>
        </pc:picChg>
      </pc:sldChg>
    </pc:docChg>
  </pc:docChgLst>
  <pc:docChgLst>
    <pc:chgData name="Abdul.Ashwood" userId="S::abdul.ashwood@target.com::d776ecbd-7ab3-40e5-835d-1e928a2d273b" providerId="AD" clId="Web-{509AC741-C18A-13C4-079A-3A3023A4B6C3}"/>
    <pc:docChg chg="addSld delSld modSld sldOrd">
      <pc:chgData name="Abdul.Ashwood" userId="S::abdul.ashwood@target.com::d776ecbd-7ab3-40e5-835d-1e928a2d273b" providerId="AD" clId="Web-{509AC741-C18A-13C4-079A-3A3023A4B6C3}" dt="2025-04-21T21:09:52.136" v="580" actId="20577"/>
      <pc:docMkLst>
        <pc:docMk/>
      </pc:docMkLst>
      <pc:sldChg chg="modSp">
        <pc:chgData name="Abdul.Ashwood" userId="S::abdul.ashwood@target.com::d776ecbd-7ab3-40e5-835d-1e928a2d273b" providerId="AD" clId="Web-{509AC741-C18A-13C4-079A-3A3023A4B6C3}" dt="2025-04-21T20:51:57.123" v="257" actId="1076"/>
        <pc:sldMkLst>
          <pc:docMk/>
          <pc:sldMk cId="2952923800" sldId="281"/>
        </pc:sldMkLst>
        <pc:spChg chg="mod">
          <ac:chgData name="Abdul.Ashwood" userId="S::abdul.ashwood@target.com::d776ecbd-7ab3-40e5-835d-1e928a2d273b" providerId="AD" clId="Web-{509AC741-C18A-13C4-079A-3A3023A4B6C3}" dt="2025-04-21T20:51:49.139" v="256" actId="1076"/>
          <ac:spMkLst>
            <pc:docMk/>
            <pc:sldMk cId="2952923800" sldId="281"/>
            <ac:spMk id="2" creationId="{D53B219B-7E3A-7E84-6386-37313F0CFB09}"/>
          </ac:spMkLst>
        </pc:spChg>
        <pc:spChg chg="mod">
          <ac:chgData name="Abdul.Ashwood" userId="S::abdul.ashwood@target.com::d776ecbd-7ab3-40e5-835d-1e928a2d273b" providerId="AD" clId="Web-{509AC741-C18A-13C4-079A-3A3023A4B6C3}" dt="2025-04-21T20:51:57.123" v="257" actId="1076"/>
          <ac:spMkLst>
            <pc:docMk/>
            <pc:sldMk cId="2952923800" sldId="281"/>
            <ac:spMk id="3" creationId="{A2E339BF-E6D7-DD0E-AF02-6813852EE723}"/>
          </ac:spMkLst>
        </pc:spChg>
      </pc:sldChg>
      <pc:sldChg chg="addSp delSp modSp mod modClrScheme chgLayout">
        <pc:chgData name="Abdul.Ashwood" userId="S::abdul.ashwood@target.com::d776ecbd-7ab3-40e5-835d-1e928a2d273b" providerId="AD" clId="Web-{509AC741-C18A-13C4-079A-3A3023A4B6C3}" dt="2025-04-21T20:56:30.349" v="280" actId="1076"/>
        <pc:sldMkLst>
          <pc:docMk/>
          <pc:sldMk cId="685681062" sldId="282"/>
        </pc:sldMkLst>
        <pc:spChg chg="del mod">
          <ac:chgData name="Abdul.Ashwood" userId="S::abdul.ashwood@target.com::d776ecbd-7ab3-40e5-835d-1e928a2d273b" providerId="AD" clId="Web-{509AC741-C18A-13C4-079A-3A3023A4B6C3}" dt="2025-04-21T20:53:31.063" v="267"/>
          <ac:spMkLst>
            <pc:docMk/>
            <pc:sldMk cId="685681062" sldId="282"/>
            <ac:spMk id="2" creationId="{FD5E8954-9BCB-7FD9-A210-38DC54382D45}"/>
          </ac:spMkLst>
        </pc:spChg>
        <pc:spChg chg="del mod">
          <ac:chgData name="Abdul.Ashwood" userId="S::abdul.ashwood@target.com::d776ecbd-7ab3-40e5-835d-1e928a2d273b" providerId="AD" clId="Web-{509AC741-C18A-13C4-079A-3A3023A4B6C3}" dt="2025-04-21T20:53:06.344" v="261"/>
          <ac:spMkLst>
            <pc:docMk/>
            <pc:sldMk cId="685681062" sldId="282"/>
            <ac:spMk id="3" creationId="{75111C33-898C-4414-4665-5136EB6FC126}"/>
          </ac:spMkLst>
        </pc:spChg>
        <pc:spChg chg="add del mod">
          <ac:chgData name="Abdul.Ashwood" userId="S::abdul.ashwood@target.com::d776ecbd-7ab3-40e5-835d-1e928a2d273b" providerId="AD" clId="Web-{509AC741-C18A-13C4-079A-3A3023A4B6C3}" dt="2025-04-21T20:54:25.330" v="271"/>
          <ac:spMkLst>
            <pc:docMk/>
            <pc:sldMk cId="685681062" sldId="282"/>
            <ac:spMk id="6" creationId="{8C071340-8A8D-F488-30C0-58C5C6245F57}"/>
          </ac:spMkLst>
        </pc:spChg>
        <pc:spChg chg="mod">
          <ac:chgData name="Abdul.Ashwood" userId="S::abdul.ashwood@target.com::d776ecbd-7ab3-40e5-835d-1e928a2d273b" providerId="AD" clId="Web-{509AC741-C18A-13C4-079A-3A3023A4B6C3}" dt="2025-04-21T20:53:31.063" v="267"/>
          <ac:spMkLst>
            <pc:docMk/>
            <pc:sldMk cId="685681062" sldId="282"/>
            <ac:spMk id="23" creationId="{94FF72B7-0438-3641-5939-75128934B0DF}"/>
          </ac:spMkLst>
        </pc:spChg>
        <pc:spChg chg="add mod">
          <ac:chgData name="Abdul.Ashwood" userId="S::abdul.ashwood@target.com::d776ecbd-7ab3-40e5-835d-1e928a2d273b" providerId="AD" clId="Web-{509AC741-C18A-13C4-079A-3A3023A4B6C3}" dt="2025-04-21T20:53:31.063" v="267"/>
          <ac:spMkLst>
            <pc:docMk/>
            <pc:sldMk cId="685681062" sldId="282"/>
            <ac:spMk id="28" creationId="{C889A26D-65D1-AB03-2278-106540336F53}"/>
          </ac:spMkLst>
        </pc:spChg>
        <pc:picChg chg="add del mod ord">
          <ac:chgData name="Abdul.Ashwood" userId="S::abdul.ashwood@target.com::d776ecbd-7ab3-40e5-835d-1e928a2d273b" providerId="AD" clId="Web-{509AC741-C18A-13C4-079A-3A3023A4B6C3}" dt="2025-04-21T20:54:04.611" v="270"/>
          <ac:picMkLst>
            <pc:docMk/>
            <pc:sldMk cId="685681062" sldId="282"/>
            <ac:picMk id="4" creationId="{A0CF5121-B18A-519F-C18F-F41C371173F7}"/>
          </ac:picMkLst>
        </pc:picChg>
        <pc:picChg chg="add mod ord modCrop">
          <ac:chgData name="Abdul.Ashwood" userId="S::abdul.ashwood@target.com::d776ecbd-7ab3-40e5-835d-1e928a2d273b" providerId="AD" clId="Web-{509AC741-C18A-13C4-079A-3A3023A4B6C3}" dt="2025-04-21T20:56:30.349" v="280" actId="1076"/>
          <ac:picMkLst>
            <pc:docMk/>
            <pc:sldMk cId="685681062" sldId="282"/>
            <ac:picMk id="7" creationId="{39AD1259-79A8-8315-7C08-EAE870203241}"/>
          </ac:picMkLst>
        </pc:picChg>
      </pc:sldChg>
      <pc:sldChg chg="modSp">
        <pc:chgData name="Abdul.Ashwood" userId="S::abdul.ashwood@target.com::d776ecbd-7ab3-40e5-835d-1e928a2d273b" providerId="AD" clId="Web-{509AC741-C18A-13C4-079A-3A3023A4B6C3}" dt="2025-04-21T21:08:47.838" v="562" actId="20577"/>
        <pc:sldMkLst>
          <pc:docMk/>
          <pc:sldMk cId="1973173046" sldId="297"/>
        </pc:sldMkLst>
        <pc:spChg chg="mod">
          <ac:chgData name="Abdul.Ashwood" userId="S::abdul.ashwood@target.com::d776ecbd-7ab3-40e5-835d-1e928a2d273b" providerId="AD" clId="Web-{509AC741-C18A-13C4-079A-3A3023A4B6C3}" dt="2025-04-21T21:08:47.838" v="562" actId="20577"/>
          <ac:spMkLst>
            <pc:docMk/>
            <pc:sldMk cId="1973173046" sldId="297"/>
            <ac:spMk id="3" creationId="{D8B5CEF2-E667-BBB5-2EA6-C06F93B6DE12}"/>
          </ac:spMkLst>
        </pc:spChg>
      </pc:sldChg>
      <pc:sldChg chg="modSp">
        <pc:chgData name="Abdul.Ashwood" userId="S::abdul.ashwood@target.com::d776ecbd-7ab3-40e5-835d-1e928a2d273b" providerId="AD" clId="Web-{509AC741-C18A-13C4-079A-3A3023A4B6C3}" dt="2025-04-21T20:48:45.415" v="203" actId="20577"/>
        <pc:sldMkLst>
          <pc:docMk/>
          <pc:sldMk cId="3913219759" sldId="304"/>
        </pc:sldMkLst>
        <pc:spChg chg="mod">
          <ac:chgData name="Abdul.Ashwood" userId="S::abdul.ashwood@target.com::d776ecbd-7ab3-40e5-835d-1e928a2d273b" providerId="AD" clId="Web-{509AC741-C18A-13C4-079A-3A3023A4B6C3}" dt="2025-04-21T20:46:06.817" v="130" actId="1076"/>
          <ac:spMkLst>
            <pc:docMk/>
            <pc:sldMk cId="3913219759" sldId="304"/>
            <ac:spMk id="2" creationId="{13021072-4A77-DB4D-DF41-58EADB7DA94E}"/>
          </ac:spMkLst>
        </pc:spChg>
        <pc:spChg chg="mod">
          <ac:chgData name="Abdul.Ashwood" userId="S::abdul.ashwood@target.com::d776ecbd-7ab3-40e5-835d-1e928a2d273b" providerId="AD" clId="Web-{509AC741-C18A-13C4-079A-3A3023A4B6C3}" dt="2025-04-21T20:48:45.415" v="203" actId="20577"/>
          <ac:spMkLst>
            <pc:docMk/>
            <pc:sldMk cId="3913219759" sldId="304"/>
            <ac:spMk id="3" creationId="{D4D22962-3C7F-E480-5C35-7F4860A098E1}"/>
          </ac:spMkLst>
        </pc:spChg>
      </pc:sldChg>
      <pc:sldChg chg="modSp ord">
        <pc:chgData name="Abdul.Ashwood" userId="S::abdul.ashwood@target.com::d776ecbd-7ab3-40e5-835d-1e928a2d273b" providerId="AD" clId="Web-{509AC741-C18A-13C4-079A-3A3023A4B6C3}" dt="2025-04-21T21:08:20.946" v="556" actId="20577"/>
        <pc:sldMkLst>
          <pc:docMk/>
          <pc:sldMk cId="2906491918" sldId="307"/>
        </pc:sldMkLst>
        <pc:spChg chg="mod">
          <ac:chgData name="Abdul.Ashwood" userId="S::abdul.ashwood@target.com::d776ecbd-7ab3-40e5-835d-1e928a2d273b" providerId="AD" clId="Web-{509AC741-C18A-13C4-079A-3A3023A4B6C3}" dt="2025-04-21T21:08:20.946" v="556" actId="20577"/>
          <ac:spMkLst>
            <pc:docMk/>
            <pc:sldMk cId="2906491918" sldId="307"/>
            <ac:spMk id="2" creationId="{D54EDA75-0988-2AC2-87F8-8DEC83A7B9CA}"/>
          </ac:spMkLst>
        </pc:spChg>
      </pc:sldChg>
      <pc:sldChg chg="modSp">
        <pc:chgData name="Abdul.Ashwood" userId="S::abdul.ashwood@target.com::d776ecbd-7ab3-40e5-835d-1e928a2d273b" providerId="AD" clId="Web-{509AC741-C18A-13C4-079A-3A3023A4B6C3}" dt="2025-04-21T21:09:52.136" v="580" actId="20577"/>
        <pc:sldMkLst>
          <pc:docMk/>
          <pc:sldMk cId="2202437675" sldId="312"/>
        </pc:sldMkLst>
        <pc:spChg chg="mod">
          <ac:chgData name="Abdul.Ashwood" userId="S::abdul.ashwood@target.com::d776ecbd-7ab3-40e5-835d-1e928a2d273b" providerId="AD" clId="Web-{509AC741-C18A-13C4-079A-3A3023A4B6C3}" dt="2025-04-21T21:09:52.136" v="580" actId="20577"/>
          <ac:spMkLst>
            <pc:docMk/>
            <pc:sldMk cId="2202437675" sldId="312"/>
            <ac:spMk id="2" creationId="{4207FF65-A536-F639-8591-ED024C223308}"/>
          </ac:spMkLst>
        </pc:spChg>
      </pc:sldChg>
      <pc:sldChg chg="modSp">
        <pc:chgData name="Abdul.Ashwood" userId="S::abdul.ashwood@target.com::d776ecbd-7ab3-40e5-835d-1e928a2d273b" providerId="AD" clId="Web-{509AC741-C18A-13C4-079A-3A3023A4B6C3}" dt="2025-04-21T21:07:29.398" v="545" actId="20577"/>
        <pc:sldMkLst>
          <pc:docMk/>
          <pc:sldMk cId="1131718056" sldId="314"/>
        </pc:sldMkLst>
        <pc:spChg chg="mod">
          <ac:chgData name="Abdul.Ashwood" userId="S::abdul.ashwood@target.com::d776ecbd-7ab3-40e5-835d-1e928a2d273b" providerId="AD" clId="Web-{509AC741-C18A-13C4-079A-3A3023A4B6C3}" dt="2025-04-21T20:59:09.775" v="289" actId="1076"/>
          <ac:spMkLst>
            <pc:docMk/>
            <pc:sldMk cId="1131718056" sldId="314"/>
            <ac:spMk id="2" creationId="{B6210199-C129-11F0-56F2-2D1AED21CB4C}"/>
          </ac:spMkLst>
        </pc:spChg>
        <pc:spChg chg="mod">
          <ac:chgData name="Abdul.Ashwood" userId="S::abdul.ashwood@target.com::d776ecbd-7ab3-40e5-835d-1e928a2d273b" providerId="AD" clId="Web-{509AC741-C18A-13C4-079A-3A3023A4B6C3}" dt="2025-04-21T21:07:29.398" v="545" actId="20577"/>
          <ac:spMkLst>
            <pc:docMk/>
            <pc:sldMk cId="1131718056" sldId="314"/>
            <ac:spMk id="4" creationId="{BDDD6BDC-E008-6AB7-55A1-46ED9BCF054F}"/>
          </ac:spMkLst>
        </pc:spChg>
      </pc:sldChg>
      <pc:sldChg chg="del">
        <pc:chgData name="Abdul.Ashwood" userId="S::abdul.ashwood@target.com::d776ecbd-7ab3-40e5-835d-1e928a2d273b" providerId="AD" clId="Web-{509AC741-C18A-13C4-079A-3A3023A4B6C3}" dt="2025-04-21T21:08:25.368" v="557"/>
        <pc:sldMkLst>
          <pc:docMk/>
          <pc:sldMk cId="2468595790" sldId="315"/>
        </pc:sldMkLst>
      </pc:sldChg>
      <pc:sldChg chg="del">
        <pc:chgData name="Abdul.Ashwood" userId="S::abdul.ashwood@target.com::d776ecbd-7ab3-40e5-835d-1e928a2d273b" providerId="AD" clId="Web-{509AC741-C18A-13C4-079A-3A3023A4B6C3}" dt="2025-04-21T21:08:28.197" v="558"/>
        <pc:sldMkLst>
          <pc:docMk/>
          <pc:sldMk cId="1941619646" sldId="317"/>
        </pc:sldMkLst>
      </pc:sldChg>
      <pc:sldChg chg="del">
        <pc:chgData name="Abdul.Ashwood" userId="S::abdul.ashwood@target.com::d776ecbd-7ab3-40e5-835d-1e928a2d273b" providerId="AD" clId="Web-{509AC741-C18A-13C4-079A-3A3023A4B6C3}" dt="2025-04-21T21:08:31.806" v="559"/>
        <pc:sldMkLst>
          <pc:docMk/>
          <pc:sldMk cId="4072101725" sldId="318"/>
        </pc:sldMkLst>
      </pc:sldChg>
      <pc:sldChg chg="del">
        <pc:chgData name="Abdul.Ashwood" userId="S::abdul.ashwood@target.com::d776ecbd-7ab3-40e5-835d-1e928a2d273b" providerId="AD" clId="Web-{509AC741-C18A-13C4-079A-3A3023A4B6C3}" dt="2025-04-21T21:08:35.212" v="560"/>
        <pc:sldMkLst>
          <pc:docMk/>
          <pc:sldMk cId="3969996159" sldId="319"/>
        </pc:sldMkLst>
      </pc:sldChg>
      <pc:sldChg chg="del">
        <pc:chgData name="Abdul.Ashwood" userId="S::abdul.ashwood@target.com::d776ecbd-7ab3-40e5-835d-1e928a2d273b" providerId="AD" clId="Web-{509AC741-C18A-13C4-079A-3A3023A4B6C3}" dt="2025-04-21T21:08:43.275" v="561"/>
        <pc:sldMkLst>
          <pc:docMk/>
          <pc:sldMk cId="2498021601" sldId="321"/>
        </pc:sldMkLst>
      </pc:sldChg>
      <pc:sldChg chg="del">
        <pc:chgData name="Abdul.Ashwood" userId="S::abdul.ashwood@target.com::d776ecbd-7ab3-40e5-835d-1e928a2d273b" providerId="AD" clId="Web-{509AC741-C18A-13C4-079A-3A3023A4B6C3}" dt="2025-04-21T21:05:23.239" v="439"/>
        <pc:sldMkLst>
          <pc:docMk/>
          <pc:sldMk cId="1686213229" sldId="322"/>
        </pc:sldMkLst>
      </pc:sldChg>
      <pc:sldChg chg="modSp add replId">
        <pc:chgData name="Abdul.Ashwood" userId="S::abdul.ashwood@target.com::d776ecbd-7ab3-40e5-835d-1e928a2d273b" providerId="AD" clId="Web-{509AC741-C18A-13C4-079A-3A3023A4B6C3}" dt="2025-04-21T20:57:23.194" v="284" actId="1076"/>
        <pc:sldMkLst>
          <pc:docMk/>
          <pc:sldMk cId="2259184166" sldId="323"/>
        </pc:sldMkLst>
        <pc:picChg chg="mod modCrop">
          <ac:chgData name="Abdul.Ashwood" userId="S::abdul.ashwood@target.com::d776ecbd-7ab3-40e5-835d-1e928a2d273b" providerId="AD" clId="Web-{509AC741-C18A-13C4-079A-3A3023A4B6C3}" dt="2025-04-21T20:57:23.194" v="284" actId="1076"/>
          <ac:picMkLst>
            <pc:docMk/>
            <pc:sldMk cId="2259184166" sldId="323"/>
            <ac:picMk id="7" creationId="{C77FBAA6-9AA7-5D79-7F3C-6F1F7E7B2921}"/>
          </ac:picMkLst>
        </pc:picChg>
      </pc:sldChg>
      <pc:sldChg chg="add del replId">
        <pc:chgData name="Abdul.Ashwood" userId="S::abdul.ashwood@target.com::d776ecbd-7ab3-40e5-835d-1e928a2d273b" providerId="AD" clId="Web-{509AC741-C18A-13C4-079A-3A3023A4B6C3}" dt="2025-04-21T20:58:51.447" v="285"/>
        <pc:sldMkLst>
          <pc:docMk/>
          <pc:sldMk cId="259531488" sldId="32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D02A6-7A0F-25EF-81B6-04E528138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851037-0269-523E-5984-C48CCBECCC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1B5C5C-4C79-B855-C593-57EEADEBD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0636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WOPR:</a:t>
            </a:r>
            <a:br>
              <a:rPr lang="en-US" dirty="0"/>
            </a:br>
            <a:r>
              <a:rPr lang="en-US" dirty="0"/>
              <a:t>Batch histories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27471"/>
            <a:ext cx="6583680" cy="153135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357048"/>
            <a:ext cx="6583680" cy="3207344"/>
          </a:xfrm>
        </p:spPr>
        <p:txBody>
          <a:bodyPr vert="horz" lIns="91440" tIns="0" rIns="91440" bIns="0" rtlCol="0" anchor="t">
            <a:normAutofit fontScale="77500" lnSpcReduction="20000"/>
          </a:bodyPr>
          <a:lstStyle/>
          <a:p>
            <a:r>
              <a:rPr lang="en-US" dirty="0">
                <a:cs typeface="Sabon Next LT"/>
              </a:rPr>
              <a:t>Problem:</a:t>
            </a:r>
          </a:p>
          <a:p>
            <a:r>
              <a:rPr lang="en-US">
                <a:cs typeface="Sabon Next LT"/>
              </a:rPr>
              <a:t>wopr-</a:t>
            </a:r>
            <a:r>
              <a:rPr lang="en-US" err="1">
                <a:cs typeface="Sabon Next LT"/>
              </a:rPr>
              <a:t>ui</a:t>
            </a:r>
            <a:r>
              <a:rPr lang="en-US" dirty="0">
                <a:cs typeface="Sabon Next LT"/>
              </a:rPr>
              <a:t> batch history screen was not updating properly when</a:t>
            </a:r>
            <a:r>
              <a:rPr lang="en-US" dirty="0">
                <a:ea typeface="+mn-lt"/>
                <a:cs typeface="+mn-lt"/>
              </a:rPr>
              <a:t> Multi-Routing was used.</a:t>
            </a:r>
            <a:endParaRPr lang="en-US" dirty="0">
              <a:cs typeface="Sabon Next LT"/>
            </a:endParaRPr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Cause: </a:t>
            </a:r>
          </a:p>
          <a:p>
            <a:r>
              <a:rPr lang="en-US" dirty="0">
                <a:ea typeface="+mn-lt"/>
                <a:cs typeface="+mn-lt"/>
              </a:rPr>
              <a:t> Multi-Routing response is different </a:t>
            </a:r>
            <a:r>
              <a:rPr lang="en-US" sz="2200" dirty="0">
                <a:ea typeface="+mn-lt"/>
                <a:cs typeface="+mn-lt"/>
              </a:rPr>
              <a:t>from </a:t>
            </a:r>
            <a:r>
              <a:rPr lang="en-US" sz="2200" dirty="0" err="1">
                <a:ea typeface="+mn-lt"/>
                <a:cs typeface="+mn-lt"/>
              </a:rPr>
              <a:t>wopr</a:t>
            </a:r>
            <a:r>
              <a:rPr lang="en-US" sz="2200" dirty="0">
                <a:ea typeface="+mn-lt"/>
                <a:cs typeface="+mn-lt"/>
              </a:rPr>
              <a:t> response in that it</a:t>
            </a:r>
            <a:endParaRPr lang="en-US" sz="2200" dirty="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 doesn’t  contain the data needed to populate the history data </a:t>
            </a:r>
            <a:endParaRPr lang="en-US">
              <a:cs typeface="Sabon Next LT"/>
            </a:endParaRPr>
          </a:p>
          <a:p>
            <a:endParaRPr lang="en-US" dirty="0">
              <a:cs typeface="Sabon Next 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344" y="118190"/>
            <a:ext cx="5259554" cy="24950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681" y="2821370"/>
            <a:ext cx="5259554" cy="2233233"/>
          </a:xfrm>
        </p:spPr>
        <p:txBody>
          <a:bodyPr vert="horz" lIns="91440" tIns="0" rIns="91440" bIns="0" rtlCol="0" anchor="t">
            <a:normAutofit/>
          </a:bodyPr>
          <a:lstStyle/>
          <a:p>
            <a:r>
              <a:rPr lang="en-US" dirty="0"/>
              <a:t>Solution:</a:t>
            </a:r>
          </a:p>
          <a:p>
            <a:r>
              <a:rPr lang="en-US" dirty="0">
                <a:cs typeface="Sabon Next LT"/>
              </a:rPr>
              <a:t>Create a topic to feed shipment lines to the support </a:t>
            </a:r>
            <a:r>
              <a:rPr lang="en-US" dirty="0" err="1">
                <a:cs typeface="Sabon Next LT"/>
              </a:rPr>
              <a:t>api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8B97BF7-2C18-E4CB-8207-B51AB4DAB49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C889A26D-65D1-AB03-2278-106540336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</p:spPr>
        <p:txBody>
          <a:bodyPr/>
          <a:lstStyle/>
          <a:p>
            <a:endParaRPr 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pic>
        <p:nvPicPr>
          <p:cNvPr id="7" name="Content Placeholder 6" descr="A diagram of a ship-batching process&#10;&#10;AI-generated content may be incorrect.">
            <a:extLst>
              <a:ext uri="{FF2B5EF4-FFF2-40B4-BE49-F238E27FC236}">
                <a16:creationId xmlns:a16="http://schemas.microsoft.com/office/drawing/2014/main" id="{39AD1259-79A8-8315-7C08-EAE87020324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rcRect l="615" t="1080" r="-721" b="55571"/>
          <a:stretch/>
        </p:blipFill>
        <p:spPr>
          <a:xfrm>
            <a:off x="912416" y="2542210"/>
            <a:ext cx="10506976" cy="2099738"/>
          </a:xfrm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05AD0-EEAD-48BF-5C0E-CC8CD1240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E2660853-BB55-B248-9193-1186C8A7D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</p:spPr>
        <p:txBody>
          <a:bodyPr/>
          <a:lstStyle/>
          <a:p>
            <a:endParaRPr 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1AA77C60-DF0F-521B-2DC0-D83E79E7BD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7" name="Content Placeholder 6" descr="A diagram of a ship-batching process&#10;&#10;AI-generated content may be incorrect.">
            <a:extLst>
              <a:ext uri="{FF2B5EF4-FFF2-40B4-BE49-F238E27FC236}">
                <a16:creationId xmlns:a16="http://schemas.microsoft.com/office/drawing/2014/main" id="{C77FBAA6-9AA7-5D79-7F3C-6F1F7E7B292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rcRect l="425" t="38103" r="-695" b="-76"/>
          <a:stretch/>
        </p:blipFill>
        <p:spPr>
          <a:xfrm>
            <a:off x="897866" y="2233338"/>
            <a:ext cx="10524169" cy="3001934"/>
          </a:xfrm>
        </p:spPr>
      </p:pic>
    </p:spTree>
    <p:extLst>
      <p:ext uri="{BB962C8B-B14F-4D97-AF65-F5344CB8AC3E}">
        <p14:creationId xmlns:p14="http://schemas.microsoft.com/office/powerpoint/2010/main" val="2259184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302" y="365034"/>
            <a:ext cx="7027519" cy="112500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447189" y="1866187"/>
            <a:ext cx="8524688" cy="3886021"/>
          </a:xfrm>
        </p:spPr>
        <p:txBody>
          <a:bodyPr vert="horz" lIns="91440" tIns="0" rIns="91440" bIns="0" rtlCol="0" anchor="t">
            <a:normAutofit/>
          </a:bodyPr>
          <a:lstStyle/>
          <a:p>
            <a:r>
              <a:rPr lang="en-US" dirty="0"/>
              <a:t>Changes needed:</a:t>
            </a:r>
          </a:p>
          <a:p>
            <a:endParaRPr lang="en-US" dirty="0">
              <a:cs typeface="Sabon Next LT"/>
            </a:endParaRPr>
          </a:p>
          <a:p>
            <a:pPr marL="342900" indent="-342900">
              <a:buChar char="•"/>
            </a:pPr>
            <a:r>
              <a:rPr lang="en-US" dirty="0">
                <a:cs typeface="Sabon Next LT"/>
              </a:rPr>
              <a:t>Create new topic - Done</a:t>
            </a:r>
          </a:p>
          <a:p>
            <a:pPr marL="342900" indent="-342900">
              <a:buChar char="•"/>
            </a:pPr>
            <a:r>
              <a:rPr lang="en-US" dirty="0">
                <a:cs typeface="Sabon Next LT"/>
              </a:rPr>
              <a:t>Update line-consumer to produce to this topic - Done</a:t>
            </a:r>
          </a:p>
          <a:p>
            <a:pPr marL="342900" indent="-342900">
              <a:buChar char="•"/>
            </a:pPr>
            <a:r>
              <a:rPr lang="en-US" dirty="0">
                <a:cs typeface="Sabon Next LT"/>
              </a:rPr>
              <a:t>Restructure code in support consumer for the changes - Done</a:t>
            </a:r>
          </a:p>
          <a:p>
            <a:pPr marL="342900" indent="-342900">
              <a:buChar char="•"/>
            </a:pPr>
            <a:r>
              <a:rPr lang="en-US" dirty="0">
                <a:cs typeface="Sabon Next LT"/>
              </a:rPr>
              <a:t>Remove the pass-through code in batch-consumer - Done</a:t>
            </a:r>
          </a:p>
          <a:p>
            <a:pPr marL="342900" indent="-342900">
              <a:buChar char="•"/>
            </a:pPr>
            <a:r>
              <a:rPr lang="en-US" dirty="0">
                <a:cs typeface="Sabon Next LT"/>
              </a:rPr>
              <a:t>Deploy new app changes to prod - Done</a:t>
            </a:r>
          </a:p>
          <a:p>
            <a:pPr marL="342900" indent="-342900">
              <a:buChar char="•"/>
            </a:pPr>
            <a:endParaRPr lang="en-US" dirty="0">
              <a:cs typeface="Sabon Next LT"/>
            </a:endParaRP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F8E87BC-545B-B403-7BEE-F80CF3B38F9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E99543C-82E8-4821-93BD-5A60BEB423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7FA76D1-3C6D-40BC-A42D-496B6EDE8B8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D7B7F6F-2C08-4296-B7AB-C2C3F42192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422</Words>
  <Application>Microsoft Office PowerPoint</Application>
  <PresentationFormat>Widescreen</PresentationFormat>
  <Paragraphs>120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Custom</vt:lpstr>
      <vt:lpstr>WOPR: Batch histories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153</cp:revision>
  <dcterms:created xsi:type="dcterms:W3CDTF">2025-04-21T20:34:03Z</dcterms:created>
  <dcterms:modified xsi:type="dcterms:W3CDTF">2025-04-22T14:19:18Z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