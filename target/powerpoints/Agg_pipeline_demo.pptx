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5"/>
  </p:notesMasterIdLst>
  <p:handoutMasterIdLst>
    <p:handoutMasterId r:id="rId16"/>
  </p:handoutMasterIdLst>
  <p:sldIdLst>
    <p:sldId id="314" r:id="rId5"/>
    <p:sldId id="315" r:id="rId6"/>
    <p:sldId id="316" r:id="rId7"/>
    <p:sldId id="318" r:id="rId8"/>
    <p:sldId id="326" r:id="rId9"/>
    <p:sldId id="320" r:id="rId10"/>
    <p:sldId id="323" r:id="rId11"/>
    <p:sldId id="327" r:id="rId12"/>
    <p:sldId id="322" r:id="rId13"/>
    <p:sldId id="30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B41336-392D-A427-4B51-B56EAFC6754F}" v="759" dt="2024-08-06T18:16:51.967"/>
    <p1510:client id="{AA6A4237-91E5-9CC2-E2AA-86DDEEDCE5DD}" v="9" dt="2024-08-06T18:32:59.5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5" autoAdjust="0"/>
    <p:restoredTop sz="95388" autoAdjust="0"/>
  </p:normalViewPr>
  <p:slideViewPr>
    <p:cSldViewPr snapToGrid="0">
      <p:cViewPr>
        <p:scale>
          <a:sx n="100" d="100"/>
          <a:sy n="100" d="100"/>
        </p:scale>
        <p:origin x="173" y="-542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.Ashwood" userId="S::abdul.ashwood@target.com::d776ecbd-7ab3-40e5-835d-1e928a2d273b" providerId="AD" clId="Web-{AA6A4237-91E5-9CC2-E2AA-86DDEEDCE5DD}"/>
    <pc:docChg chg="modSld">
      <pc:chgData name="Abdul.Ashwood" userId="S::abdul.ashwood@target.com::d776ecbd-7ab3-40e5-835d-1e928a2d273b" providerId="AD" clId="Web-{AA6A4237-91E5-9CC2-E2AA-86DDEEDCE5DD}" dt="2024-08-06T18:32:59.502" v="7" actId="1076"/>
      <pc:docMkLst>
        <pc:docMk/>
      </pc:docMkLst>
      <pc:sldChg chg="addSp delSp modSp">
        <pc:chgData name="Abdul.Ashwood" userId="S::abdul.ashwood@target.com::d776ecbd-7ab3-40e5-835d-1e928a2d273b" providerId="AD" clId="Web-{AA6A4237-91E5-9CC2-E2AA-86DDEEDCE5DD}" dt="2024-08-06T18:32:59.502" v="7" actId="1076"/>
        <pc:sldMkLst>
          <pc:docMk/>
          <pc:sldMk cId="2560586711" sldId="327"/>
        </pc:sldMkLst>
        <pc:picChg chg="del">
          <ac:chgData name="Abdul.Ashwood" userId="S::abdul.ashwood@target.com::d776ecbd-7ab3-40e5-835d-1e928a2d273b" providerId="AD" clId="Web-{AA6A4237-91E5-9CC2-E2AA-86DDEEDCE5DD}" dt="2024-08-06T18:24:43.276" v="0"/>
          <ac:picMkLst>
            <pc:docMk/>
            <pc:sldMk cId="2560586711" sldId="327"/>
            <ac:picMk id="3" creationId="{A9DFE416-08EE-9165-A16D-617150DC9477}"/>
          </ac:picMkLst>
        </pc:picChg>
        <pc:picChg chg="add mod">
          <ac:chgData name="Abdul.Ashwood" userId="S::abdul.ashwood@target.com::d776ecbd-7ab3-40e5-835d-1e928a2d273b" providerId="AD" clId="Web-{AA6A4237-91E5-9CC2-E2AA-86DDEEDCE5DD}" dt="2024-08-06T18:32:59.502" v="7" actId="1076"/>
          <ac:picMkLst>
            <pc:docMk/>
            <pc:sldMk cId="2560586711" sldId="327"/>
            <ac:picMk id="4" creationId="{D46A9294-A19F-3E5D-D5B5-2BAC3BCCB5CE}"/>
          </ac:picMkLst>
        </pc:picChg>
      </pc:sldChg>
    </pc:docChg>
  </pc:docChgLst>
  <pc:docChgLst>
    <pc:chgData name="Abdul.Ashwood" userId="S::abdul.ashwood@target.com::d776ecbd-7ab3-40e5-835d-1e928a2d273b" providerId="AD" clId="Web-{19B41336-392D-A427-4B51-B56EAFC6754F}"/>
    <pc:docChg chg="addSld delSld modSld sldOrd">
      <pc:chgData name="Abdul.Ashwood" userId="S::abdul.ashwood@target.com::d776ecbd-7ab3-40e5-835d-1e928a2d273b" providerId="AD" clId="Web-{19B41336-392D-A427-4B51-B56EAFC6754F}" dt="2024-08-06T18:16:51.967" v="725" actId="20577"/>
      <pc:docMkLst>
        <pc:docMk/>
      </pc:docMkLst>
      <pc:sldChg chg="addSp delSp modSp">
        <pc:chgData name="Abdul.Ashwood" userId="S::abdul.ashwood@target.com::d776ecbd-7ab3-40e5-835d-1e928a2d273b" providerId="AD" clId="Web-{19B41336-392D-A427-4B51-B56EAFC6754F}" dt="2024-08-06T17:23:08.110" v="661"/>
        <pc:sldMkLst>
          <pc:docMk/>
          <pc:sldMk cId="769932640" sldId="309"/>
        </pc:sldMkLst>
        <pc:spChg chg="add mod">
          <ac:chgData name="Abdul.Ashwood" userId="S::abdul.ashwood@target.com::d776ecbd-7ab3-40e5-835d-1e928a2d273b" providerId="AD" clId="Web-{19B41336-392D-A427-4B51-B56EAFC6754F}" dt="2024-08-06T17:23:08.110" v="661"/>
          <ac:spMkLst>
            <pc:docMk/>
            <pc:sldMk cId="769932640" sldId="309"/>
            <ac:spMk id="4" creationId="{4A8ECCB1-5FD6-4F69-0E2F-7AEF6215B64B}"/>
          </ac:spMkLst>
        </pc:spChg>
        <pc:spChg chg="del">
          <ac:chgData name="Abdul.Ashwood" userId="S::abdul.ashwood@target.com::d776ecbd-7ab3-40e5-835d-1e928a2d273b" providerId="AD" clId="Web-{19B41336-392D-A427-4B51-B56EAFC6754F}" dt="2024-08-06T17:23:08.110" v="661"/>
          <ac:spMkLst>
            <pc:docMk/>
            <pc:sldMk cId="769932640" sldId="309"/>
            <ac:spMk id="10" creationId="{1F398FDD-E639-CF6A-B875-443655F2B31B}"/>
          </ac:spMkLst>
        </pc:spChg>
      </pc:sldChg>
      <pc:sldChg chg="modSp">
        <pc:chgData name="Abdul.Ashwood" userId="S::abdul.ashwood@target.com::d776ecbd-7ab3-40e5-835d-1e928a2d273b" providerId="AD" clId="Web-{19B41336-392D-A427-4B51-B56EAFC6754F}" dt="2024-08-06T18:13:07.761" v="721" actId="20577"/>
        <pc:sldMkLst>
          <pc:docMk/>
          <pc:sldMk cId="2945390068" sldId="314"/>
        </pc:sldMkLst>
        <pc:spChg chg="mod">
          <ac:chgData name="Abdul.Ashwood" userId="S::abdul.ashwood@target.com::d776ecbd-7ab3-40e5-835d-1e928a2d273b" providerId="AD" clId="Web-{19B41336-392D-A427-4B51-B56EAFC6754F}" dt="2024-08-06T18:13:07.761" v="721" actId="20577"/>
          <ac:spMkLst>
            <pc:docMk/>
            <pc:sldMk cId="2945390068" sldId="314"/>
            <ac:spMk id="2" creationId="{35440D96-BFFB-05BD-30ED-0352500CD058}"/>
          </ac:spMkLst>
        </pc:spChg>
      </pc:sldChg>
      <pc:sldChg chg="modSp">
        <pc:chgData name="Abdul.Ashwood" userId="S::abdul.ashwood@target.com::d776ecbd-7ab3-40e5-835d-1e928a2d273b" providerId="AD" clId="Web-{19B41336-392D-A427-4B51-B56EAFC6754F}" dt="2024-08-06T16:17:19.270" v="155" actId="20577"/>
        <pc:sldMkLst>
          <pc:docMk/>
          <pc:sldMk cId="542059410" sldId="315"/>
        </pc:sldMkLst>
        <pc:spChg chg="mod">
          <ac:chgData name="Abdul.Ashwood" userId="S::abdul.ashwood@target.com::d776ecbd-7ab3-40e5-835d-1e928a2d273b" providerId="AD" clId="Web-{19B41336-392D-A427-4B51-B56EAFC6754F}" dt="2024-08-06T16:13:14.768" v="74" actId="20577"/>
          <ac:spMkLst>
            <pc:docMk/>
            <pc:sldMk cId="542059410" sldId="315"/>
            <ac:spMk id="3" creationId="{3474D05E-8A36-8D9F-519E-DB514A69D886}"/>
          </ac:spMkLst>
        </pc:spChg>
        <pc:spChg chg="mod">
          <ac:chgData name="Abdul.Ashwood" userId="S::abdul.ashwood@target.com::d776ecbd-7ab3-40e5-835d-1e928a2d273b" providerId="AD" clId="Web-{19B41336-392D-A427-4B51-B56EAFC6754F}" dt="2024-08-06T16:17:19.270" v="155" actId="20577"/>
          <ac:spMkLst>
            <pc:docMk/>
            <pc:sldMk cId="542059410" sldId="315"/>
            <ac:spMk id="4" creationId="{B20C1E08-E337-110E-DB8E-41BA4A3341A1}"/>
          </ac:spMkLst>
        </pc:spChg>
      </pc:sldChg>
      <pc:sldChg chg="modSp del">
        <pc:chgData name="Abdul.Ashwood" userId="S::abdul.ashwood@target.com::d776ecbd-7ab3-40e5-835d-1e928a2d273b" providerId="AD" clId="Web-{19B41336-392D-A427-4B51-B56EAFC6754F}" dt="2024-08-06T17:38:16.632" v="716" actId="1076"/>
        <pc:sldMkLst>
          <pc:docMk/>
          <pc:sldMk cId="4293742996" sldId="316"/>
        </pc:sldMkLst>
        <pc:spChg chg="mod">
          <ac:chgData name="Abdul.Ashwood" userId="S::abdul.ashwood@target.com::d776ecbd-7ab3-40e5-835d-1e928a2d273b" providerId="AD" clId="Web-{19B41336-392D-A427-4B51-B56EAFC6754F}" dt="2024-08-06T17:38:16.632" v="716" actId="1076"/>
          <ac:spMkLst>
            <pc:docMk/>
            <pc:sldMk cId="4293742996" sldId="316"/>
            <ac:spMk id="2" creationId="{6A36FD5F-786B-1974-5F47-94CA02CFA6E5}"/>
          </ac:spMkLst>
        </pc:spChg>
      </pc:sldChg>
      <pc:sldChg chg="modSp del">
        <pc:chgData name="Abdul.Ashwood" userId="S::abdul.ashwood@target.com::d776ecbd-7ab3-40e5-835d-1e928a2d273b" providerId="AD" clId="Web-{19B41336-392D-A427-4B51-B56EAFC6754F}" dt="2024-08-06T16:20:08.927" v="222"/>
        <pc:sldMkLst>
          <pc:docMk/>
          <pc:sldMk cId="56176599" sldId="317"/>
        </pc:sldMkLst>
        <pc:spChg chg="mod">
          <ac:chgData name="Abdul.Ashwood" userId="S::abdul.ashwood@target.com::d776ecbd-7ab3-40e5-835d-1e928a2d273b" providerId="AD" clId="Web-{19B41336-392D-A427-4B51-B56EAFC6754F}" dt="2024-08-06T16:19:17.130" v="205" actId="20577"/>
          <ac:spMkLst>
            <pc:docMk/>
            <pc:sldMk cId="56176599" sldId="317"/>
            <ac:spMk id="7" creationId="{ADD59383-E6CD-CF57-B9CF-5820B1CECE61}"/>
          </ac:spMkLst>
        </pc:spChg>
      </pc:sldChg>
      <pc:sldChg chg="addSp delSp modSp addAnim">
        <pc:chgData name="Abdul.Ashwood" userId="S::abdul.ashwood@target.com::d776ecbd-7ab3-40e5-835d-1e928a2d273b" providerId="AD" clId="Web-{19B41336-392D-A427-4B51-B56EAFC6754F}" dt="2024-08-06T17:27:05.002" v="668"/>
        <pc:sldMkLst>
          <pc:docMk/>
          <pc:sldMk cId="412000632" sldId="318"/>
        </pc:sldMkLst>
        <pc:spChg chg="mod">
          <ac:chgData name="Abdul.Ashwood" userId="S::abdul.ashwood@target.com::d776ecbd-7ab3-40e5-835d-1e928a2d273b" providerId="AD" clId="Web-{19B41336-392D-A427-4B51-B56EAFC6754F}" dt="2024-08-06T16:24:20.085" v="237" actId="20577"/>
          <ac:spMkLst>
            <pc:docMk/>
            <pc:sldMk cId="412000632" sldId="318"/>
            <ac:spMk id="2" creationId="{018E4F0B-A6EB-861C-1C34-CAA9BDE47858}"/>
          </ac:spMkLst>
        </pc:spChg>
        <pc:spChg chg="del">
          <ac:chgData name="Abdul.Ashwood" userId="S::abdul.ashwood@target.com::d776ecbd-7ab3-40e5-835d-1e928a2d273b" providerId="AD" clId="Web-{19B41336-392D-A427-4B51-B56EAFC6754F}" dt="2024-08-06T16:20:29.084" v="223"/>
          <ac:spMkLst>
            <pc:docMk/>
            <pc:sldMk cId="412000632" sldId="318"/>
            <ac:spMk id="3" creationId="{59F97739-E0DF-24F3-7886-013A799A52C3}"/>
          </ac:spMkLst>
        </pc:spChg>
        <pc:spChg chg="add mod">
          <ac:chgData name="Abdul.Ashwood" userId="S::abdul.ashwood@target.com::d776ecbd-7ab3-40e5-835d-1e928a2d273b" providerId="AD" clId="Web-{19B41336-392D-A427-4B51-B56EAFC6754F}" dt="2024-08-06T16:32:34.479" v="395" actId="20577"/>
          <ac:spMkLst>
            <pc:docMk/>
            <pc:sldMk cId="412000632" sldId="318"/>
            <ac:spMk id="6" creationId="{FDCDC8AF-D239-7A66-B326-1D11A704CD92}"/>
          </ac:spMkLst>
        </pc:spChg>
        <pc:picChg chg="add mod">
          <ac:chgData name="Abdul.Ashwood" userId="S::abdul.ashwood@target.com::d776ecbd-7ab3-40e5-835d-1e928a2d273b" providerId="AD" clId="Web-{19B41336-392D-A427-4B51-B56EAFC6754F}" dt="2024-08-06T17:26:55.424" v="667" actId="14100"/>
          <ac:picMkLst>
            <pc:docMk/>
            <pc:sldMk cId="412000632" sldId="318"/>
            <ac:picMk id="7" creationId="{6882D32E-C26A-B06C-776F-707ADCA33D92}"/>
          </ac:picMkLst>
        </pc:picChg>
      </pc:sldChg>
      <pc:sldChg chg="modSp del">
        <pc:chgData name="Abdul.Ashwood" userId="S::abdul.ashwood@target.com::d776ecbd-7ab3-40e5-835d-1e928a2d273b" providerId="AD" clId="Web-{19B41336-392D-A427-4B51-B56EAFC6754F}" dt="2024-08-06T17:23:44.141" v="662"/>
        <pc:sldMkLst>
          <pc:docMk/>
          <pc:sldMk cId="1760417424" sldId="319"/>
        </pc:sldMkLst>
        <pc:spChg chg="mod">
          <ac:chgData name="Abdul.Ashwood" userId="S::abdul.ashwood@target.com::d776ecbd-7ab3-40e5-835d-1e928a2d273b" providerId="AD" clId="Web-{19B41336-392D-A427-4B51-B56EAFC6754F}" dt="2024-08-06T16:33:12.136" v="407" actId="20577"/>
          <ac:spMkLst>
            <pc:docMk/>
            <pc:sldMk cId="1760417424" sldId="319"/>
            <ac:spMk id="2" creationId="{14808221-C29B-07A3-B569-B8B466B1020B}"/>
          </ac:spMkLst>
        </pc:spChg>
        <pc:spChg chg="mod">
          <ac:chgData name="Abdul.Ashwood" userId="S::abdul.ashwood@target.com::d776ecbd-7ab3-40e5-835d-1e928a2d273b" providerId="AD" clId="Web-{19B41336-392D-A427-4B51-B56EAFC6754F}" dt="2024-08-06T16:33:19.542" v="408" actId="20577"/>
          <ac:spMkLst>
            <pc:docMk/>
            <pc:sldMk cId="1760417424" sldId="319"/>
            <ac:spMk id="3" creationId="{D6BEA7D4-8B96-5A0E-252E-6B8E8B1CF178}"/>
          </ac:spMkLst>
        </pc:spChg>
      </pc:sldChg>
      <pc:sldChg chg="addSp delSp modSp ord">
        <pc:chgData name="Abdul.Ashwood" userId="S::abdul.ashwood@target.com::d776ecbd-7ab3-40e5-835d-1e928a2d273b" providerId="AD" clId="Web-{19B41336-392D-A427-4B51-B56EAFC6754F}" dt="2024-08-06T18:16:51.967" v="725" actId="20577"/>
        <pc:sldMkLst>
          <pc:docMk/>
          <pc:sldMk cId="430403476" sldId="320"/>
        </pc:sldMkLst>
        <pc:spChg chg="mod">
          <ac:chgData name="Abdul.Ashwood" userId="S::abdul.ashwood@target.com::d776ecbd-7ab3-40e5-835d-1e928a2d273b" providerId="AD" clId="Web-{19B41336-392D-A427-4B51-B56EAFC6754F}" dt="2024-08-06T18:16:51.967" v="725" actId="20577"/>
          <ac:spMkLst>
            <pc:docMk/>
            <pc:sldMk cId="430403476" sldId="320"/>
            <ac:spMk id="2" creationId="{F992D586-3F7C-3202-E4F4-1F65B9A7D428}"/>
          </ac:spMkLst>
        </pc:spChg>
        <pc:spChg chg="del">
          <ac:chgData name="Abdul.Ashwood" userId="S::abdul.ashwood@target.com::d776ecbd-7ab3-40e5-835d-1e928a2d273b" providerId="AD" clId="Web-{19B41336-392D-A427-4B51-B56EAFC6754F}" dt="2024-08-06T16:56:59.536" v="485"/>
          <ac:spMkLst>
            <pc:docMk/>
            <pc:sldMk cId="430403476" sldId="320"/>
            <ac:spMk id="3" creationId="{375DADF2-8E4D-6C0E-0FA2-C5228AF29C1D}"/>
          </ac:spMkLst>
        </pc:spChg>
        <pc:spChg chg="del">
          <ac:chgData name="Abdul.Ashwood" userId="S::abdul.ashwood@target.com::d776ecbd-7ab3-40e5-835d-1e928a2d273b" providerId="AD" clId="Web-{19B41336-392D-A427-4B51-B56EAFC6754F}" dt="2024-08-06T16:57:01.474" v="486"/>
          <ac:spMkLst>
            <pc:docMk/>
            <pc:sldMk cId="430403476" sldId="320"/>
            <ac:spMk id="4" creationId="{2CFADA2D-CE7A-511E-45B9-EAF4FA520E34}"/>
          </ac:spMkLst>
        </pc:spChg>
        <pc:spChg chg="add del mod">
          <ac:chgData name="Abdul.Ashwood" userId="S::abdul.ashwood@target.com::d776ecbd-7ab3-40e5-835d-1e928a2d273b" providerId="AD" clId="Web-{19B41336-392D-A427-4B51-B56EAFC6754F}" dt="2024-08-06T16:57:03.661" v="487"/>
          <ac:spMkLst>
            <pc:docMk/>
            <pc:sldMk cId="430403476" sldId="320"/>
            <ac:spMk id="7" creationId="{78403CDD-9726-EDEC-C215-920216BD4FDF}"/>
          </ac:spMkLst>
        </pc:spChg>
        <pc:spChg chg="add del mod">
          <ac:chgData name="Abdul.Ashwood" userId="S::abdul.ashwood@target.com::d776ecbd-7ab3-40e5-835d-1e928a2d273b" providerId="AD" clId="Web-{19B41336-392D-A427-4B51-B56EAFC6754F}" dt="2024-08-06T16:57:05.474" v="488"/>
          <ac:spMkLst>
            <pc:docMk/>
            <pc:sldMk cId="430403476" sldId="320"/>
            <ac:spMk id="9" creationId="{3872C842-E778-A461-0F69-5D3FA641EF36}"/>
          </ac:spMkLst>
        </pc:spChg>
        <pc:picChg chg="add mod">
          <ac:chgData name="Abdul.Ashwood" userId="S::abdul.ashwood@target.com::d776ecbd-7ab3-40e5-835d-1e928a2d273b" providerId="AD" clId="Web-{19B41336-392D-A427-4B51-B56EAFC6754F}" dt="2024-08-06T17:14:34.247" v="532" actId="1076"/>
          <ac:picMkLst>
            <pc:docMk/>
            <pc:sldMk cId="430403476" sldId="320"/>
            <ac:picMk id="10" creationId="{98B8AE0B-D1BC-9471-2143-49563F76B2D2}"/>
          </ac:picMkLst>
        </pc:picChg>
        <pc:picChg chg="add del mod">
          <ac:chgData name="Abdul.Ashwood" userId="S::abdul.ashwood@target.com::d776ecbd-7ab3-40e5-835d-1e928a2d273b" providerId="AD" clId="Web-{19B41336-392D-A427-4B51-B56EAFC6754F}" dt="2024-08-06T17:34:19.662" v="675"/>
          <ac:picMkLst>
            <pc:docMk/>
            <pc:sldMk cId="430403476" sldId="320"/>
            <ac:picMk id="11" creationId="{9CCF8515-FF7F-95CB-7524-73604D8EF1A5}"/>
          </ac:picMkLst>
        </pc:picChg>
        <pc:picChg chg="add mod">
          <ac:chgData name="Abdul.Ashwood" userId="S::abdul.ashwood@target.com::d776ecbd-7ab3-40e5-835d-1e928a2d273b" providerId="AD" clId="Web-{19B41336-392D-A427-4B51-B56EAFC6754F}" dt="2024-08-06T17:34:46.537" v="679" actId="14100"/>
          <ac:picMkLst>
            <pc:docMk/>
            <pc:sldMk cId="430403476" sldId="320"/>
            <ac:picMk id="12" creationId="{AAED504C-EB83-C1B0-3106-6BB5A5923535}"/>
          </ac:picMkLst>
        </pc:picChg>
      </pc:sldChg>
      <pc:sldChg chg="delSp modSp del">
        <pc:chgData name="Abdul.Ashwood" userId="S::abdul.ashwood@target.com::d776ecbd-7ab3-40e5-835d-1e928a2d273b" providerId="AD" clId="Web-{19B41336-392D-A427-4B51-B56EAFC6754F}" dt="2024-08-06T17:16:05.122" v="547"/>
        <pc:sldMkLst>
          <pc:docMk/>
          <pc:sldMk cId="569699605" sldId="321"/>
        </pc:sldMkLst>
        <pc:spChg chg="mod">
          <ac:chgData name="Abdul.Ashwood" userId="S::abdul.ashwood@target.com::d776ecbd-7ab3-40e5-835d-1e928a2d273b" providerId="AD" clId="Web-{19B41336-392D-A427-4B51-B56EAFC6754F}" dt="2024-08-06T17:15:36.310" v="543" actId="20577"/>
          <ac:spMkLst>
            <pc:docMk/>
            <pc:sldMk cId="569699605" sldId="321"/>
            <ac:spMk id="2" creationId="{6DBDB0AE-5ADD-1975-6BDD-38608925072A}"/>
          </ac:spMkLst>
        </pc:spChg>
        <pc:spChg chg="del mod">
          <ac:chgData name="Abdul.Ashwood" userId="S::abdul.ashwood@target.com::d776ecbd-7ab3-40e5-835d-1e928a2d273b" providerId="AD" clId="Web-{19B41336-392D-A427-4B51-B56EAFC6754F}" dt="2024-08-06T17:15:46.341" v="545"/>
          <ac:spMkLst>
            <pc:docMk/>
            <pc:sldMk cId="569699605" sldId="321"/>
            <ac:spMk id="4" creationId="{701C2F4A-ABC8-39B2-B7BB-36C02B7A4540}"/>
          </ac:spMkLst>
        </pc:spChg>
      </pc:sldChg>
      <pc:sldChg chg="modSp">
        <pc:chgData name="Abdul.Ashwood" userId="S::abdul.ashwood@target.com::d776ecbd-7ab3-40e5-835d-1e928a2d273b" providerId="AD" clId="Web-{19B41336-392D-A427-4B51-B56EAFC6754F}" dt="2024-08-06T17:22:52.391" v="660" actId="20577"/>
        <pc:sldMkLst>
          <pc:docMk/>
          <pc:sldMk cId="1517447069" sldId="322"/>
        </pc:sldMkLst>
        <pc:spChg chg="mod">
          <ac:chgData name="Abdul.Ashwood" userId="S::abdul.ashwood@target.com::d776ecbd-7ab3-40e5-835d-1e928a2d273b" providerId="AD" clId="Web-{19B41336-392D-A427-4B51-B56EAFC6754F}" dt="2024-08-06T17:15:56.747" v="546" actId="20577"/>
          <ac:spMkLst>
            <pc:docMk/>
            <pc:sldMk cId="1517447069" sldId="322"/>
            <ac:spMk id="2" creationId="{56FEAA13-E02F-EB47-E510-E3F48A95F847}"/>
          </ac:spMkLst>
        </pc:spChg>
        <pc:spChg chg="mod">
          <ac:chgData name="Abdul.Ashwood" userId="S::abdul.ashwood@target.com::d776ecbd-7ab3-40e5-835d-1e928a2d273b" providerId="AD" clId="Web-{19B41336-392D-A427-4B51-B56EAFC6754F}" dt="2024-08-06T17:22:52.391" v="660" actId="20577"/>
          <ac:spMkLst>
            <pc:docMk/>
            <pc:sldMk cId="1517447069" sldId="322"/>
            <ac:spMk id="3" creationId="{05E26637-007F-EC9E-F644-AAFBA0900F3C}"/>
          </ac:spMkLst>
        </pc:spChg>
        <pc:picChg chg="mod">
          <ac:chgData name="Abdul.Ashwood" userId="S::abdul.ashwood@target.com::d776ecbd-7ab3-40e5-835d-1e928a2d273b" providerId="AD" clId="Web-{19B41336-392D-A427-4B51-B56EAFC6754F}" dt="2024-08-06T17:22:18.188" v="652" actId="14100"/>
          <ac:picMkLst>
            <pc:docMk/>
            <pc:sldMk cId="1517447069" sldId="322"/>
            <ac:picMk id="18" creationId="{1609D79A-E8EF-302E-E8CA-07C644CE0E0F}"/>
          </ac:picMkLst>
        </pc:picChg>
      </pc:sldChg>
      <pc:sldChg chg="addSp delSp modSp ord addAnim delAnim">
        <pc:chgData name="Abdul.Ashwood" userId="S::abdul.ashwood@target.com::d776ecbd-7ab3-40e5-835d-1e928a2d273b" providerId="AD" clId="Web-{19B41336-392D-A427-4B51-B56EAFC6754F}" dt="2024-08-06T17:36:24.553" v="699"/>
        <pc:sldMkLst>
          <pc:docMk/>
          <pc:sldMk cId="2149261472" sldId="323"/>
        </pc:sldMkLst>
        <pc:spChg chg="mod">
          <ac:chgData name="Abdul.Ashwood" userId="S::abdul.ashwood@target.com::d776ecbd-7ab3-40e5-835d-1e928a2d273b" providerId="AD" clId="Web-{19B41336-392D-A427-4B51-B56EAFC6754F}" dt="2024-08-06T17:36:07.366" v="698" actId="20577"/>
          <ac:spMkLst>
            <pc:docMk/>
            <pc:sldMk cId="2149261472" sldId="323"/>
            <ac:spMk id="2" creationId="{8ED62B2F-534F-A196-1186-33D282CE3C7F}"/>
          </ac:spMkLst>
        </pc:spChg>
        <pc:spChg chg="del">
          <ac:chgData name="Abdul.Ashwood" userId="S::abdul.ashwood@target.com::d776ecbd-7ab3-40e5-835d-1e928a2d273b" providerId="AD" clId="Web-{19B41336-392D-A427-4B51-B56EAFC6754F}" dt="2024-08-06T16:44:36.515" v="452"/>
          <ac:spMkLst>
            <pc:docMk/>
            <pc:sldMk cId="2149261472" sldId="323"/>
            <ac:spMk id="3" creationId="{93C71586-1388-197C-1294-83D4DD85293E}"/>
          </ac:spMkLst>
        </pc:spChg>
        <pc:spChg chg="add del mod">
          <ac:chgData name="Abdul.Ashwood" userId="S::abdul.ashwood@target.com::d776ecbd-7ab3-40e5-835d-1e928a2d273b" providerId="AD" clId="Web-{19B41336-392D-A427-4B51-B56EAFC6754F}" dt="2024-08-06T16:54:59.910" v="468"/>
          <ac:spMkLst>
            <pc:docMk/>
            <pc:sldMk cId="2149261472" sldId="323"/>
            <ac:spMk id="7" creationId="{214343AD-7168-8B33-3F18-3F2DE9443BD2}"/>
          </ac:spMkLst>
        </pc:spChg>
        <pc:spChg chg="add del mod">
          <ac:chgData name="Abdul.Ashwood" userId="S::abdul.ashwood@target.com::d776ecbd-7ab3-40e5-835d-1e928a2d273b" providerId="AD" clId="Web-{19B41336-392D-A427-4B51-B56EAFC6754F}" dt="2024-08-06T16:54:57.785" v="467"/>
          <ac:spMkLst>
            <pc:docMk/>
            <pc:sldMk cId="2149261472" sldId="323"/>
            <ac:spMk id="9" creationId="{44EC1507-0F5E-5AB9-9A01-D3C45E6746FC}"/>
          </ac:spMkLst>
        </pc:spChg>
        <pc:graphicFrameChg chg="del">
          <ac:chgData name="Abdul.Ashwood" userId="S::abdul.ashwood@target.com::d776ecbd-7ab3-40e5-835d-1e928a2d273b" providerId="AD" clId="Web-{19B41336-392D-A427-4B51-B56EAFC6754F}" dt="2024-08-06T16:44:33.328" v="451"/>
          <ac:graphicFrameMkLst>
            <pc:docMk/>
            <pc:sldMk cId="2149261472" sldId="323"/>
            <ac:graphicFrameMk id="6" creationId="{2EE5D6E7-8306-54E8-220A-099D3B755FFE}"/>
          </ac:graphicFrameMkLst>
        </pc:graphicFrameChg>
        <pc:picChg chg="add del mod">
          <ac:chgData name="Abdul.Ashwood" userId="S::abdul.ashwood@target.com::d776ecbd-7ab3-40e5-835d-1e928a2d273b" providerId="AD" clId="Web-{19B41336-392D-A427-4B51-B56EAFC6754F}" dt="2024-08-06T17:01:38.866" v="502"/>
          <ac:picMkLst>
            <pc:docMk/>
            <pc:sldMk cId="2149261472" sldId="323"/>
            <ac:picMk id="10" creationId="{E9319EA4-767C-93BB-2A14-247420655BAE}"/>
          </ac:picMkLst>
        </pc:picChg>
        <pc:picChg chg="add del mod">
          <ac:chgData name="Abdul.Ashwood" userId="S::abdul.ashwood@target.com::d776ecbd-7ab3-40e5-835d-1e928a2d273b" providerId="AD" clId="Web-{19B41336-392D-A427-4B51-B56EAFC6754F}" dt="2024-08-06T17:35:18.443" v="680"/>
          <ac:picMkLst>
            <pc:docMk/>
            <pc:sldMk cId="2149261472" sldId="323"/>
            <ac:picMk id="11" creationId="{AB419597-AC63-B740-4884-77D6ADB16F10}"/>
          </ac:picMkLst>
        </pc:picChg>
        <pc:picChg chg="add mod">
          <ac:chgData name="Abdul.Ashwood" userId="S::abdul.ashwood@target.com::d776ecbd-7ab3-40e5-835d-1e928a2d273b" providerId="AD" clId="Web-{19B41336-392D-A427-4B51-B56EAFC6754F}" dt="2024-08-06T17:35:22.975" v="681" actId="1076"/>
          <ac:picMkLst>
            <pc:docMk/>
            <pc:sldMk cId="2149261472" sldId="323"/>
            <ac:picMk id="12" creationId="{122C3E03-6AFD-0E48-669F-961C9B5C9D92}"/>
          </ac:picMkLst>
        </pc:picChg>
        <pc:picChg chg="add del mod">
          <ac:chgData name="Abdul.Ashwood" userId="S::abdul.ashwood@target.com::d776ecbd-7ab3-40e5-835d-1e928a2d273b" providerId="AD" clId="Web-{19B41336-392D-A427-4B51-B56EAFC6754F}" dt="2024-08-06T17:15:19.310" v="539"/>
          <ac:picMkLst>
            <pc:docMk/>
            <pc:sldMk cId="2149261472" sldId="323"/>
            <ac:picMk id="13" creationId="{5F22092A-24CE-7CAC-9E88-192A2A3E12A2}"/>
          </ac:picMkLst>
        </pc:picChg>
      </pc:sldChg>
      <pc:sldChg chg="del">
        <pc:chgData name="Abdul.Ashwood" userId="S::abdul.ashwood@target.com::d776ecbd-7ab3-40e5-835d-1e928a2d273b" providerId="AD" clId="Web-{19B41336-392D-A427-4B51-B56EAFC6754F}" dt="2024-08-06T17:16:17.982" v="549"/>
        <pc:sldMkLst>
          <pc:docMk/>
          <pc:sldMk cId="2398406067" sldId="324"/>
        </pc:sldMkLst>
      </pc:sldChg>
      <pc:sldChg chg="del">
        <pc:chgData name="Abdul.Ashwood" userId="S::abdul.ashwood@target.com::d776ecbd-7ab3-40e5-835d-1e928a2d273b" providerId="AD" clId="Web-{19B41336-392D-A427-4B51-B56EAFC6754F}" dt="2024-08-06T17:16:12.107" v="548"/>
        <pc:sldMkLst>
          <pc:docMk/>
          <pc:sldMk cId="2323500703" sldId="325"/>
        </pc:sldMkLst>
      </pc:sldChg>
      <pc:sldChg chg="addSp modSp add ord replId addAnim delAnim modAnim">
        <pc:chgData name="Abdul.Ashwood" userId="S::abdul.ashwood@target.com::d776ecbd-7ab3-40e5-835d-1e928a2d273b" providerId="AD" clId="Web-{19B41336-392D-A427-4B51-B56EAFC6754F}" dt="2024-08-06T17:17:27.670" v="552"/>
        <pc:sldMkLst>
          <pc:docMk/>
          <pc:sldMk cId="2981276166" sldId="326"/>
        </pc:sldMkLst>
        <pc:spChg chg="mod">
          <ac:chgData name="Abdul.Ashwood" userId="S::abdul.ashwood@target.com::d776ecbd-7ab3-40e5-835d-1e928a2d273b" providerId="AD" clId="Web-{19B41336-392D-A427-4B51-B56EAFC6754F}" dt="2024-08-06T16:44:27.312" v="450" actId="20577"/>
          <ac:spMkLst>
            <pc:docMk/>
            <pc:sldMk cId="2981276166" sldId="326"/>
            <ac:spMk id="2" creationId="{018E4F0B-A6EB-861C-1C34-CAA9BDE47858}"/>
          </ac:spMkLst>
        </pc:spChg>
        <pc:spChg chg="mod">
          <ac:chgData name="Abdul.Ashwood" userId="S::abdul.ashwood@target.com::d776ecbd-7ab3-40e5-835d-1e928a2d273b" providerId="AD" clId="Web-{19B41336-392D-A427-4B51-B56EAFC6754F}" dt="2024-08-06T16:34:39.636" v="414" actId="20577"/>
          <ac:spMkLst>
            <pc:docMk/>
            <pc:sldMk cId="2981276166" sldId="326"/>
            <ac:spMk id="6" creationId="{FDCDC8AF-D239-7A66-B326-1D11A704CD92}"/>
          </ac:spMkLst>
        </pc:spChg>
        <pc:picChg chg="add mod">
          <ac:chgData name="Abdul.Ashwood" userId="S::abdul.ashwood@target.com::d776ecbd-7ab3-40e5-835d-1e928a2d273b" providerId="AD" clId="Web-{19B41336-392D-A427-4B51-B56EAFC6754F}" dt="2024-08-06T16:40:55.608" v="439" actId="1076"/>
          <ac:picMkLst>
            <pc:docMk/>
            <pc:sldMk cId="2981276166" sldId="326"/>
            <ac:picMk id="3" creationId="{59F2068E-EA2B-D643-589A-86CF63017B25}"/>
          </ac:picMkLst>
        </pc:picChg>
        <pc:picChg chg="add mod">
          <ac:chgData name="Abdul.Ashwood" userId="S::abdul.ashwood@target.com::d776ecbd-7ab3-40e5-835d-1e928a2d273b" providerId="AD" clId="Web-{19B41336-392D-A427-4B51-B56EAFC6754F}" dt="2024-08-06T16:42:16.514" v="443" actId="1076"/>
          <ac:picMkLst>
            <pc:docMk/>
            <pc:sldMk cId="2981276166" sldId="326"/>
            <ac:picMk id="5" creationId="{09C1A81A-A1E5-858E-2FA7-DECF4CC1BA2D}"/>
          </ac:picMkLst>
        </pc:picChg>
      </pc:sldChg>
      <pc:sldChg chg="addSp delSp modSp add replId">
        <pc:chgData name="Abdul.Ashwood" userId="S::abdul.ashwood@target.com::d776ecbd-7ab3-40e5-835d-1e928a2d273b" providerId="AD" clId="Web-{19B41336-392D-A427-4B51-B56EAFC6754F}" dt="2024-08-06T17:37:50.366" v="715" actId="20577"/>
        <pc:sldMkLst>
          <pc:docMk/>
          <pc:sldMk cId="2560586711" sldId="327"/>
        </pc:sldMkLst>
        <pc:spChg chg="mod">
          <ac:chgData name="Abdul.Ashwood" userId="S::abdul.ashwood@target.com::d776ecbd-7ab3-40e5-835d-1e928a2d273b" providerId="AD" clId="Web-{19B41336-392D-A427-4B51-B56EAFC6754F}" dt="2024-08-06T17:37:50.366" v="715" actId="20577"/>
          <ac:spMkLst>
            <pc:docMk/>
            <pc:sldMk cId="2560586711" sldId="327"/>
            <ac:spMk id="2" creationId="{8ED62B2F-534F-A196-1186-33D282CE3C7F}"/>
          </ac:spMkLst>
        </pc:spChg>
        <pc:picChg chg="add mod">
          <ac:chgData name="Abdul.Ashwood" userId="S::abdul.ashwood@target.com::d776ecbd-7ab3-40e5-835d-1e928a2d273b" providerId="AD" clId="Web-{19B41336-392D-A427-4B51-B56EAFC6754F}" dt="2024-08-06T17:37:30.163" v="706" actId="1076"/>
          <ac:picMkLst>
            <pc:docMk/>
            <pc:sldMk cId="2560586711" sldId="327"/>
            <ac:picMk id="3" creationId="{A9DFE416-08EE-9165-A16D-617150DC9477}"/>
          </ac:picMkLst>
        </pc:picChg>
        <pc:picChg chg="del">
          <ac:chgData name="Abdul.Ashwood" userId="S::abdul.ashwood@target.com::d776ecbd-7ab3-40e5-835d-1e928a2d273b" providerId="AD" clId="Web-{19B41336-392D-A427-4B51-B56EAFC6754F}" dt="2024-08-06T17:37:11.694" v="701"/>
          <ac:picMkLst>
            <pc:docMk/>
            <pc:sldMk cId="2560586711" sldId="327"/>
            <ac:picMk id="12" creationId="{122C3E03-6AFD-0E48-669F-961C9B5C9D9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8/6/2024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8/6/2024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518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0108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845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565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188" y="3199884"/>
            <a:ext cx="6552596" cy="3200400"/>
          </a:xfrm>
        </p:spPr>
        <p:txBody>
          <a:bodyPr/>
          <a:lstStyle/>
          <a:p>
            <a:r>
              <a:rPr lang="en-US" sz="2400" dirty="0"/>
              <a:t>Aggregation pipelines in V2</a:t>
            </a:r>
            <a:br>
              <a:rPr lang="en-US" sz="2400" dirty="0"/>
            </a:br>
            <a:r>
              <a:rPr lang="en-US" sz="2400" dirty="0"/>
              <a:t>By Abdul Ashwood</a:t>
            </a:r>
            <a:br>
              <a:rPr lang="en-US" sz="2400" dirty="0"/>
            </a:br>
            <a:r>
              <a:rPr lang="en-US" sz="2400" dirty="0"/>
              <a:t>Date: Aug 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5533"/>
            <a:ext cx="5181600" cy="2376868"/>
          </a:xfrm>
        </p:spPr>
        <p:txBody>
          <a:bodyPr/>
          <a:lstStyle/>
          <a:p>
            <a:r>
              <a:rPr lang="en-US" dirty="0"/>
              <a:t>Aggregation Pipelines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844800"/>
            <a:ext cx="5181600" cy="312896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/>
              <a:t>What is It:</a:t>
            </a:r>
            <a:br>
              <a:rPr lang="en-US" dirty="0"/>
            </a:br>
            <a:r>
              <a:rPr lang="en-US" dirty="0"/>
              <a:t>a framework that processes, transforms, and returns results from documents.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To rephrase:</a:t>
            </a:r>
            <a:br>
              <a:rPr lang="en-US" dirty="0"/>
            </a:br>
            <a:r>
              <a:rPr lang="en-US" dirty="0"/>
              <a:t>It’s a script that mongo-</a:t>
            </a:r>
            <a:r>
              <a:rPr lang="en-US" dirty="0" err="1"/>
              <a:t>db</a:t>
            </a:r>
            <a:r>
              <a:rPr lang="en-US" dirty="0"/>
              <a:t> runs using its facilities and returns a result.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48680"/>
            <a:ext cx="5181600" cy="3368819"/>
          </a:xfrm>
        </p:spPr>
        <p:txBody>
          <a:bodyPr/>
          <a:lstStyle/>
          <a:p>
            <a:r>
              <a:rPr lang="en-US" dirty="0"/>
              <a:t>Migration Work of V1 -&gt; V2</a:t>
            </a:r>
          </a:p>
        </p:txBody>
      </p:sp>
      <p:pic>
        <p:nvPicPr>
          <p:cNvPr id="14" name="Picture Placeholder 13" descr="A person looking at a piece of paper">
            <a:extLst>
              <a:ext uri="{FF2B5EF4-FFF2-40B4-BE49-F238E27FC236}">
                <a16:creationId xmlns:a16="http://schemas.microsoft.com/office/drawing/2014/main" id="{F28819F3-7D3B-EB42-24FD-3C0BBC5963B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19" b="119"/>
          <a:stretch/>
        </p:blipFill>
        <p:spPr>
          <a:xfrm>
            <a:off x="6085840" y="-10159"/>
            <a:ext cx="6116320" cy="6868160"/>
          </a:xfrm>
        </p:spPr>
      </p:pic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Problem </a:t>
            </a:r>
            <a:r>
              <a:rPr lang="en-US" dirty="0"/>
              <a:t>with V1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CDC8AF-D239-7A66-B326-1D11A704CD9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All aggregations use the same app (template app)</a:t>
            </a:r>
          </a:p>
          <a:p>
            <a:r>
              <a:rPr lang="en-US" dirty="0"/>
              <a:t>One change affects all other aggregations</a:t>
            </a:r>
          </a:p>
          <a:p>
            <a:r>
              <a:rPr lang="en-US" dirty="0"/>
              <a:t>Limited testing</a:t>
            </a:r>
          </a:p>
          <a:p>
            <a:r>
              <a:rPr lang="en-US" dirty="0"/>
              <a:t>Resource intensive on tap (</a:t>
            </a:r>
            <a:r>
              <a:rPr lang="en-US" dirty="0" err="1"/>
              <a:t>i.e</a:t>
            </a:r>
            <a:r>
              <a:rPr lang="en-US" dirty="0"/>
              <a:t>: memory, CPU, etc.)</a:t>
            </a:r>
          </a:p>
          <a:p>
            <a:r>
              <a:rPr lang="en-US" dirty="0"/>
              <a:t>App has an expansive file count for aggregating processes</a:t>
            </a:r>
          </a:p>
          <a:p>
            <a:r>
              <a:rPr lang="en-US" dirty="0"/>
              <a:t>And many other issues</a:t>
            </a:r>
          </a:p>
          <a:p>
            <a:endParaRPr lang="en-US" dirty="0"/>
          </a:p>
        </p:txBody>
      </p:sp>
      <p:pic>
        <p:nvPicPr>
          <p:cNvPr id="7" name="Picture 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6882D32E-C26A-B06C-776F-707ADCA33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673" y="1412682"/>
            <a:ext cx="7748257" cy="512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8" y="365125"/>
            <a:ext cx="7273637" cy="1646555"/>
          </a:xfrm>
        </p:spPr>
        <p:txBody>
          <a:bodyPr/>
          <a:lstStyle/>
          <a:p>
            <a:r>
              <a:rPr lang="en-US" dirty="0"/>
              <a:t>Focus Example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CDC8AF-D239-7A66-B326-1D11A704CD9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9F2068E-EA2B-D643-589A-86CF63017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066" y="1718034"/>
            <a:ext cx="7271656" cy="4377022"/>
          </a:xfrm>
          <a:prstGeom prst="rect">
            <a:avLst/>
          </a:prstGeom>
        </p:spPr>
      </p:pic>
      <p:pic>
        <p:nvPicPr>
          <p:cNvPr id="5" name="Picture 4" descr="A diagram of a flowchart&#10;&#10;Description automatically generated">
            <a:extLst>
              <a:ext uri="{FF2B5EF4-FFF2-40B4-BE49-F238E27FC236}">
                <a16:creationId xmlns:a16="http://schemas.microsoft.com/office/drawing/2014/main" id="{09C1A81A-A1E5-858E-2FA7-DECF4CC1B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3246" y="2647937"/>
            <a:ext cx="6096000" cy="176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27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1" cy="1243898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Axon V2 – RSDT Implementation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" name="Picture 9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98B8AE0B-D1BC-9471-2143-49563F76B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290" y="1342255"/>
            <a:ext cx="6970050" cy="5391258"/>
          </a:xfrm>
          <a:prstGeom prst="rect">
            <a:avLst/>
          </a:prstGeom>
        </p:spPr>
      </p:pic>
      <p:pic>
        <p:nvPicPr>
          <p:cNvPr id="12" name="Picture 11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AAED504C-EB83-C1B0-3106-6BB5A59235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9245" y="1342293"/>
            <a:ext cx="3429433" cy="538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62B2F-534F-A196-1186-33D282CE3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101356"/>
            <a:ext cx="10363202" cy="1603462"/>
          </a:xfrm>
        </p:spPr>
        <p:txBody>
          <a:bodyPr/>
          <a:lstStyle/>
          <a:p>
            <a:r>
              <a:rPr lang="en-US" dirty="0"/>
              <a:t>Axon V1 – RSDT Implementation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6EF25-1A43-B685-800B-85D36602E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2" name="Picture 11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122C3E03-6AFD-0E48-669F-961C9B5C9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780" y="1522119"/>
            <a:ext cx="4903812" cy="472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261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62B2F-534F-A196-1186-33D282CE3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101356"/>
            <a:ext cx="10363202" cy="1603462"/>
          </a:xfrm>
        </p:spPr>
        <p:txBody>
          <a:bodyPr/>
          <a:lstStyle/>
          <a:p>
            <a:r>
              <a:rPr lang="en-US" dirty="0"/>
              <a:t>Axon v2 output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6EF25-1A43-B685-800B-85D36602E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D46A9294-A19F-3E5D-D5B5-2BAC3BCCB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1195" y="1364056"/>
            <a:ext cx="4021133" cy="495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586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EAA13-E02F-EB47-E510-E3F48A95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385" y="446313"/>
            <a:ext cx="5179615" cy="1448747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26637-007F-EC9E-F644-AAFBA0900F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3188" y="2122513"/>
            <a:ext cx="6114047" cy="41281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All aggregations are simplified to functions </a:t>
            </a:r>
            <a:endParaRPr lang="en-US"/>
          </a:p>
          <a:p>
            <a:r>
              <a:rPr lang="en-US" dirty="0">
                <a:latin typeface="Arial"/>
                <a:cs typeface="Arial"/>
              </a:rPr>
              <a:t>All aggregations are now independent </a:t>
            </a:r>
            <a:endParaRPr lang="en-US" dirty="0"/>
          </a:p>
          <a:p>
            <a:r>
              <a:rPr lang="en-US" dirty="0">
                <a:latin typeface="Arial"/>
                <a:cs typeface="Arial"/>
              </a:rPr>
              <a:t>Intensive testing</a:t>
            </a:r>
          </a:p>
          <a:p>
            <a:r>
              <a:rPr lang="en-US" dirty="0">
                <a:latin typeface="Arial"/>
                <a:cs typeface="Arial"/>
              </a:rPr>
              <a:t>Tap resources are lessened</a:t>
            </a:r>
          </a:p>
          <a:p>
            <a:r>
              <a:rPr lang="en-US" dirty="0">
                <a:latin typeface="Arial"/>
                <a:cs typeface="Arial"/>
              </a:rPr>
              <a:t>Mongo has its own library and supporting architecture so we don’t have hand write processes for aggregations</a:t>
            </a:r>
            <a:endParaRPr lang="en-US" dirty="0">
              <a:solidFill>
                <a:srgbClr val="000000"/>
              </a:solidFill>
              <a:latin typeface="Arial"/>
              <a:ea typeface="+mn-lt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D930B-FB1B-543D-6828-8C31F30BB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8" name="Picture Placeholder 17" descr="Two people looking at their phones">
            <a:extLst>
              <a:ext uri="{FF2B5EF4-FFF2-40B4-BE49-F238E27FC236}">
                <a16:creationId xmlns:a16="http://schemas.microsoft.com/office/drawing/2014/main" id="{1609D79A-E8EF-302E-E8CA-07C644CE0E0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81" r="81"/>
          <a:stretch/>
        </p:blipFill>
        <p:spPr>
          <a:xfrm>
            <a:off x="6257423" y="0"/>
            <a:ext cx="5934577" cy="6858860"/>
          </a:xfrm>
        </p:spPr>
      </p:pic>
    </p:spTree>
    <p:extLst>
      <p:ext uri="{BB962C8B-B14F-4D97-AF65-F5344CB8AC3E}">
        <p14:creationId xmlns:p14="http://schemas.microsoft.com/office/powerpoint/2010/main" val="1517447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ECCB1-5FD6-4F69-0E2F-7AEF6215B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B53FD5-8F3E-4406-8404-9F78B5E6376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133F63F-9110-40E7-9727-485934F415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8EFD9E-464D-4A64-8503-21EC026015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477</Words>
  <Application>Microsoft Office PowerPoint</Application>
  <PresentationFormat>Widescreen</PresentationFormat>
  <Paragraphs>125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Custom</vt:lpstr>
      <vt:lpstr>Aggregation pipelines in V2 By Abdul Ashwood Date: Aug 6</vt:lpstr>
      <vt:lpstr>Aggregation Pipelines</vt:lpstr>
      <vt:lpstr>Migration Work of V1 -&gt; V2</vt:lpstr>
      <vt:lpstr>Problem with V1</vt:lpstr>
      <vt:lpstr>Focus Example</vt:lpstr>
      <vt:lpstr>Axon V2 – RSDT Implementation</vt:lpstr>
      <vt:lpstr>Axon V1 – RSDT Implementation</vt:lpstr>
      <vt:lpstr>Axon v2 output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</dc:title>
  <dc:creator/>
  <cp:lastModifiedBy/>
  <cp:revision>289</cp:revision>
  <dcterms:created xsi:type="dcterms:W3CDTF">2024-08-06T16:07:40Z</dcterms:created>
  <dcterms:modified xsi:type="dcterms:W3CDTF">2024-08-06T18:33:01Z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