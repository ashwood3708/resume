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1" r:id="rId2"/>
  </p:sldMasterIdLst>
  <p:notesMasterIdLst>
    <p:notesMasterId r:id="rId14"/>
  </p:notesMasterIdLst>
  <p:sldIdLst>
    <p:sldId id="273" r:id="rId3"/>
    <p:sldId id="272" r:id="rId4"/>
    <p:sldId id="283" r:id="rId5"/>
    <p:sldId id="279" r:id="rId6"/>
    <p:sldId id="282" r:id="rId7"/>
    <p:sldId id="276" r:id="rId8"/>
    <p:sldId id="268" r:id="rId9"/>
    <p:sldId id="265" r:id="rId10"/>
    <p:sldId id="269" r:id="rId11"/>
    <p:sldId id="271" r:id="rId12"/>
    <p:sldId id="28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1E25"/>
    <a:srgbClr val="B5E51D"/>
    <a:srgbClr val="E745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2715" autoAdjust="0"/>
  </p:normalViewPr>
  <p:slideViewPr>
    <p:cSldViewPr snapToGrid="0">
      <p:cViewPr varScale="1">
        <p:scale>
          <a:sx n="64" d="100"/>
          <a:sy n="64" d="100"/>
        </p:scale>
        <p:origin x="71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83C978-C3FC-4CCF-9D64-4B471E8E1273}" type="datetimeFigureOut">
              <a:rPr lang="en-US" smtClean="0"/>
              <a:t>3/31/2022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3ACE26-A6EE-4400-AEDF-9389557C5316}" type="slidenum">
              <a:rPr lang="en-US" smtClean="0"/>
              <a:t>‹#›</a:t>
            </a:fld>
            <a:endParaRPr lang="en-US"/>
          </a:p>
        </p:txBody>
      </p:sp>
    </p:spTree>
    <p:extLst>
      <p:ext uri="{BB962C8B-B14F-4D97-AF65-F5344CB8AC3E}">
        <p14:creationId xmlns:p14="http://schemas.microsoft.com/office/powerpoint/2010/main" val="2943622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05B5F8-A23E-C543-BE65-E24A6735046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3291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05B5F8-A23E-C543-BE65-E24A6735046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7794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05B5F8-A23E-C543-BE65-E24A6735046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49358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360A9C-D985-40C8-B6A9-99BC1B3FEAC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39938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05B5F8-A23E-C543-BE65-E24A6735046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7708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05B5F8-A23E-C543-BE65-E24A6735046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9820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05B5F8-A23E-C543-BE65-E24A6735046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6282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360A9C-D985-40C8-B6A9-99BC1B3FEAC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78339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iki.target.com/tgtwiki/images/5/57/Bullseye.bmp"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88266" y="2800347"/>
            <a:ext cx="7857067" cy="638175"/>
          </a:xfrm>
          <a:prstGeom prst="rect">
            <a:avLst/>
          </a:prstGeom>
        </p:spPr>
        <p:txBody>
          <a:bodyPr>
            <a:noAutofit/>
          </a:bodyPr>
          <a:lstStyle>
            <a:lvl1pPr>
              <a:defRPr sz="6400" b="1" i="0">
                <a:solidFill>
                  <a:schemeClr val="tx1"/>
                </a:solidFill>
                <a:latin typeface="Arial"/>
                <a:cs typeface="Arial"/>
              </a:defRPr>
            </a:lvl1pPr>
          </a:lstStyle>
          <a:p>
            <a:r>
              <a:rPr lang="en-US"/>
              <a:t>Title</a:t>
            </a:r>
          </a:p>
        </p:txBody>
      </p:sp>
      <p:sp>
        <p:nvSpPr>
          <p:cNvPr id="3" name="Subtitle 2"/>
          <p:cNvSpPr>
            <a:spLocks noGrp="1"/>
          </p:cNvSpPr>
          <p:nvPr>
            <p:ph type="subTitle" idx="1" hasCustomPrompt="1"/>
          </p:nvPr>
        </p:nvSpPr>
        <p:spPr>
          <a:xfrm>
            <a:off x="3488266" y="3655480"/>
            <a:ext cx="7857067" cy="499533"/>
          </a:xfrm>
          <a:prstGeom prst="rect">
            <a:avLst/>
          </a:prstGeom>
        </p:spPr>
        <p:txBody>
          <a:bodyPr>
            <a:normAutofit/>
          </a:bodyPr>
          <a:lstStyle>
            <a:lvl1pPr marL="0" indent="0" algn="l">
              <a:buNone/>
              <a:defRPr sz="2667">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Subtitle</a:t>
            </a:r>
          </a:p>
        </p:txBody>
      </p:sp>
      <p:pic>
        <p:nvPicPr>
          <p:cNvPr id="21" name="Picture 20"/>
          <p:cNvPicPr>
            <a:picLocks noChangeAspect="1"/>
          </p:cNvPicPr>
          <p:nvPr userDrawn="1"/>
        </p:nvPicPr>
        <p:blipFill rotWithShape="1">
          <a:blip r:embed="rId2"/>
          <a:srcRect l="50000" t="-470"/>
          <a:stretch/>
        </p:blipFill>
        <p:spPr>
          <a:xfrm>
            <a:off x="0" y="724955"/>
            <a:ext cx="2700867" cy="5427133"/>
          </a:xfrm>
          <a:prstGeom prst="rect">
            <a:avLst/>
          </a:prstGeom>
        </p:spPr>
      </p:pic>
    </p:spTree>
    <p:extLst>
      <p:ext uri="{BB962C8B-B14F-4D97-AF65-F5344CB8AC3E}">
        <p14:creationId xmlns:p14="http://schemas.microsoft.com/office/powerpoint/2010/main" val="580793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3953930"/>
            <a:ext cx="10363200" cy="999068"/>
          </a:xfrm>
          <a:prstGeom prst="rect">
            <a:avLst/>
          </a:prstGeom>
        </p:spPr>
        <p:txBody>
          <a:bodyPr anchor="t">
            <a:noAutofit/>
          </a:bodyPr>
          <a:lstStyle>
            <a:lvl1pPr algn="l">
              <a:defRPr sz="6400" b="1" cap="none">
                <a:solidFill>
                  <a:schemeClr val="tx1"/>
                </a:solidFill>
              </a:defRPr>
            </a:lvl1pPr>
          </a:lstStyle>
          <a:p>
            <a:r>
              <a:rPr lang="en-US"/>
              <a:t>Title</a:t>
            </a:r>
          </a:p>
        </p:txBody>
      </p:sp>
      <p:sp>
        <p:nvSpPr>
          <p:cNvPr id="3" name="Text Placeholder 2"/>
          <p:cNvSpPr>
            <a:spLocks noGrp="1"/>
          </p:cNvSpPr>
          <p:nvPr>
            <p:ph type="body" idx="1" hasCustomPrompt="1"/>
          </p:nvPr>
        </p:nvSpPr>
        <p:spPr>
          <a:xfrm>
            <a:off x="963084" y="3407829"/>
            <a:ext cx="10363200" cy="546100"/>
          </a:xfrm>
          <a:prstGeom prst="rect">
            <a:avLst/>
          </a:prstGeo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Subtitle</a:t>
            </a:r>
          </a:p>
        </p:txBody>
      </p:sp>
      <p:pic>
        <p:nvPicPr>
          <p:cNvPr id="10" name="Picture 9"/>
          <p:cNvPicPr>
            <a:picLocks noChangeAspect="1"/>
          </p:cNvPicPr>
          <p:nvPr userDrawn="1"/>
        </p:nvPicPr>
        <p:blipFill rotWithShape="1">
          <a:blip r:embed="rId2"/>
          <a:srcRect t="50000"/>
          <a:stretch/>
        </p:blipFill>
        <p:spPr>
          <a:xfrm>
            <a:off x="592667" y="0"/>
            <a:ext cx="5401733" cy="2700867"/>
          </a:xfrm>
          <a:prstGeom prst="rect">
            <a:avLst/>
          </a:prstGeom>
        </p:spPr>
      </p:pic>
    </p:spTree>
    <p:extLst>
      <p:ext uri="{BB962C8B-B14F-4D97-AF65-F5344CB8AC3E}">
        <p14:creationId xmlns:p14="http://schemas.microsoft.com/office/powerpoint/2010/main" val="3361645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8924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bwMode="auto">
          <a:xfrm>
            <a:off x="524934" y="406400"/>
            <a:ext cx="11345333" cy="569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title style</a:t>
            </a:r>
          </a:p>
        </p:txBody>
      </p:sp>
      <p:sp>
        <p:nvSpPr>
          <p:cNvPr id="5" name="Text Placeholder 2"/>
          <p:cNvSpPr>
            <a:spLocks noGrp="1"/>
          </p:cNvSpPr>
          <p:nvPr>
            <p:ph idx="1" hasCustomPrompt="1"/>
          </p:nvPr>
        </p:nvSpPr>
        <p:spPr bwMode="auto">
          <a:xfrm>
            <a:off x="524934" y="1439335"/>
            <a:ext cx="11345333" cy="4863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04792" indent="-304792">
              <a:tabLst/>
              <a:defRPr sz="1600"/>
            </a:lvl1pPr>
            <a:lvl2pPr marL="609585" indent="-304792">
              <a:buFont typeface=".AppleSystemUIFont" charset="-120"/>
              <a:buChar char="–"/>
              <a:tabLst/>
              <a:defRPr sz="1600"/>
            </a:lvl2pPr>
            <a:lvl3pPr marL="914377" indent="-304792">
              <a:buFont typeface="Arial" charset="0"/>
              <a:buChar char="•"/>
              <a:tabLst/>
              <a:defRPr sz="1600"/>
            </a:lvl3pPr>
            <a:lvl4pPr marL="1219170" indent="-304792">
              <a:buFont typeface=".AppleSystemUIFont" charset="-120"/>
              <a:buChar char="–"/>
              <a:defRPr sz="1600"/>
            </a:lvl4pPr>
          </a:lstStyle>
          <a:p>
            <a:pPr lvl="0"/>
            <a:r>
              <a:rPr lang="en-US" altLang="en-US"/>
              <a:t>Click to edit text styles</a:t>
            </a:r>
          </a:p>
          <a:p>
            <a:pPr lvl="1"/>
            <a:r>
              <a:rPr lang="en-US" altLang="en-US"/>
              <a:t>Second level</a:t>
            </a:r>
          </a:p>
          <a:p>
            <a:pPr lvl="2"/>
            <a:r>
              <a:rPr lang="en-US" altLang="en-US"/>
              <a:t>Third level</a:t>
            </a:r>
          </a:p>
          <a:p>
            <a:pPr lvl="3"/>
            <a:r>
              <a:rPr lang="en-US" altLang="en-US"/>
              <a:t>Fourth level</a:t>
            </a:r>
          </a:p>
        </p:txBody>
      </p:sp>
      <p:sp>
        <p:nvSpPr>
          <p:cNvPr id="2" name="TextBox 1"/>
          <p:cNvSpPr txBox="1"/>
          <p:nvPr userDrawn="1"/>
        </p:nvSpPr>
        <p:spPr>
          <a:xfrm>
            <a:off x="9742714" y="6422571"/>
            <a:ext cx="2127553" cy="261258"/>
          </a:xfrm>
          <a:prstGeom prst="rect">
            <a:avLst/>
          </a:prstGeom>
        </p:spPr>
        <p:txBody>
          <a:bodyPr vert="horz" wrap="square" lIns="91440" tIns="45720" rIns="91440" bIns="45720" rtlCol="0" anchor="ctr">
            <a:noAutofit/>
          </a:bodyPr>
          <a:lstStyle/>
          <a:p>
            <a:pPr algn="r"/>
            <a:fld id="{DBCF5844-BF92-AC40-96BA-588F21C19B6A}" type="slidenum">
              <a:rPr lang="en-US" sz="1000">
                <a:solidFill>
                  <a:prstClr val="white">
                    <a:lumMod val="65000"/>
                  </a:prstClr>
                </a:solidFill>
              </a:rPr>
              <a:pPr algn="r"/>
              <a:t>‹#›</a:t>
            </a:fld>
            <a:endParaRPr lang="en-US" sz="1000" dirty="0">
              <a:solidFill>
                <a:prstClr val="white">
                  <a:lumMod val="65000"/>
                </a:prstClr>
              </a:solidFill>
            </a:endParaRPr>
          </a:p>
        </p:txBody>
      </p:sp>
    </p:spTree>
    <p:extLst>
      <p:ext uri="{BB962C8B-B14F-4D97-AF65-F5344CB8AC3E}">
        <p14:creationId xmlns:p14="http://schemas.microsoft.com/office/powerpoint/2010/main" val="4287278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bwMode="auto">
          <a:xfrm>
            <a:off x="524934" y="406400"/>
            <a:ext cx="11345333" cy="569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title style</a:t>
            </a:r>
          </a:p>
        </p:txBody>
      </p:sp>
      <p:sp>
        <p:nvSpPr>
          <p:cNvPr id="2" name="TextBox 1"/>
          <p:cNvSpPr txBox="1"/>
          <p:nvPr userDrawn="1"/>
        </p:nvSpPr>
        <p:spPr>
          <a:xfrm>
            <a:off x="9742714" y="6422571"/>
            <a:ext cx="2127553" cy="261258"/>
          </a:xfrm>
          <a:prstGeom prst="rect">
            <a:avLst/>
          </a:prstGeom>
        </p:spPr>
        <p:txBody>
          <a:bodyPr vert="horz" wrap="square" lIns="91440" tIns="45720" rIns="91440" bIns="45720" rtlCol="0" anchor="ctr">
            <a:noAutofit/>
          </a:bodyPr>
          <a:lstStyle/>
          <a:p>
            <a:pPr algn="r"/>
            <a:fld id="{DBCF5844-BF92-AC40-96BA-588F21C19B6A}" type="slidenum">
              <a:rPr lang="en-US" sz="1000">
                <a:solidFill>
                  <a:prstClr val="white">
                    <a:lumMod val="65000"/>
                  </a:prstClr>
                </a:solidFill>
              </a:rPr>
              <a:pPr algn="r"/>
              <a:t>‹#›</a:t>
            </a:fld>
            <a:endParaRPr lang="en-US" sz="1000" dirty="0">
              <a:solidFill>
                <a:prstClr val="white">
                  <a:lumMod val="65000"/>
                </a:prstClr>
              </a:solidFill>
            </a:endParaRPr>
          </a:p>
        </p:txBody>
      </p:sp>
    </p:spTree>
    <p:extLst>
      <p:ext uri="{BB962C8B-B14F-4D97-AF65-F5344CB8AC3E}">
        <p14:creationId xmlns:p14="http://schemas.microsoft.com/office/powerpoint/2010/main" val="3239002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llout">
    <p:bg>
      <p:bgPr>
        <a:solidFill>
          <a:schemeClr val="accent1"/>
        </a:solidFill>
        <a:effectLst/>
      </p:bgPr>
    </p:bg>
    <p:spTree>
      <p:nvGrpSpPr>
        <p:cNvPr id="1" name=""/>
        <p:cNvGrpSpPr/>
        <p:nvPr/>
      </p:nvGrpSpPr>
      <p:grpSpPr>
        <a:xfrm>
          <a:off x="0" y="0"/>
          <a:ext cx="0" cy="0"/>
          <a:chOff x="0" y="0"/>
          <a:chExt cx="0" cy="0"/>
        </a:xfrm>
      </p:grpSpPr>
      <p:sp>
        <p:nvSpPr>
          <p:cNvPr id="12" name="Text Placeholder 7"/>
          <p:cNvSpPr>
            <a:spLocks noGrp="1"/>
          </p:cNvSpPr>
          <p:nvPr>
            <p:ph type="body" sz="quarter" idx="14" hasCustomPrompt="1"/>
          </p:nvPr>
        </p:nvSpPr>
        <p:spPr>
          <a:xfrm>
            <a:off x="1168400" y="2734734"/>
            <a:ext cx="9770533" cy="1032933"/>
          </a:xfrm>
          <a:prstGeom prst="rect">
            <a:avLst/>
          </a:prstGeom>
        </p:spPr>
        <p:txBody>
          <a:bodyPr anchor="ctr">
            <a:noAutofit/>
          </a:bodyPr>
          <a:lstStyle>
            <a:lvl1pPr marL="0" indent="0" algn="ctr">
              <a:lnSpc>
                <a:spcPct val="100000"/>
              </a:lnSpc>
              <a:spcBef>
                <a:spcPts val="0"/>
              </a:spcBef>
              <a:buNone/>
              <a:defRPr sz="6400" b="0" spc="0" baseline="0">
                <a:solidFill>
                  <a:schemeClr val="bg1"/>
                </a:solidFill>
                <a:latin typeface="Arial"/>
                <a:cs typeface="Arial"/>
              </a:defRPr>
            </a:lvl1pPr>
            <a:lvl2pPr marL="914377" indent="0">
              <a:buNone/>
              <a:defRPr/>
            </a:lvl2pPr>
            <a:lvl3pPr marL="2167304" indent="0">
              <a:buNone/>
              <a:defRPr/>
            </a:lvl3pPr>
            <a:lvl4pPr marL="3250957" indent="0">
              <a:buNone/>
              <a:defRPr/>
            </a:lvl4pPr>
            <a:lvl5pPr marL="4334609" indent="0">
              <a:buNone/>
              <a:defRPr/>
            </a:lvl5pPr>
          </a:lstStyle>
          <a:p>
            <a:pPr lvl="0"/>
            <a:r>
              <a:rPr lang="en-US"/>
              <a:t>Click to Edit Big Thought</a:t>
            </a:r>
          </a:p>
        </p:txBody>
      </p:sp>
    </p:spTree>
    <p:extLst>
      <p:ext uri="{BB962C8B-B14F-4D97-AF65-F5344CB8AC3E}">
        <p14:creationId xmlns:p14="http://schemas.microsoft.com/office/powerpoint/2010/main" val="658931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allout">
    <p:bg>
      <p:bgPr>
        <a:solidFill>
          <a:schemeClr val="bg1"/>
        </a:solidFill>
        <a:effectLst/>
      </p:bgPr>
    </p:bg>
    <p:spTree>
      <p:nvGrpSpPr>
        <p:cNvPr id="1" name=""/>
        <p:cNvGrpSpPr/>
        <p:nvPr/>
      </p:nvGrpSpPr>
      <p:grpSpPr>
        <a:xfrm>
          <a:off x="0" y="0"/>
          <a:ext cx="0" cy="0"/>
          <a:chOff x="0" y="0"/>
          <a:chExt cx="0" cy="0"/>
        </a:xfrm>
      </p:grpSpPr>
      <p:sp>
        <p:nvSpPr>
          <p:cNvPr id="12" name="Text Placeholder 7"/>
          <p:cNvSpPr>
            <a:spLocks noGrp="1"/>
          </p:cNvSpPr>
          <p:nvPr>
            <p:ph type="body" sz="quarter" idx="14" hasCustomPrompt="1"/>
          </p:nvPr>
        </p:nvSpPr>
        <p:spPr>
          <a:xfrm>
            <a:off x="1168400" y="2734734"/>
            <a:ext cx="9770533" cy="1032933"/>
          </a:xfrm>
          <a:prstGeom prst="rect">
            <a:avLst/>
          </a:prstGeom>
        </p:spPr>
        <p:txBody>
          <a:bodyPr anchor="ctr">
            <a:noAutofit/>
          </a:bodyPr>
          <a:lstStyle>
            <a:lvl1pPr marL="0" indent="0" algn="ctr">
              <a:lnSpc>
                <a:spcPct val="100000"/>
              </a:lnSpc>
              <a:spcBef>
                <a:spcPts val="0"/>
              </a:spcBef>
              <a:buNone/>
              <a:defRPr sz="6400" b="0" spc="0" baseline="0">
                <a:solidFill>
                  <a:schemeClr val="tx1"/>
                </a:solidFill>
                <a:latin typeface="Arial"/>
                <a:cs typeface="Arial"/>
              </a:defRPr>
            </a:lvl1pPr>
            <a:lvl2pPr marL="914377" indent="0">
              <a:buNone/>
              <a:defRPr/>
            </a:lvl2pPr>
            <a:lvl3pPr marL="2167304" indent="0">
              <a:buNone/>
              <a:defRPr/>
            </a:lvl3pPr>
            <a:lvl4pPr marL="3250957" indent="0">
              <a:buNone/>
              <a:defRPr/>
            </a:lvl4pPr>
            <a:lvl5pPr marL="4334609" indent="0">
              <a:buNone/>
              <a:defRPr/>
            </a:lvl5pPr>
          </a:lstStyle>
          <a:p>
            <a:pPr lvl="0"/>
            <a:r>
              <a:rPr lang="en-US"/>
              <a:t>Click to Edit Big Thought</a:t>
            </a:r>
          </a:p>
        </p:txBody>
      </p:sp>
    </p:spTree>
    <p:extLst>
      <p:ext uri="{BB962C8B-B14F-4D97-AF65-F5344CB8AC3E}">
        <p14:creationId xmlns:p14="http://schemas.microsoft.com/office/powerpoint/2010/main" val="4094553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Points">
    <p:spTree>
      <p:nvGrpSpPr>
        <p:cNvPr id="1" name=""/>
        <p:cNvGrpSpPr/>
        <p:nvPr/>
      </p:nvGrpSpPr>
      <p:grpSpPr>
        <a:xfrm>
          <a:off x="0" y="0"/>
          <a:ext cx="0" cy="0"/>
          <a:chOff x="0" y="0"/>
          <a:chExt cx="0" cy="0"/>
        </a:xfrm>
      </p:grpSpPr>
      <p:cxnSp>
        <p:nvCxnSpPr>
          <p:cNvPr id="9" name="Straight Connector 8"/>
          <p:cNvCxnSpPr/>
          <p:nvPr userDrawn="1"/>
        </p:nvCxnSpPr>
        <p:spPr>
          <a:xfrm>
            <a:off x="4896265" y="4301067"/>
            <a:ext cx="2401591" cy="0"/>
          </a:xfrm>
          <a:prstGeom prst="line">
            <a:avLst/>
          </a:prstGeom>
          <a:ln w="25400">
            <a:solidFill>
              <a:srgbClr val="CC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a:off x="4896265" y="2336800"/>
            <a:ext cx="2401591" cy="0"/>
          </a:xfrm>
          <a:prstGeom prst="line">
            <a:avLst/>
          </a:prstGeom>
          <a:ln w="25400">
            <a:solidFill>
              <a:srgbClr val="CC0000"/>
            </a:solidFill>
          </a:ln>
        </p:spPr>
        <p:style>
          <a:lnRef idx="1">
            <a:schemeClr val="accent1"/>
          </a:lnRef>
          <a:fillRef idx="0">
            <a:schemeClr val="accent1"/>
          </a:fillRef>
          <a:effectRef idx="0">
            <a:schemeClr val="accent1"/>
          </a:effectRef>
          <a:fontRef idx="minor">
            <a:schemeClr val="tx1"/>
          </a:fontRef>
        </p:style>
      </p:cxnSp>
      <p:sp>
        <p:nvSpPr>
          <p:cNvPr id="11" name="Text Placeholder 7"/>
          <p:cNvSpPr>
            <a:spLocks noGrp="1"/>
          </p:cNvSpPr>
          <p:nvPr>
            <p:ph type="body" sz="quarter" idx="13" hasCustomPrompt="1"/>
          </p:nvPr>
        </p:nvSpPr>
        <p:spPr>
          <a:xfrm>
            <a:off x="1642534" y="838200"/>
            <a:ext cx="8906933" cy="1032933"/>
          </a:xfrm>
          <a:prstGeom prst="rect">
            <a:avLst/>
          </a:prstGeom>
        </p:spPr>
        <p:txBody>
          <a:bodyPr anchor="ctr">
            <a:normAutofit/>
          </a:bodyPr>
          <a:lstStyle>
            <a:lvl1pPr marL="0" indent="0" algn="ctr">
              <a:lnSpc>
                <a:spcPct val="100000"/>
              </a:lnSpc>
              <a:spcBef>
                <a:spcPts val="0"/>
              </a:spcBef>
              <a:buNone/>
              <a:defRPr sz="5333" b="0" spc="0" baseline="0">
                <a:solidFill>
                  <a:schemeClr val="tx1"/>
                </a:solidFill>
                <a:latin typeface="Arial"/>
                <a:cs typeface="Arial"/>
              </a:defRPr>
            </a:lvl1pPr>
            <a:lvl2pPr marL="914377" indent="0">
              <a:buNone/>
              <a:defRPr/>
            </a:lvl2pPr>
            <a:lvl3pPr marL="2167304" indent="0">
              <a:buNone/>
              <a:defRPr/>
            </a:lvl3pPr>
            <a:lvl4pPr marL="3250957" indent="0">
              <a:buNone/>
              <a:defRPr/>
            </a:lvl4pPr>
            <a:lvl5pPr marL="4334609" indent="0">
              <a:buNone/>
              <a:defRPr/>
            </a:lvl5pPr>
          </a:lstStyle>
          <a:p>
            <a:pPr lvl="0"/>
            <a:r>
              <a:rPr lang="en-US"/>
              <a:t>Click to Edit Big Thought</a:t>
            </a:r>
          </a:p>
        </p:txBody>
      </p:sp>
      <p:sp>
        <p:nvSpPr>
          <p:cNvPr id="12" name="Text Placeholder 7"/>
          <p:cNvSpPr>
            <a:spLocks noGrp="1"/>
          </p:cNvSpPr>
          <p:nvPr>
            <p:ph type="body" sz="quarter" idx="14" hasCustomPrompt="1"/>
          </p:nvPr>
        </p:nvSpPr>
        <p:spPr>
          <a:xfrm>
            <a:off x="1642534" y="2802467"/>
            <a:ext cx="8906933" cy="1032933"/>
          </a:xfrm>
          <a:prstGeom prst="rect">
            <a:avLst/>
          </a:prstGeom>
        </p:spPr>
        <p:txBody>
          <a:bodyPr anchor="ctr">
            <a:normAutofit/>
          </a:bodyPr>
          <a:lstStyle>
            <a:lvl1pPr marL="0" indent="0" algn="ctr">
              <a:lnSpc>
                <a:spcPct val="100000"/>
              </a:lnSpc>
              <a:spcBef>
                <a:spcPts val="0"/>
              </a:spcBef>
              <a:buNone/>
              <a:defRPr sz="5333" b="0" spc="0" baseline="0">
                <a:solidFill>
                  <a:schemeClr val="tx1"/>
                </a:solidFill>
                <a:latin typeface="Arial"/>
                <a:cs typeface="Arial"/>
              </a:defRPr>
            </a:lvl1pPr>
            <a:lvl2pPr marL="914377" indent="0">
              <a:buNone/>
              <a:defRPr/>
            </a:lvl2pPr>
            <a:lvl3pPr marL="2167304" indent="0">
              <a:buNone/>
              <a:defRPr/>
            </a:lvl3pPr>
            <a:lvl4pPr marL="3250957" indent="0">
              <a:buNone/>
              <a:defRPr/>
            </a:lvl4pPr>
            <a:lvl5pPr marL="4334609" indent="0">
              <a:buNone/>
              <a:defRPr/>
            </a:lvl5pPr>
          </a:lstStyle>
          <a:p>
            <a:pPr lvl="0"/>
            <a:r>
              <a:rPr lang="en-US"/>
              <a:t>Click to Edit Big Thought</a:t>
            </a:r>
          </a:p>
        </p:txBody>
      </p:sp>
      <p:sp>
        <p:nvSpPr>
          <p:cNvPr id="13" name="Text Placeholder 7"/>
          <p:cNvSpPr>
            <a:spLocks noGrp="1"/>
          </p:cNvSpPr>
          <p:nvPr>
            <p:ph type="body" sz="quarter" idx="15" hasCustomPrompt="1"/>
          </p:nvPr>
        </p:nvSpPr>
        <p:spPr>
          <a:xfrm>
            <a:off x="1642534" y="4766734"/>
            <a:ext cx="8906933" cy="1032933"/>
          </a:xfrm>
          <a:prstGeom prst="rect">
            <a:avLst/>
          </a:prstGeom>
        </p:spPr>
        <p:txBody>
          <a:bodyPr anchor="ctr">
            <a:normAutofit/>
          </a:bodyPr>
          <a:lstStyle>
            <a:lvl1pPr marL="0" indent="0" algn="ctr">
              <a:lnSpc>
                <a:spcPct val="100000"/>
              </a:lnSpc>
              <a:spcBef>
                <a:spcPts val="0"/>
              </a:spcBef>
              <a:buNone/>
              <a:defRPr sz="5333" b="0" spc="0" baseline="0">
                <a:solidFill>
                  <a:schemeClr val="tx1"/>
                </a:solidFill>
                <a:latin typeface="Arial"/>
                <a:cs typeface="Arial"/>
              </a:defRPr>
            </a:lvl1pPr>
            <a:lvl2pPr marL="914377" indent="0">
              <a:buNone/>
              <a:defRPr/>
            </a:lvl2pPr>
            <a:lvl3pPr marL="2167304" indent="0">
              <a:buNone/>
              <a:defRPr/>
            </a:lvl3pPr>
            <a:lvl4pPr marL="3250957" indent="0">
              <a:buNone/>
              <a:defRPr/>
            </a:lvl4pPr>
            <a:lvl5pPr marL="4334609" indent="0">
              <a:buNone/>
              <a:defRPr/>
            </a:lvl5pPr>
          </a:lstStyle>
          <a:p>
            <a:pPr lvl="0"/>
            <a:r>
              <a:rPr lang="en-US"/>
              <a:t>Click to Edit Big Thought</a:t>
            </a:r>
          </a:p>
        </p:txBody>
      </p:sp>
    </p:spTree>
    <p:extLst>
      <p:ext uri="{BB962C8B-B14F-4D97-AF65-F5344CB8AC3E}">
        <p14:creationId xmlns:p14="http://schemas.microsoft.com/office/powerpoint/2010/main" val="60960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Points">
    <p:spTree>
      <p:nvGrpSpPr>
        <p:cNvPr id="1" name=""/>
        <p:cNvGrpSpPr/>
        <p:nvPr/>
      </p:nvGrpSpPr>
      <p:grpSpPr>
        <a:xfrm>
          <a:off x="0" y="0"/>
          <a:ext cx="0" cy="0"/>
          <a:chOff x="0" y="0"/>
          <a:chExt cx="0" cy="0"/>
        </a:xfrm>
      </p:grpSpPr>
      <p:cxnSp>
        <p:nvCxnSpPr>
          <p:cNvPr id="9" name="Straight Connector 8"/>
          <p:cNvCxnSpPr/>
          <p:nvPr userDrawn="1"/>
        </p:nvCxnSpPr>
        <p:spPr>
          <a:xfrm>
            <a:off x="4896265" y="4708669"/>
            <a:ext cx="2401591" cy="0"/>
          </a:xfrm>
          <a:prstGeom prst="line">
            <a:avLst/>
          </a:prstGeom>
          <a:ln w="25400">
            <a:solidFill>
              <a:srgbClr val="CC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a:off x="4896265" y="1747761"/>
            <a:ext cx="2401591" cy="0"/>
          </a:xfrm>
          <a:prstGeom prst="line">
            <a:avLst/>
          </a:prstGeom>
          <a:ln w="25400">
            <a:solidFill>
              <a:srgbClr val="CC0000"/>
            </a:solidFill>
          </a:ln>
        </p:spPr>
        <p:style>
          <a:lnRef idx="1">
            <a:schemeClr val="accent1"/>
          </a:lnRef>
          <a:fillRef idx="0">
            <a:schemeClr val="accent1"/>
          </a:fillRef>
          <a:effectRef idx="0">
            <a:schemeClr val="accent1"/>
          </a:effectRef>
          <a:fontRef idx="minor">
            <a:schemeClr val="tx1"/>
          </a:fontRef>
        </p:style>
      </p:cxnSp>
      <p:sp>
        <p:nvSpPr>
          <p:cNvPr id="11" name="Text Placeholder 7"/>
          <p:cNvSpPr>
            <a:spLocks noGrp="1"/>
          </p:cNvSpPr>
          <p:nvPr>
            <p:ph type="body" sz="quarter" idx="13" hasCustomPrompt="1"/>
          </p:nvPr>
        </p:nvSpPr>
        <p:spPr>
          <a:xfrm>
            <a:off x="1642534" y="491067"/>
            <a:ext cx="8906933" cy="1032933"/>
          </a:xfrm>
          <a:prstGeom prst="rect">
            <a:avLst/>
          </a:prstGeom>
        </p:spPr>
        <p:txBody>
          <a:bodyPr anchor="ctr">
            <a:normAutofit/>
          </a:bodyPr>
          <a:lstStyle>
            <a:lvl1pPr marL="0" indent="0" algn="ctr">
              <a:lnSpc>
                <a:spcPct val="100000"/>
              </a:lnSpc>
              <a:spcBef>
                <a:spcPts val="0"/>
              </a:spcBef>
              <a:buNone/>
              <a:defRPr sz="3200" b="0" spc="0" baseline="0">
                <a:solidFill>
                  <a:schemeClr val="tx1"/>
                </a:solidFill>
                <a:latin typeface="Arial"/>
                <a:cs typeface="Arial"/>
              </a:defRPr>
            </a:lvl1pPr>
            <a:lvl2pPr marL="914377" indent="0">
              <a:buNone/>
              <a:defRPr/>
            </a:lvl2pPr>
            <a:lvl3pPr marL="2167304" indent="0">
              <a:buNone/>
              <a:defRPr/>
            </a:lvl3pPr>
            <a:lvl4pPr marL="3250957" indent="0">
              <a:buNone/>
              <a:defRPr/>
            </a:lvl4pPr>
            <a:lvl5pPr marL="4334609" indent="0">
              <a:buNone/>
              <a:defRPr/>
            </a:lvl5pPr>
          </a:lstStyle>
          <a:p>
            <a:pPr lvl="0"/>
            <a:r>
              <a:rPr lang="en-US"/>
              <a:t>Click to Edit Big Thought</a:t>
            </a:r>
          </a:p>
        </p:txBody>
      </p:sp>
      <p:cxnSp>
        <p:nvCxnSpPr>
          <p:cNvPr id="7" name="Straight Connector 6"/>
          <p:cNvCxnSpPr/>
          <p:nvPr userDrawn="1"/>
        </p:nvCxnSpPr>
        <p:spPr>
          <a:xfrm>
            <a:off x="4896265" y="3228215"/>
            <a:ext cx="2401591" cy="0"/>
          </a:xfrm>
          <a:prstGeom prst="line">
            <a:avLst/>
          </a:prstGeom>
          <a:ln w="25400">
            <a:solidFill>
              <a:srgbClr val="CC0000"/>
            </a:solidFill>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4" hasCustomPrompt="1"/>
          </p:nvPr>
        </p:nvSpPr>
        <p:spPr>
          <a:xfrm>
            <a:off x="1642534" y="1971522"/>
            <a:ext cx="8906933" cy="1032933"/>
          </a:xfrm>
          <a:prstGeom prst="rect">
            <a:avLst/>
          </a:prstGeom>
        </p:spPr>
        <p:txBody>
          <a:bodyPr anchor="ctr">
            <a:normAutofit/>
          </a:bodyPr>
          <a:lstStyle>
            <a:lvl1pPr marL="0" indent="0" algn="ctr">
              <a:lnSpc>
                <a:spcPct val="100000"/>
              </a:lnSpc>
              <a:spcBef>
                <a:spcPts val="0"/>
              </a:spcBef>
              <a:buNone/>
              <a:defRPr sz="3200" b="0" spc="0" baseline="0">
                <a:solidFill>
                  <a:schemeClr val="tx1"/>
                </a:solidFill>
                <a:latin typeface="Arial"/>
                <a:cs typeface="Arial"/>
              </a:defRPr>
            </a:lvl1pPr>
            <a:lvl2pPr marL="914377" indent="0">
              <a:buNone/>
              <a:defRPr/>
            </a:lvl2pPr>
            <a:lvl3pPr marL="2167304" indent="0">
              <a:buNone/>
              <a:defRPr/>
            </a:lvl3pPr>
            <a:lvl4pPr marL="3250957" indent="0">
              <a:buNone/>
              <a:defRPr/>
            </a:lvl4pPr>
            <a:lvl5pPr marL="4334609" indent="0">
              <a:buNone/>
              <a:defRPr/>
            </a:lvl5pPr>
          </a:lstStyle>
          <a:p>
            <a:pPr lvl="0"/>
            <a:r>
              <a:rPr lang="en-US"/>
              <a:t>Click to Edit Big Thought</a:t>
            </a:r>
          </a:p>
        </p:txBody>
      </p:sp>
      <p:sp>
        <p:nvSpPr>
          <p:cNvPr id="14" name="Text Placeholder 7"/>
          <p:cNvSpPr>
            <a:spLocks noGrp="1"/>
          </p:cNvSpPr>
          <p:nvPr>
            <p:ph type="body" sz="quarter" idx="15" hasCustomPrompt="1"/>
          </p:nvPr>
        </p:nvSpPr>
        <p:spPr>
          <a:xfrm>
            <a:off x="1642534" y="3451976"/>
            <a:ext cx="8906933" cy="1032933"/>
          </a:xfrm>
          <a:prstGeom prst="rect">
            <a:avLst/>
          </a:prstGeom>
        </p:spPr>
        <p:txBody>
          <a:bodyPr anchor="ctr">
            <a:normAutofit/>
          </a:bodyPr>
          <a:lstStyle>
            <a:lvl1pPr marL="0" indent="0" algn="ctr">
              <a:lnSpc>
                <a:spcPct val="100000"/>
              </a:lnSpc>
              <a:spcBef>
                <a:spcPts val="0"/>
              </a:spcBef>
              <a:buNone/>
              <a:defRPr sz="3200" b="0" spc="0" baseline="0">
                <a:solidFill>
                  <a:schemeClr val="tx1"/>
                </a:solidFill>
                <a:latin typeface="Arial"/>
                <a:cs typeface="Arial"/>
              </a:defRPr>
            </a:lvl1pPr>
            <a:lvl2pPr marL="914377" indent="0">
              <a:buNone/>
              <a:defRPr/>
            </a:lvl2pPr>
            <a:lvl3pPr marL="2167304" indent="0">
              <a:buNone/>
              <a:defRPr/>
            </a:lvl3pPr>
            <a:lvl4pPr marL="3250957" indent="0">
              <a:buNone/>
              <a:defRPr/>
            </a:lvl4pPr>
            <a:lvl5pPr marL="4334609" indent="0">
              <a:buNone/>
              <a:defRPr/>
            </a:lvl5pPr>
          </a:lstStyle>
          <a:p>
            <a:pPr lvl="0"/>
            <a:r>
              <a:rPr lang="en-US"/>
              <a:t>Click to Edit Big Thought</a:t>
            </a:r>
          </a:p>
        </p:txBody>
      </p:sp>
      <p:sp>
        <p:nvSpPr>
          <p:cNvPr id="15" name="Text Placeholder 7"/>
          <p:cNvSpPr>
            <a:spLocks noGrp="1"/>
          </p:cNvSpPr>
          <p:nvPr>
            <p:ph type="body" sz="quarter" idx="16" hasCustomPrompt="1"/>
          </p:nvPr>
        </p:nvSpPr>
        <p:spPr>
          <a:xfrm>
            <a:off x="1642534" y="4932430"/>
            <a:ext cx="8906933" cy="1032933"/>
          </a:xfrm>
          <a:prstGeom prst="rect">
            <a:avLst/>
          </a:prstGeom>
        </p:spPr>
        <p:txBody>
          <a:bodyPr anchor="ctr">
            <a:normAutofit/>
          </a:bodyPr>
          <a:lstStyle>
            <a:lvl1pPr marL="0" indent="0" algn="ctr">
              <a:lnSpc>
                <a:spcPct val="100000"/>
              </a:lnSpc>
              <a:spcBef>
                <a:spcPts val="0"/>
              </a:spcBef>
              <a:buNone/>
              <a:defRPr sz="3200" b="0" spc="0" baseline="0">
                <a:solidFill>
                  <a:schemeClr val="tx1"/>
                </a:solidFill>
                <a:latin typeface="Arial"/>
                <a:cs typeface="Arial"/>
              </a:defRPr>
            </a:lvl1pPr>
            <a:lvl2pPr marL="914377" indent="0">
              <a:buNone/>
              <a:defRPr/>
            </a:lvl2pPr>
            <a:lvl3pPr marL="2167304" indent="0">
              <a:buNone/>
              <a:defRPr/>
            </a:lvl3pPr>
            <a:lvl4pPr marL="3250957" indent="0">
              <a:buNone/>
              <a:defRPr/>
            </a:lvl4pPr>
            <a:lvl5pPr marL="4334609" indent="0">
              <a:buNone/>
              <a:defRPr/>
            </a:lvl5pPr>
          </a:lstStyle>
          <a:p>
            <a:pPr lvl="0"/>
            <a:r>
              <a:rPr lang="en-US"/>
              <a:t>Click to Edit Big Thought</a:t>
            </a:r>
          </a:p>
        </p:txBody>
      </p:sp>
    </p:spTree>
    <p:extLst>
      <p:ext uri="{BB962C8B-B14F-4D97-AF65-F5344CB8AC3E}">
        <p14:creationId xmlns:p14="http://schemas.microsoft.com/office/powerpoint/2010/main" val="3028993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omparison">
    <p:spTree>
      <p:nvGrpSpPr>
        <p:cNvPr id="1" name=""/>
        <p:cNvGrpSpPr/>
        <p:nvPr/>
      </p:nvGrpSpPr>
      <p:grpSpPr>
        <a:xfrm>
          <a:off x="0" y="0"/>
          <a:ext cx="0" cy="0"/>
          <a:chOff x="0" y="0"/>
          <a:chExt cx="0" cy="0"/>
        </a:xfrm>
      </p:grpSpPr>
      <p:sp>
        <p:nvSpPr>
          <p:cNvPr id="7" name="Slide Number Placeholder 5"/>
          <p:cNvSpPr txBox="1">
            <a:spLocks/>
          </p:cNvSpPr>
          <p:nvPr/>
        </p:nvSpPr>
        <p:spPr>
          <a:xfrm>
            <a:off x="11684000" y="6629400"/>
            <a:ext cx="508000" cy="228600"/>
          </a:xfrm>
          <a:prstGeom prst="rect">
            <a:avLst/>
          </a:prstGeom>
        </p:spPr>
        <p:txBody>
          <a:bodyPr anchor="ct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algn="r" fontAlgn="base">
              <a:spcBef>
                <a:spcPct val="0"/>
              </a:spcBef>
              <a:spcAft>
                <a:spcPct val="0"/>
              </a:spcAft>
            </a:pPr>
            <a:fld id="{C903B070-432F-4674-8B98-66A4315E185C}" type="slidenum">
              <a:rPr lang="en-US" altLang="en-US" sz="1080">
                <a:solidFill>
                  <a:srgbClr val="898989"/>
                </a:solidFill>
                <a:latin typeface="Century Gothic" panose="020B0502020202020204" pitchFamily="34" charset="0"/>
                <a:cs typeface="Arial" panose="020B0604020202020204" pitchFamily="34" charset="0"/>
              </a:rPr>
              <a:pPr algn="r" fontAlgn="base">
                <a:spcBef>
                  <a:spcPct val="0"/>
                </a:spcBef>
                <a:spcAft>
                  <a:spcPct val="0"/>
                </a:spcAft>
              </a:pPr>
              <a:t>‹#›</a:t>
            </a:fld>
            <a:endParaRPr lang="en-US" altLang="en-US" sz="1080" dirty="0">
              <a:solidFill>
                <a:srgbClr val="898989"/>
              </a:solidFill>
              <a:latin typeface="Century Gothic" panose="020B0502020202020204" pitchFamily="34" charset="0"/>
              <a:cs typeface="Arial" panose="020B0604020202020204" pitchFamily="34" charset="0"/>
            </a:endParaRPr>
          </a:p>
        </p:txBody>
      </p:sp>
      <p:sp>
        <p:nvSpPr>
          <p:cNvPr id="8" name="Slide Number Placeholder 5"/>
          <p:cNvSpPr txBox="1">
            <a:spLocks/>
          </p:cNvSpPr>
          <p:nvPr/>
        </p:nvSpPr>
        <p:spPr>
          <a:xfrm>
            <a:off x="11684000" y="6629400"/>
            <a:ext cx="508000" cy="228600"/>
          </a:xfrm>
          <a:prstGeom prst="rect">
            <a:avLst/>
          </a:prstGeom>
        </p:spPr>
        <p:txBody>
          <a:bodyPr anchor="ctr"/>
          <a:lstStyle>
            <a:lvl1pPr>
              <a:defRPr sz="1400">
                <a:solidFill>
                  <a:schemeClr val="tx1"/>
                </a:solidFill>
                <a:latin typeface="Arial" panose="020B0604020202020204" pitchFamily="34" charset="0"/>
              </a:defRPr>
            </a:lvl1pPr>
            <a:lvl2pPr marL="742950" indent="-285750">
              <a:defRPr sz="1400">
                <a:solidFill>
                  <a:schemeClr val="tx1"/>
                </a:solidFill>
                <a:latin typeface="Arial" panose="020B0604020202020204" pitchFamily="34" charset="0"/>
              </a:defRPr>
            </a:lvl2pPr>
            <a:lvl3pPr marL="1143000" indent="-228600">
              <a:defRPr sz="1400">
                <a:solidFill>
                  <a:schemeClr val="tx1"/>
                </a:solidFill>
                <a:latin typeface="Arial" panose="020B0604020202020204" pitchFamily="34" charset="0"/>
              </a:defRPr>
            </a:lvl3pPr>
            <a:lvl4pPr marL="1600200" indent="-228600">
              <a:defRPr sz="1400">
                <a:solidFill>
                  <a:schemeClr val="tx1"/>
                </a:solidFill>
                <a:latin typeface="Arial" panose="020B0604020202020204" pitchFamily="34" charset="0"/>
              </a:defRPr>
            </a:lvl4pPr>
            <a:lvl5pPr marL="2057400" indent="-228600">
              <a:defRPr sz="1400">
                <a:solidFill>
                  <a:schemeClr val="tx1"/>
                </a:solidFill>
                <a:latin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Arial" panose="020B0604020202020204" pitchFamily="34" charset="0"/>
              </a:defRPr>
            </a:lvl9pPr>
          </a:lstStyle>
          <a:p>
            <a:pPr algn="r" fontAlgn="base">
              <a:spcBef>
                <a:spcPct val="0"/>
              </a:spcBef>
              <a:spcAft>
                <a:spcPct val="0"/>
              </a:spcAft>
            </a:pPr>
            <a:fld id="{6B441986-1127-4D47-A4E1-CFBBB9D988D5}" type="slidenum">
              <a:rPr lang="en-US" altLang="en-US" sz="1080">
                <a:solidFill>
                  <a:srgbClr val="898989"/>
                </a:solidFill>
                <a:latin typeface="Century Gothic" panose="020B0502020202020204" pitchFamily="34" charset="0"/>
                <a:cs typeface="Arial" panose="020B0604020202020204" pitchFamily="34" charset="0"/>
              </a:rPr>
              <a:pPr algn="r" fontAlgn="base">
                <a:spcBef>
                  <a:spcPct val="0"/>
                </a:spcBef>
                <a:spcAft>
                  <a:spcPct val="0"/>
                </a:spcAft>
              </a:pPr>
              <a:t>‹#›</a:t>
            </a:fld>
            <a:endParaRPr lang="en-US" altLang="en-US" sz="1080" dirty="0">
              <a:solidFill>
                <a:srgbClr val="898989"/>
              </a:solidFill>
              <a:latin typeface="Century Gothic" panose="020B0502020202020204" pitchFamily="34" charset="0"/>
              <a:cs typeface="Arial" panose="020B0604020202020204" pitchFamily="34" charset="0"/>
            </a:endParaRPr>
          </a:p>
        </p:txBody>
      </p:sp>
      <p:sp>
        <p:nvSpPr>
          <p:cNvPr id="9" name="Line 5"/>
          <p:cNvSpPr>
            <a:spLocks noChangeShapeType="1"/>
          </p:cNvSpPr>
          <p:nvPr/>
        </p:nvSpPr>
        <p:spPr bwMode="auto">
          <a:xfrm>
            <a:off x="1117600" y="152400"/>
            <a:ext cx="0" cy="609600"/>
          </a:xfrm>
          <a:prstGeom prst="line">
            <a:avLst/>
          </a:prstGeom>
          <a:noFill/>
          <a:ln w="12700">
            <a:solidFill>
              <a:srgbClr val="969696"/>
            </a:solidFill>
            <a:round/>
            <a:headEnd/>
            <a:tailEnd/>
          </a:ln>
          <a:extLst>
            <a:ext uri="{909E8E84-426E-40dd-AFC4-6F175D3DCCD1}">
              <a14:hiddenFill xmlns="" xmlns:a14="http://schemas.microsoft.com/office/drawing/2010/main">
                <a:noFill/>
              </a14:hiddenFill>
            </a:ext>
          </a:extLst>
        </p:spPr>
        <p:txBody>
          <a:bodyPr wrap="none" lIns="101755" tIns="50878" rIns="101755" bIns="50878" anchor="ctr"/>
          <a:lstStyle/>
          <a:p>
            <a:pPr fontAlgn="base">
              <a:spcBef>
                <a:spcPct val="0"/>
              </a:spcBef>
              <a:spcAft>
                <a:spcPct val="0"/>
              </a:spcAft>
              <a:defRPr/>
            </a:pPr>
            <a:endParaRPr lang="en-US" sz="1963" dirty="0">
              <a:solidFill>
                <a:srgbClr val="000000"/>
              </a:solidFill>
              <a:latin typeface="Arial" charset="0"/>
            </a:endParaRPr>
          </a:p>
        </p:txBody>
      </p:sp>
      <p:pic>
        <p:nvPicPr>
          <p:cNvPr id="10" name="Picture 2" descr="File:Bullseye.bmp">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8478" t="18478" r="18117" b="18117"/>
          <a:stretch>
            <a:fillRect/>
          </a:stretch>
        </p:blipFill>
        <p:spPr bwMode="auto">
          <a:xfrm>
            <a:off x="203200" y="152401"/>
            <a:ext cx="812800" cy="6556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 name="Text Placeholder 2"/>
          <p:cNvSpPr>
            <a:spLocks noGrp="1"/>
          </p:cNvSpPr>
          <p:nvPr>
            <p:ph type="body" idx="1"/>
          </p:nvPr>
        </p:nvSpPr>
        <p:spPr>
          <a:xfrm>
            <a:off x="1223265" y="808039"/>
            <a:ext cx="5075936" cy="792162"/>
          </a:xfrm>
        </p:spPr>
        <p:txBody>
          <a:bodyPr anchor="b">
            <a:noAutofit/>
          </a:bodyPr>
          <a:lstStyle>
            <a:lvl1pPr marL="0" indent="0">
              <a:buNone/>
              <a:defRPr sz="2182" b="0"/>
            </a:lvl1pPr>
            <a:lvl2pPr marL="498769" indent="0">
              <a:buNone/>
              <a:defRPr sz="2182" b="1"/>
            </a:lvl2pPr>
            <a:lvl3pPr marL="997537" indent="0">
              <a:buNone/>
              <a:defRPr sz="1963" b="1"/>
            </a:lvl3pPr>
            <a:lvl4pPr marL="1496306" indent="0">
              <a:buNone/>
              <a:defRPr sz="1746" b="1"/>
            </a:lvl4pPr>
            <a:lvl5pPr marL="1995074" indent="0">
              <a:buNone/>
              <a:defRPr sz="1746" b="1"/>
            </a:lvl5pPr>
            <a:lvl6pPr marL="2493844" indent="0">
              <a:buNone/>
              <a:defRPr sz="1746" b="1"/>
            </a:lvl6pPr>
            <a:lvl7pPr marL="2992612" indent="0">
              <a:buNone/>
              <a:defRPr sz="1746" b="1"/>
            </a:lvl7pPr>
            <a:lvl8pPr marL="3491381" indent="0">
              <a:buNone/>
              <a:defRPr sz="1746" b="1"/>
            </a:lvl8pPr>
            <a:lvl9pPr marL="3990149" indent="0">
              <a:buNone/>
              <a:defRPr sz="1746" b="1"/>
            </a:lvl9pPr>
          </a:lstStyle>
          <a:p>
            <a:pPr lvl="0"/>
            <a:r>
              <a:rPr lang="en-US"/>
              <a:t>Click to edit Master text styles</a:t>
            </a:r>
          </a:p>
        </p:txBody>
      </p:sp>
      <p:sp>
        <p:nvSpPr>
          <p:cNvPr id="4" name="Content Placeholder 3"/>
          <p:cNvSpPr>
            <a:spLocks noGrp="1"/>
          </p:cNvSpPr>
          <p:nvPr>
            <p:ph sz="half" idx="2"/>
          </p:nvPr>
        </p:nvSpPr>
        <p:spPr>
          <a:xfrm>
            <a:off x="1223265" y="1676400"/>
            <a:ext cx="5075936" cy="4572000"/>
          </a:xfrm>
        </p:spPr>
        <p:txBody>
          <a:bodyPr/>
          <a:lstStyle>
            <a:lvl1pPr algn="l" rtl="0" eaLnBrk="1" fontAlgn="base" hangingPunct="1">
              <a:spcBef>
                <a:spcPct val="20000"/>
              </a:spcBef>
              <a:spcAft>
                <a:spcPct val="0"/>
              </a:spcAft>
              <a:buFont typeface="Arial" pitchFamily="34" charset="0"/>
              <a:defRPr lang="en-US" sz="2182" kern="1200" dirty="0" smtClean="0">
                <a:solidFill>
                  <a:schemeClr val="tx1"/>
                </a:solidFill>
                <a:latin typeface="Century Gothic" pitchFamily="34" charset="0"/>
                <a:ea typeface="+mn-ea"/>
                <a:cs typeface="+mn-cs"/>
              </a:defRPr>
            </a:lvl1pPr>
            <a:lvl2pPr algn="l" rtl="0" eaLnBrk="1" fontAlgn="base" hangingPunct="1">
              <a:spcBef>
                <a:spcPct val="20000"/>
              </a:spcBef>
              <a:spcAft>
                <a:spcPct val="0"/>
              </a:spcAft>
              <a:buFont typeface="Arial" pitchFamily="34" charset="0"/>
              <a:defRPr lang="en-US" sz="2182" kern="1200" dirty="0" smtClean="0">
                <a:solidFill>
                  <a:schemeClr val="tx1"/>
                </a:solidFill>
                <a:latin typeface="Century Gothic" pitchFamily="34" charset="0"/>
                <a:ea typeface="+mn-ea"/>
                <a:cs typeface="+mn-cs"/>
              </a:defRPr>
            </a:lvl2pPr>
            <a:lvl3pPr algn="l" rtl="0" eaLnBrk="1" fontAlgn="base" hangingPunct="1">
              <a:spcBef>
                <a:spcPct val="20000"/>
              </a:spcBef>
              <a:spcAft>
                <a:spcPct val="0"/>
              </a:spcAft>
              <a:buFont typeface="Arial" pitchFamily="34" charset="0"/>
              <a:defRPr lang="en-US" sz="2182" kern="1200" dirty="0" smtClean="0">
                <a:solidFill>
                  <a:schemeClr val="tx1"/>
                </a:solidFill>
                <a:latin typeface="Century Gothic" pitchFamily="34" charset="0"/>
                <a:ea typeface="+mn-ea"/>
                <a:cs typeface="+mn-cs"/>
              </a:defRPr>
            </a:lvl3pPr>
            <a:lvl4pPr algn="l" rtl="0" eaLnBrk="1" fontAlgn="base" hangingPunct="1">
              <a:spcBef>
                <a:spcPct val="20000"/>
              </a:spcBef>
              <a:spcAft>
                <a:spcPct val="0"/>
              </a:spcAft>
              <a:buFont typeface="Arial" pitchFamily="34" charset="0"/>
              <a:defRPr lang="en-US" sz="2182" kern="1200" dirty="0" smtClean="0">
                <a:solidFill>
                  <a:schemeClr val="tx1"/>
                </a:solidFill>
                <a:latin typeface="Century Gothic" pitchFamily="34" charset="0"/>
                <a:ea typeface="+mn-ea"/>
                <a:cs typeface="+mn-cs"/>
              </a:defRPr>
            </a:lvl4pPr>
            <a:lvl5pPr algn="l" rtl="0" eaLnBrk="1" fontAlgn="base" hangingPunct="1">
              <a:spcBef>
                <a:spcPct val="20000"/>
              </a:spcBef>
              <a:spcAft>
                <a:spcPct val="0"/>
              </a:spcAft>
              <a:buFont typeface="Arial" pitchFamily="34" charset="0"/>
              <a:defRPr lang="en-US" sz="2182" kern="1200" dirty="0">
                <a:solidFill>
                  <a:schemeClr val="tx1"/>
                </a:solidFill>
                <a:latin typeface="Century Gothic" pitchFamily="34" charset="0"/>
                <a:ea typeface="+mn-ea"/>
                <a:cs typeface="+mn-cs"/>
              </a:defRPr>
            </a:lvl5pPr>
            <a:lvl6pPr>
              <a:defRPr sz="1746"/>
            </a:lvl6pPr>
            <a:lvl7pPr>
              <a:defRPr sz="1746"/>
            </a:lvl7pPr>
            <a:lvl8pPr>
              <a:defRPr sz="1746"/>
            </a:lvl8pPr>
            <a:lvl9pPr>
              <a:defRPr sz="174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02400" y="808039"/>
            <a:ext cx="5080000" cy="792162"/>
          </a:xfrm>
        </p:spPr>
        <p:txBody>
          <a:bodyPr anchor="b">
            <a:noAutofit/>
          </a:bodyPr>
          <a:lstStyle>
            <a:lvl1pPr marL="0" indent="0">
              <a:buNone/>
              <a:defRPr sz="2182" b="0"/>
            </a:lvl1pPr>
            <a:lvl2pPr marL="498769" indent="0">
              <a:buNone/>
              <a:defRPr sz="2182" b="1"/>
            </a:lvl2pPr>
            <a:lvl3pPr marL="997537" indent="0">
              <a:buNone/>
              <a:defRPr sz="1963" b="1"/>
            </a:lvl3pPr>
            <a:lvl4pPr marL="1496306" indent="0">
              <a:buNone/>
              <a:defRPr sz="1746" b="1"/>
            </a:lvl4pPr>
            <a:lvl5pPr marL="1995074" indent="0">
              <a:buNone/>
              <a:defRPr sz="1746" b="1"/>
            </a:lvl5pPr>
            <a:lvl6pPr marL="2493844" indent="0">
              <a:buNone/>
              <a:defRPr sz="1746" b="1"/>
            </a:lvl6pPr>
            <a:lvl7pPr marL="2992612" indent="0">
              <a:buNone/>
              <a:defRPr sz="1746" b="1"/>
            </a:lvl7pPr>
            <a:lvl8pPr marL="3491381" indent="0">
              <a:buNone/>
              <a:defRPr sz="1746" b="1"/>
            </a:lvl8pPr>
            <a:lvl9pPr marL="3990149" indent="0">
              <a:buNone/>
              <a:defRPr sz="1746" b="1"/>
            </a:lvl9pPr>
          </a:lstStyle>
          <a:p>
            <a:pPr lvl="0"/>
            <a:r>
              <a:rPr lang="en-US"/>
              <a:t>Click to edit Master text styles</a:t>
            </a:r>
          </a:p>
        </p:txBody>
      </p:sp>
      <p:sp>
        <p:nvSpPr>
          <p:cNvPr id="6" name="Content Placeholder 5"/>
          <p:cNvSpPr>
            <a:spLocks noGrp="1"/>
          </p:cNvSpPr>
          <p:nvPr>
            <p:ph sz="quarter" idx="4"/>
          </p:nvPr>
        </p:nvSpPr>
        <p:spPr>
          <a:xfrm>
            <a:off x="6502400" y="1676400"/>
            <a:ext cx="5080000" cy="4572000"/>
          </a:xfrm>
        </p:spPr>
        <p:txBody>
          <a:bodyPr/>
          <a:lstStyle>
            <a:lvl1pPr algn="l" rtl="0" eaLnBrk="1" fontAlgn="base" hangingPunct="1">
              <a:spcBef>
                <a:spcPct val="20000"/>
              </a:spcBef>
              <a:spcAft>
                <a:spcPct val="0"/>
              </a:spcAft>
              <a:buFont typeface="Arial" pitchFamily="34" charset="0"/>
              <a:defRPr lang="en-US" sz="2182" kern="1200" dirty="0" smtClean="0">
                <a:solidFill>
                  <a:schemeClr val="tx1"/>
                </a:solidFill>
                <a:latin typeface="Century Gothic" pitchFamily="34" charset="0"/>
                <a:ea typeface="+mn-ea"/>
                <a:cs typeface="+mn-cs"/>
              </a:defRPr>
            </a:lvl1pPr>
            <a:lvl2pPr algn="l" rtl="0" eaLnBrk="1" fontAlgn="base" hangingPunct="1">
              <a:spcBef>
                <a:spcPct val="20000"/>
              </a:spcBef>
              <a:spcAft>
                <a:spcPct val="0"/>
              </a:spcAft>
              <a:buFont typeface="Arial" pitchFamily="34" charset="0"/>
              <a:defRPr lang="en-US" sz="2182" kern="1200" dirty="0" smtClean="0">
                <a:solidFill>
                  <a:schemeClr val="tx1"/>
                </a:solidFill>
                <a:latin typeface="Century Gothic" pitchFamily="34" charset="0"/>
                <a:ea typeface="+mn-ea"/>
                <a:cs typeface="+mn-cs"/>
              </a:defRPr>
            </a:lvl2pPr>
            <a:lvl3pPr algn="l" rtl="0" eaLnBrk="1" fontAlgn="base" hangingPunct="1">
              <a:spcBef>
                <a:spcPct val="20000"/>
              </a:spcBef>
              <a:spcAft>
                <a:spcPct val="0"/>
              </a:spcAft>
              <a:buFont typeface="Arial" pitchFamily="34" charset="0"/>
              <a:defRPr lang="en-US" sz="2182" kern="1200" dirty="0" smtClean="0">
                <a:solidFill>
                  <a:schemeClr val="tx1"/>
                </a:solidFill>
                <a:latin typeface="Century Gothic" pitchFamily="34" charset="0"/>
                <a:ea typeface="+mn-ea"/>
                <a:cs typeface="+mn-cs"/>
              </a:defRPr>
            </a:lvl3pPr>
            <a:lvl4pPr algn="l" rtl="0" eaLnBrk="1" fontAlgn="base" hangingPunct="1">
              <a:spcBef>
                <a:spcPct val="20000"/>
              </a:spcBef>
              <a:spcAft>
                <a:spcPct val="0"/>
              </a:spcAft>
              <a:buFont typeface="Arial" pitchFamily="34" charset="0"/>
              <a:defRPr lang="en-US" sz="2182" kern="1200" dirty="0" smtClean="0">
                <a:solidFill>
                  <a:schemeClr val="tx1"/>
                </a:solidFill>
                <a:latin typeface="Century Gothic" pitchFamily="34" charset="0"/>
                <a:ea typeface="+mn-ea"/>
                <a:cs typeface="+mn-cs"/>
              </a:defRPr>
            </a:lvl4pPr>
            <a:lvl5pPr algn="l" rtl="0" eaLnBrk="1" fontAlgn="base" hangingPunct="1">
              <a:spcBef>
                <a:spcPct val="20000"/>
              </a:spcBef>
              <a:spcAft>
                <a:spcPct val="0"/>
              </a:spcAft>
              <a:buFont typeface="Arial" pitchFamily="34" charset="0"/>
              <a:defRPr lang="en-US" sz="2182" kern="1200" dirty="0">
                <a:solidFill>
                  <a:schemeClr val="tx1"/>
                </a:solidFill>
                <a:latin typeface="Century Gothic" pitchFamily="34" charset="0"/>
                <a:ea typeface="+mn-ea"/>
                <a:cs typeface="+mn-cs"/>
              </a:defRPr>
            </a:lvl5pPr>
            <a:lvl6pPr>
              <a:defRPr sz="1746"/>
            </a:lvl6pPr>
            <a:lvl7pPr>
              <a:defRPr sz="1746"/>
            </a:lvl7pPr>
            <a:lvl8pPr>
              <a:defRPr sz="1746"/>
            </a:lvl8pPr>
            <a:lvl9pPr>
              <a:defRPr sz="174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itle 1"/>
          <p:cNvSpPr>
            <a:spLocks noGrp="1"/>
          </p:cNvSpPr>
          <p:nvPr>
            <p:ph type="title"/>
          </p:nvPr>
        </p:nvSpPr>
        <p:spPr>
          <a:xfrm>
            <a:off x="1219200" y="228601"/>
            <a:ext cx="10058400" cy="427038"/>
          </a:xfrm>
        </p:spPr>
        <p:txBody>
          <a:bodyPr>
            <a:noAutofit/>
          </a:bodyPr>
          <a:lstStyle>
            <a:lvl1pPr>
              <a:defRPr sz="2618"/>
            </a:lvl1pPr>
          </a:lstStyle>
          <a:p>
            <a:r>
              <a:rPr lang="en-US"/>
              <a:t>Click to edit Master title style</a:t>
            </a:r>
            <a:endParaRPr lang="en-US" dirty="0"/>
          </a:p>
        </p:txBody>
      </p:sp>
    </p:spTree>
    <p:extLst>
      <p:ext uri="{BB962C8B-B14F-4D97-AF65-F5344CB8AC3E}">
        <p14:creationId xmlns:p14="http://schemas.microsoft.com/office/powerpoint/2010/main" val="3536993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CBC6414-30D4-4A46-811B-F7C989B12F47}"/>
              </a:ext>
            </a:extLst>
          </p:cNvPr>
          <p:cNvPicPr>
            <a:picLocks noChangeAspect="1"/>
          </p:cNvPicPr>
          <p:nvPr userDrawn="1"/>
        </p:nvPicPr>
        <p:blipFill>
          <a:blip r:embed="rId2"/>
          <a:stretch>
            <a:fillRect/>
          </a:stretch>
        </p:blipFill>
        <p:spPr>
          <a:xfrm>
            <a:off x="-427382" y="-482735"/>
            <a:ext cx="13051246" cy="2480500"/>
          </a:xfrm>
          <a:prstGeom prst="rect">
            <a:avLst/>
          </a:prstGeom>
        </p:spPr>
      </p:pic>
      <p:sp>
        <p:nvSpPr>
          <p:cNvPr id="2" name="Title 1">
            <a:extLst>
              <a:ext uri="{FF2B5EF4-FFF2-40B4-BE49-F238E27FC236}">
                <a16:creationId xmlns:a16="http://schemas.microsoft.com/office/drawing/2014/main" id="{D78CE620-C28A-614F-869B-1268E7D8B09E}"/>
              </a:ext>
            </a:extLst>
          </p:cNvPr>
          <p:cNvSpPr>
            <a:spLocks noGrp="1"/>
          </p:cNvSpPr>
          <p:nvPr>
            <p:ph type="ctrTitle" hasCustomPrompt="1"/>
          </p:nvPr>
        </p:nvSpPr>
        <p:spPr>
          <a:xfrm>
            <a:off x="1183342" y="1561750"/>
            <a:ext cx="10121348" cy="2387600"/>
          </a:xfrm>
        </p:spPr>
        <p:txBody>
          <a:bodyPr anchor="b">
            <a:normAutofit/>
          </a:bodyPr>
          <a:lstStyle>
            <a:lvl1pPr algn="ctr">
              <a:defRPr sz="5400" b="1">
                <a:latin typeface="Arial" panose="020B0604020202020204" pitchFamily="34" charset="0"/>
                <a:cs typeface="Arial" panose="020B0604020202020204" pitchFamily="34" charset="0"/>
              </a:defRPr>
            </a:lvl1pPr>
          </a:lstStyle>
          <a:p>
            <a:r>
              <a:rPr lang="en-US"/>
              <a:t>Presentation Title</a:t>
            </a:r>
          </a:p>
        </p:txBody>
      </p:sp>
      <p:sp>
        <p:nvSpPr>
          <p:cNvPr id="3" name="Subtitle 2">
            <a:extLst>
              <a:ext uri="{FF2B5EF4-FFF2-40B4-BE49-F238E27FC236}">
                <a16:creationId xmlns:a16="http://schemas.microsoft.com/office/drawing/2014/main" id="{77618186-54A6-3B48-BAF7-E847169C01CA}"/>
              </a:ext>
            </a:extLst>
          </p:cNvPr>
          <p:cNvSpPr>
            <a:spLocks noGrp="1"/>
          </p:cNvSpPr>
          <p:nvPr>
            <p:ph type="subTitle" idx="1" hasCustomPrompt="1"/>
          </p:nvPr>
        </p:nvSpPr>
        <p:spPr>
          <a:xfrm>
            <a:off x="1524000" y="4041425"/>
            <a:ext cx="9144000" cy="1655762"/>
          </a:xfrm>
        </p:spPr>
        <p:txBody>
          <a:bodyPr/>
          <a:lstStyle>
            <a:lvl1pPr marL="0" indent="0" algn="ctr">
              <a:buNone/>
              <a:defRPr sz="2400" b="1">
                <a:solidFill>
                  <a:schemeClr val="accent4"/>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a:t>
            </a:r>
          </a:p>
        </p:txBody>
      </p:sp>
    </p:spTree>
    <p:extLst>
      <p:ext uri="{BB962C8B-B14F-4D97-AF65-F5344CB8AC3E}">
        <p14:creationId xmlns:p14="http://schemas.microsoft.com/office/powerpoint/2010/main" val="18290882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7B3D01-348B-2F49-A5EF-62ED25A0F1B7}"/>
              </a:ext>
            </a:extLst>
          </p:cNvPr>
          <p:cNvPicPr>
            <a:picLocks noChangeAspect="1"/>
          </p:cNvPicPr>
          <p:nvPr userDrawn="1"/>
        </p:nvPicPr>
        <p:blipFill>
          <a:blip r:embed="rId2"/>
          <a:stretch>
            <a:fillRect/>
          </a:stretch>
        </p:blipFill>
        <p:spPr>
          <a:xfrm>
            <a:off x="-424421" y="-498769"/>
            <a:ext cx="13073707" cy="7841678"/>
          </a:xfrm>
          <a:prstGeom prst="rect">
            <a:avLst/>
          </a:prstGeom>
        </p:spPr>
      </p:pic>
      <p:sp>
        <p:nvSpPr>
          <p:cNvPr id="2" name="Title 1">
            <a:extLst>
              <a:ext uri="{FF2B5EF4-FFF2-40B4-BE49-F238E27FC236}">
                <a16:creationId xmlns:a16="http://schemas.microsoft.com/office/drawing/2014/main" id="{D78CE620-C28A-614F-869B-1268E7D8B09E}"/>
              </a:ext>
            </a:extLst>
          </p:cNvPr>
          <p:cNvSpPr>
            <a:spLocks noGrp="1"/>
          </p:cNvSpPr>
          <p:nvPr>
            <p:ph type="ctrTitle" hasCustomPrompt="1"/>
          </p:nvPr>
        </p:nvSpPr>
        <p:spPr>
          <a:xfrm>
            <a:off x="1037567" y="2879364"/>
            <a:ext cx="10121348" cy="1099273"/>
          </a:xfrm>
        </p:spPr>
        <p:txBody>
          <a:bodyPr anchor="ctr">
            <a:normAutofit/>
          </a:bodyPr>
          <a:lstStyle>
            <a:lvl1pPr algn="ctr">
              <a:defRPr sz="4800" b="1">
                <a:latin typeface="Arial" panose="020B0604020202020204" pitchFamily="34" charset="0"/>
                <a:cs typeface="Arial" panose="020B0604020202020204" pitchFamily="34" charset="0"/>
              </a:defRPr>
            </a:lvl1pPr>
          </a:lstStyle>
          <a:p>
            <a:r>
              <a:rPr lang="en-US"/>
              <a:t>Section Title</a:t>
            </a:r>
          </a:p>
        </p:txBody>
      </p:sp>
    </p:spTree>
    <p:extLst>
      <p:ext uri="{BB962C8B-B14F-4D97-AF65-F5344CB8AC3E}">
        <p14:creationId xmlns:p14="http://schemas.microsoft.com/office/powerpoint/2010/main" val="32023349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AAAB0A5-7A88-2442-8C47-45852DBCFA85}"/>
              </a:ext>
            </a:extLst>
          </p:cNvPr>
          <p:cNvPicPr>
            <a:picLocks noChangeAspect="1"/>
          </p:cNvPicPr>
          <p:nvPr userDrawn="1"/>
        </p:nvPicPr>
        <p:blipFill>
          <a:blip r:embed="rId2"/>
          <a:stretch>
            <a:fillRect/>
          </a:stretch>
        </p:blipFill>
        <p:spPr>
          <a:xfrm>
            <a:off x="29817" y="-230670"/>
            <a:ext cx="738121" cy="7406640"/>
          </a:xfrm>
          <a:prstGeom prst="rect">
            <a:avLst/>
          </a:prstGeom>
        </p:spPr>
      </p:pic>
      <p:sp>
        <p:nvSpPr>
          <p:cNvPr id="14" name="Slide Number Placeholder 13">
            <a:extLst>
              <a:ext uri="{FF2B5EF4-FFF2-40B4-BE49-F238E27FC236}">
                <a16:creationId xmlns:a16="http://schemas.microsoft.com/office/drawing/2014/main" id="{479B4C1F-5A1F-964A-8210-EADD37C64E14}"/>
              </a:ext>
            </a:extLst>
          </p:cNvPr>
          <p:cNvSpPr>
            <a:spLocks noGrp="1"/>
          </p:cNvSpPr>
          <p:nvPr>
            <p:ph type="sldNum" sz="quarter" idx="10"/>
          </p:nvPr>
        </p:nvSpPr>
        <p:spPr/>
        <p:txBody>
          <a:bodyPr/>
          <a:lstStyle/>
          <a:p>
            <a:fld id="{2785879E-F879-EB4E-BB00-D936592386CB}" type="slidenum">
              <a:rPr lang="en-US" smtClean="0"/>
              <a:pPr/>
              <a:t>‹#›</a:t>
            </a:fld>
            <a:endParaRPr lang="en-US"/>
          </a:p>
        </p:txBody>
      </p:sp>
      <p:sp>
        <p:nvSpPr>
          <p:cNvPr id="16" name="Title 15">
            <a:extLst>
              <a:ext uri="{FF2B5EF4-FFF2-40B4-BE49-F238E27FC236}">
                <a16:creationId xmlns:a16="http://schemas.microsoft.com/office/drawing/2014/main" id="{1D1BE1E0-B0C5-DF41-9ED2-625E40BEBC64}"/>
              </a:ext>
            </a:extLst>
          </p:cNvPr>
          <p:cNvSpPr>
            <a:spLocks noGrp="1"/>
          </p:cNvSpPr>
          <p:nvPr>
            <p:ph type="title" hasCustomPrompt="1"/>
          </p:nvPr>
        </p:nvSpPr>
        <p:spPr/>
        <p:txBody>
          <a:bodyPr/>
          <a:lstStyle/>
          <a:p>
            <a:r>
              <a:rPr lang="en-US"/>
              <a:t>Content Slide</a:t>
            </a:r>
          </a:p>
        </p:txBody>
      </p:sp>
      <p:sp>
        <p:nvSpPr>
          <p:cNvPr id="20" name="Text Placeholder 19">
            <a:extLst>
              <a:ext uri="{FF2B5EF4-FFF2-40B4-BE49-F238E27FC236}">
                <a16:creationId xmlns:a16="http://schemas.microsoft.com/office/drawing/2014/main" id="{6CE4AC78-6603-C446-9BD6-6B57161D4558}"/>
              </a:ext>
            </a:extLst>
          </p:cNvPr>
          <p:cNvSpPr>
            <a:spLocks noGrp="1"/>
          </p:cNvSpPr>
          <p:nvPr>
            <p:ph type="body" sz="quarter" idx="11"/>
          </p:nvPr>
        </p:nvSpPr>
        <p:spPr>
          <a:xfrm>
            <a:off x="950026" y="1341438"/>
            <a:ext cx="10711749" cy="4703762"/>
          </a:xfrm>
        </p:spPr>
        <p:txBody>
          <a:bodyPr/>
          <a:lstStyle>
            <a:lvl1pPr indent="-182880">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60331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AAAB0A5-7A88-2442-8C47-45852DBCFA85}"/>
              </a:ext>
            </a:extLst>
          </p:cNvPr>
          <p:cNvPicPr>
            <a:picLocks noChangeAspect="1"/>
          </p:cNvPicPr>
          <p:nvPr userDrawn="1"/>
        </p:nvPicPr>
        <p:blipFill rotWithShape="1">
          <a:blip r:embed="rId2"/>
          <a:srcRect t="8885" b="81856"/>
          <a:stretch/>
        </p:blipFill>
        <p:spPr>
          <a:xfrm>
            <a:off x="29817" y="427383"/>
            <a:ext cx="738121" cy="685800"/>
          </a:xfrm>
          <a:prstGeom prst="rect">
            <a:avLst/>
          </a:prstGeom>
        </p:spPr>
      </p:pic>
      <p:sp>
        <p:nvSpPr>
          <p:cNvPr id="4" name="Slide Number Placeholder 3">
            <a:extLst>
              <a:ext uri="{FF2B5EF4-FFF2-40B4-BE49-F238E27FC236}">
                <a16:creationId xmlns:a16="http://schemas.microsoft.com/office/drawing/2014/main" id="{48CC2A5A-A9BA-124D-A6E0-D89B8F5789D7}"/>
              </a:ext>
            </a:extLst>
          </p:cNvPr>
          <p:cNvSpPr>
            <a:spLocks noGrp="1"/>
          </p:cNvSpPr>
          <p:nvPr>
            <p:ph type="sldNum" sz="quarter" idx="10"/>
          </p:nvPr>
        </p:nvSpPr>
        <p:spPr/>
        <p:txBody>
          <a:bodyPr/>
          <a:lstStyle/>
          <a:p>
            <a:fld id="{2785879E-F879-EB4E-BB00-D936592386CB}" type="slidenum">
              <a:rPr lang="en-US" smtClean="0"/>
              <a:pPr/>
              <a:t>‹#›</a:t>
            </a:fld>
            <a:endParaRPr lang="en-US"/>
          </a:p>
        </p:txBody>
      </p:sp>
      <p:sp>
        <p:nvSpPr>
          <p:cNvPr id="6" name="Title 5">
            <a:extLst>
              <a:ext uri="{FF2B5EF4-FFF2-40B4-BE49-F238E27FC236}">
                <a16:creationId xmlns:a16="http://schemas.microsoft.com/office/drawing/2014/main" id="{5B6E1B3A-56C2-4C40-B27B-D0932B43180B}"/>
              </a:ext>
            </a:extLst>
          </p:cNvPr>
          <p:cNvSpPr>
            <a:spLocks noGrp="1"/>
          </p:cNvSpPr>
          <p:nvPr>
            <p:ph type="title" hasCustomPrompt="1"/>
          </p:nvPr>
        </p:nvSpPr>
        <p:spPr/>
        <p:txBody>
          <a:bodyPr/>
          <a:lstStyle/>
          <a:p>
            <a:r>
              <a:rPr lang="en-US"/>
              <a:t>Content Slide 2</a:t>
            </a:r>
          </a:p>
        </p:txBody>
      </p:sp>
      <p:sp>
        <p:nvSpPr>
          <p:cNvPr id="5" name="Text Placeholder 4">
            <a:extLst>
              <a:ext uri="{FF2B5EF4-FFF2-40B4-BE49-F238E27FC236}">
                <a16:creationId xmlns:a16="http://schemas.microsoft.com/office/drawing/2014/main" id="{D1FED461-0801-2645-9A09-C363D00454A0}"/>
              </a:ext>
            </a:extLst>
          </p:cNvPr>
          <p:cNvSpPr>
            <a:spLocks noGrp="1"/>
          </p:cNvSpPr>
          <p:nvPr>
            <p:ph type="body" sz="quarter" idx="11"/>
          </p:nvPr>
        </p:nvSpPr>
        <p:spPr>
          <a:xfrm>
            <a:off x="949325" y="1354238"/>
            <a:ext cx="10712450" cy="46877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4980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AAAB0A5-7A88-2442-8C47-45852DBCFA85}"/>
              </a:ext>
            </a:extLst>
          </p:cNvPr>
          <p:cNvPicPr>
            <a:picLocks noChangeAspect="1"/>
          </p:cNvPicPr>
          <p:nvPr userDrawn="1"/>
        </p:nvPicPr>
        <p:blipFill>
          <a:blip r:embed="rId2"/>
          <a:stretch>
            <a:fillRect/>
          </a:stretch>
        </p:blipFill>
        <p:spPr>
          <a:xfrm>
            <a:off x="29817" y="-230670"/>
            <a:ext cx="738121" cy="7406640"/>
          </a:xfrm>
          <a:prstGeom prst="rect">
            <a:avLst/>
          </a:prstGeom>
        </p:spPr>
      </p:pic>
      <p:sp>
        <p:nvSpPr>
          <p:cNvPr id="14" name="Slide Number Placeholder 13">
            <a:extLst>
              <a:ext uri="{FF2B5EF4-FFF2-40B4-BE49-F238E27FC236}">
                <a16:creationId xmlns:a16="http://schemas.microsoft.com/office/drawing/2014/main" id="{479B4C1F-5A1F-964A-8210-EADD37C64E14}"/>
              </a:ext>
            </a:extLst>
          </p:cNvPr>
          <p:cNvSpPr>
            <a:spLocks noGrp="1"/>
          </p:cNvSpPr>
          <p:nvPr>
            <p:ph type="sldNum" sz="quarter" idx="10"/>
          </p:nvPr>
        </p:nvSpPr>
        <p:spPr/>
        <p:txBody>
          <a:bodyPr/>
          <a:lstStyle/>
          <a:p>
            <a:fld id="{2785879E-F879-EB4E-BB00-D936592386CB}" type="slidenum">
              <a:rPr lang="en-US" smtClean="0"/>
              <a:pPr/>
              <a:t>‹#›</a:t>
            </a:fld>
            <a:endParaRPr lang="en-US"/>
          </a:p>
        </p:txBody>
      </p:sp>
      <p:sp>
        <p:nvSpPr>
          <p:cNvPr id="16" name="Title 15">
            <a:extLst>
              <a:ext uri="{FF2B5EF4-FFF2-40B4-BE49-F238E27FC236}">
                <a16:creationId xmlns:a16="http://schemas.microsoft.com/office/drawing/2014/main" id="{1D1BE1E0-B0C5-DF41-9ED2-625E40BEBC64}"/>
              </a:ext>
            </a:extLst>
          </p:cNvPr>
          <p:cNvSpPr>
            <a:spLocks noGrp="1"/>
          </p:cNvSpPr>
          <p:nvPr>
            <p:ph type="title" hasCustomPrompt="1"/>
          </p:nvPr>
        </p:nvSpPr>
        <p:spPr/>
        <p:txBody>
          <a:bodyPr/>
          <a:lstStyle/>
          <a:p>
            <a:r>
              <a:rPr lang="en-US"/>
              <a:t>Content with Images</a:t>
            </a:r>
          </a:p>
        </p:txBody>
      </p:sp>
      <p:sp>
        <p:nvSpPr>
          <p:cNvPr id="20" name="Text Placeholder 19">
            <a:extLst>
              <a:ext uri="{FF2B5EF4-FFF2-40B4-BE49-F238E27FC236}">
                <a16:creationId xmlns:a16="http://schemas.microsoft.com/office/drawing/2014/main" id="{6CE4AC78-6603-C446-9BD6-6B57161D4558}"/>
              </a:ext>
            </a:extLst>
          </p:cNvPr>
          <p:cNvSpPr>
            <a:spLocks noGrp="1"/>
          </p:cNvSpPr>
          <p:nvPr>
            <p:ph type="body" sz="quarter" idx="11"/>
          </p:nvPr>
        </p:nvSpPr>
        <p:spPr>
          <a:xfrm>
            <a:off x="950026" y="1341438"/>
            <a:ext cx="5774865" cy="4703762"/>
          </a:xfrm>
        </p:spPr>
        <p:txBody>
          <a:bodyPr/>
          <a:lstStyle>
            <a:lvl1pPr indent="-182880">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5E663E35-84F9-0246-8512-0BBBA1FD1D24}"/>
              </a:ext>
            </a:extLst>
          </p:cNvPr>
          <p:cNvSpPr>
            <a:spLocks noGrp="1"/>
          </p:cNvSpPr>
          <p:nvPr>
            <p:ph type="pic" sz="quarter" idx="12"/>
          </p:nvPr>
        </p:nvSpPr>
        <p:spPr>
          <a:xfrm>
            <a:off x="6991350" y="1341438"/>
            <a:ext cx="4670425" cy="4703762"/>
          </a:xfrm>
        </p:spPr>
        <p:txBody>
          <a:bodyPr/>
          <a:lstStyle/>
          <a:p>
            <a:endParaRPr lang="en-US"/>
          </a:p>
        </p:txBody>
      </p:sp>
    </p:spTree>
    <p:extLst>
      <p:ext uri="{BB962C8B-B14F-4D97-AF65-F5344CB8AC3E}">
        <p14:creationId xmlns:p14="http://schemas.microsoft.com/office/powerpoint/2010/main" val="4151526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AAAB0A5-7A88-2442-8C47-45852DBCFA85}"/>
              </a:ext>
            </a:extLst>
          </p:cNvPr>
          <p:cNvPicPr>
            <a:picLocks noChangeAspect="1"/>
          </p:cNvPicPr>
          <p:nvPr userDrawn="1"/>
        </p:nvPicPr>
        <p:blipFill rotWithShape="1">
          <a:blip r:embed="rId2"/>
          <a:srcRect t="8584" b="81727"/>
          <a:stretch/>
        </p:blipFill>
        <p:spPr>
          <a:xfrm>
            <a:off x="29817" y="405114"/>
            <a:ext cx="738121" cy="717630"/>
          </a:xfrm>
          <a:prstGeom prst="rect">
            <a:avLst/>
          </a:prstGeom>
        </p:spPr>
      </p:pic>
      <p:sp>
        <p:nvSpPr>
          <p:cNvPr id="14" name="Slide Number Placeholder 13">
            <a:extLst>
              <a:ext uri="{FF2B5EF4-FFF2-40B4-BE49-F238E27FC236}">
                <a16:creationId xmlns:a16="http://schemas.microsoft.com/office/drawing/2014/main" id="{479B4C1F-5A1F-964A-8210-EADD37C64E14}"/>
              </a:ext>
            </a:extLst>
          </p:cNvPr>
          <p:cNvSpPr>
            <a:spLocks noGrp="1"/>
          </p:cNvSpPr>
          <p:nvPr>
            <p:ph type="sldNum" sz="quarter" idx="10"/>
          </p:nvPr>
        </p:nvSpPr>
        <p:spPr/>
        <p:txBody>
          <a:bodyPr/>
          <a:lstStyle/>
          <a:p>
            <a:fld id="{2785879E-F879-EB4E-BB00-D936592386CB}" type="slidenum">
              <a:rPr lang="en-US" smtClean="0"/>
              <a:pPr/>
              <a:t>‹#›</a:t>
            </a:fld>
            <a:endParaRPr lang="en-US"/>
          </a:p>
        </p:txBody>
      </p:sp>
      <p:sp>
        <p:nvSpPr>
          <p:cNvPr id="16" name="Title 15">
            <a:extLst>
              <a:ext uri="{FF2B5EF4-FFF2-40B4-BE49-F238E27FC236}">
                <a16:creationId xmlns:a16="http://schemas.microsoft.com/office/drawing/2014/main" id="{1D1BE1E0-B0C5-DF41-9ED2-625E40BEBC64}"/>
              </a:ext>
            </a:extLst>
          </p:cNvPr>
          <p:cNvSpPr>
            <a:spLocks noGrp="1"/>
          </p:cNvSpPr>
          <p:nvPr>
            <p:ph type="title" hasCustomPrompt="1"/>
          </p:nvPr>
        </p:nvSpPr>
        <p:spPr/>
        <p:txBody>
          <a:bodyPr/>
          <a:lstStyle/>
          <a:p>
            <a:r>
              <a:rPr lang="en-US"/>
              <a:t>Content with Images 2</a:t>
            </a:r>
          </a:p>
        </p:txBody>
      </p:sp>
      <p:sp>
        <p:nvSpPr>
          <p:cNvPr id="20" name="Text Placeholder 19">
            <a:extLst>
              <a:ext uri="{FF2B5EF4-FFF2-40B4-BE49-F238E27FC236}">
                <a16:creationId xmlns:a16="http://schemas.microsoft.com/office/drawing/2014/main" id="{6CE4AC78-6603-C446-9BD6-6B57161D4558}"/>
              </a:ext>
            </a:extLst>
          </p:cNvPr>
          <p:cNvSpPr>
            <a:spLocks noGrp="1"/>
          </p:cNvSpPr>
          <p:nvPr>
            <p:ph type="body" sz="quarter" idx="11"/>
          </p:nvPr>
        </p:nvSpPr>
        <p:spPr>
          <a:xfrm>
            <a:off x="950026" y="1341438"/>
            <a:ext cx="5774865" cy="4703762"/>
          </a:xfrm>
        </p:spPr>
        <p:txBody>
          <a:bodyPr/>
          <a:lstStyle>
            <a:lvl1pPr indent="-182880">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5E663E35-84F9-0246-8512-0BBBA1FD1D24}"/>
              </a:ext>
            </a:extLst>
          </p:cNvPr>
          <p:cNvSpPr>
            <a:spLocks noGrp="1"/>
          </p:cNvSpPr>
          <p:nvPr>
            <p:ph type="pic" sz="quarter" idx="12"/>
          </p:nvPr>
        </p:nvSpPr>
        <p:spPr>
          <a:xfrm>
            <a:off x="6991350" y="1341438"/>
            <a:ext cx="4670425" cy="4703762"/>
          </a:xfrm>
        </p:spPr>
        <p:txBody>
          <a:bodyPr/>
          <a:lstStyle/>
          <a:p>
            <a:endParaRPr lang="en-US"/>
          </a:p>
        </p:txBody>
      </p:sp>
    </p:spTree>
    <p:extLst>
      <p:ext uri="{BB962C8B-B14F-4D97-AF65-F5344CB8AC3E}">
        <p14:creationId xmlns:p14="http://schemas.microsoft.com/office/powerpoint/2010/main" val="26993494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6DD5384-569F-234A-9C91-04C63AF96846}"/>
              </a:ext>
            </a:extLst>
          </p:cNvPr>
          <p:cNvPicPr>
            <a:picLocks noChangeAspect="1"/>
          </p:cNvPicPr>
          <p:nvPr userDrawn="1"/>
        </p:nvPicPr>
        <p:blipFill>
          <a:blip r:embed="rId2"/>
          <a:stretch>
            <a:fillRect/>
          </a:stretch>
        </p:blipFill>
        <p:spPr>
          <a:xfrm>
            <a:off x="29817" y="-230670"/>
            <a:ext cx="738121" cy="7406640"/>
          </a:xfrm>
          <a:prstGeom prst="rect">
            <a:avLst/>
          </a:prstGeom>
        </p:spPr>
      </p:pic>
      <p:sp>
        <p:nvSpPr>
          <p:cNvPr id="12" name="Slide Number Placeholder 11">
            <a:extLst>
              <a:ext uri="{FF2B5EF4-FFF2-40B4-BE49-F238E27FC236}">
                <a16:creationId xmlns:a16="http://schemas.microsoft.com/office/drawing/2014/main" id="{82B1151B-C9CA-6C4F-949B-7616003D5FB1}"/>
              </a:ext>
            </a:extLst>
          </p:cNvPr>
          <p:cNvSpPr>
            <a:spLocks noGrp="1"/>
          </p:cNvSpPr>
          <p:nvPr>
            <p:ph type="sldNum" sz="quarter" idx="10"/>
          </p:nvPr>
        </p:nvSpPr>
        <p:spPr/>
        <p:txBody>
          <a:bodyPr/>
          <a:lstStyle/>
          <a:p>
            <a:fld id="{2785879E-F879-EB4E-BB00-D936592386CB}" type="slidenum">
              <a:rPr lang="en-US" smtClean="0"/>
              <a:pPr/>
              <a:t>‹#›</a:t>
            </a:fld>
            <a:endParaRPr lang="en-US"/>
          </a:p>
        </p:txBody>
      </p:sp>
      <p:sp>
        <p:nvSpPr>
          <p:cNvPr id="2" name="Title 1">
            <a:extLst>
              <a:ext uri="{FF2B5EF4-FFF2-40B4-BE49-F238E27FC236}">
                <a16:creationId xmlns:a16="http://schemas.microsoft.com/office/drawing/2014/main" id="{ED6EF6CC-5203-DE46-BC5F-A56508BAFBE9}"/>
              </a:ext>
            </a:extLst>
          </p:cNvPr>
          <p:cNvSpPr>
            <a:spLocks noGrp="1"/>
          </p:cNvSpPr>
          <p:nvPr>
            <p:ph type="title" hasCustomPrompt="1"/>
          </p:nvPr>
        </p:nvSpPr>
        <p:spPr/>
        <p:txBody>
          <a:bodyPr/>
          <a:lstStyle/>
          <a:p>
            <a:r>
              <a:rPr lang="en-US"/>
              <a:t>Images Only</a:t>
            </a:r>
          </a:p>
        </p:txBody>
      </p:sp>
      <p:sp>
        <p:nvSpPr>
          <p:cNvPr id="7" name="Picture Placeholder 6">
            <a:extLst>
              <a:ext uri="{FF2B5EF4-FFF2-40B4-BE49-F238E27FC236}">
                <a16:creationId xmlns:a16="http://schemas.microsoft.com/office/drawing/2014/main" id="{78C4610D-39C1-5D41-84F4-64BCC9AB30A0}"/>
              </a:ext>
            </a:extLst>
          </p:cNvPr>
          <p:cNvSpPr>
            <a:spLocks noGrp="1"/>
          </p:cNvSpPr>
          <p:nvPr>
            <p:ph type="pic" sz="quarter" idx="11"/>
          </p:nvPr>
        </p:nvSpPr>
        <p:spPr>
          <a:xfrm>
            <a:off x="950026" y="1689643"/>
            <a:ext cx="2163763" cy="1377950"/>
          </a:xfrm>
        </p:spPr>
        <p:txBody>
          <a:bodyPr/>
          <a:lstStyle/>
          <a:p>
            <a:endParaRPr lang="en-US"/>
          </a:p>
        </p:txBody>
      </p:sp>
      <p:sp>
        <p:nvSpPr>
          <p:cNvPr id="11" name="Picture Placeholder 6">
            <a:extLst>
              <a:ext uri="{FF2B5EF4-FFF2-40B4-BE49-F238E27FC236}">
                <a16:creationId xmlns:a16="http://schemas.microsoft.com/office/drawing/2014/main" id="{C32F7EA4-553B-D746-995A-CDDCAFA0299C}"/>
              </a:ext>
            </a:extLst>
          </p:cNvPr>
          <p:cNvSpPr>
            <a:spLocks noGrp="1"/>
          </p:cNvSpPr>
          <p:nvPr>
            <p:ph type="pic" sz="quarter" idx="12"/>
          </p:nvPr>
        </p:nvSpPr>
        <p:spPr>
          <a:xfrm>
            <a:off x="3815537" y="1689643"/>
            <a:ext cx="2163763" cy="1377950"/>
          </a:xfrm>
        </p:spPr>
        <p:txBody>
          <a:bodyPr/>
          <a:lstStyle/>
          <a:p>
            <a:endParaRPr lang="en-US"/>
          </a:p>
        </p:txBody>
      </p:sp>
      <p:sp>
        <p:nvSpPr>
          <p:cNvPr id="14" name="Picture Placeholder 6">
            <a:extLst>
              <a:ext uri="{FF2B5EF4-FFF2-40B4-BE49-F238E27FC236}">
                <a16:creationId xmlns:a16="http://schemas.microsoft.com/office/drawing/2014/main" id="{2BE1504D-295D-AF48-BE38-D3E23D09E868}"/>
              </a:ext>
            </a:extLst>
          </p:cNvPr>
          <p:cNvSpPr>
            <a:spLocks noGrp="1"/>
          </p:cNvSpPr>
          <p:nvPr>
            <p:ph type="pic" sz="quarter" idx="13"/>
          </p:nvPr>
        </p:nvSpPr>
        <p:spPr>
          <a:xfrm>
            <a:off x="6681048" y="1689643"/>
            <a:ext cx="2163763" cy="1377950"/>
          </a:xfrm>
        </p:spPr>
        <p:txBody>
          <a:bodyPr/>
          <a:lstStyle/>
          <a:p>
            <a:endParaRPr lang="en-US"/>
          </a:p>
        </p:txBody>
      </p:sp>
      <p:sp>
        <p:nvSpPr>
          <p:cNvPr id="15" name="Picture Placeholder 6">
            <a:extLst>
              <a:ext uri="{FF2B5EF4-FFF2-40B4-BE49-F238E27FC236}">
                <a16:creationId xmlns:a16="http://schemas.microsoft.com/office/drawing/2014/main" id="{ECE0F6AE-1490-FE47-83DA-F87C4D7D7236}"/>
              </a:ext>
            </a:extLst>
          </p:cNvPr>
          <p:cNvSpPr>
            <a:spLocks noGrp="1"/>
          </p:cNvSpPr>
          <p:nvPr>
            <p:ph type="pic" sz="quarter" idx="14"/>
          </p:nvPr>
        </p:nvSpPr>
        <p:spPr>
          <a:xfrm>
            <a:off x="9546560" y="1689643"/>
            <a:ext cx="2163763" cy="1377950"/>
          </a:xfrm>
        </p:spPr>
        <p:txBody>
          <a:bodyPr/>
          <a:lstStyle/>
          <a:p>
            <a:endParaRPr lang="en-US"/>
          </a:p>
        </p:txBody>
      </p:sp>
      <p:sp>
        <p:nvSpPr>
          <p:cNvPr id="16" name="Picture Placeholder 6">
            <a:extLst>
              <a:ext uri="{FF2B5EF4-FFF2-40B4-BE49-F238E27FC236}">
                <a16:creationId xmlns:a16="http://schemas.microsoft.com/office/drawing/2014/main" id="{0659C7A9-E2FA-9747-90E8-8745CAEA72A8}"/>
              </a:ext>
            </a:extLst>
          </p:cNvPr>
          <p:cNvSpPr>
            <a:spLocks noGrp="1"/>
          </p:cNvSpPr>
          <p:nvPr>
            <p:ph type="pic" sz="quarter" idx="15"/>
          </p:nvPr>
        </p:nvSpPr>
        <p:spPr>
          <a:xfrm>
            <a:off x="950026" y="4000771"/>
            <a:ext cx="2163763" cy="1377950"/>
          </a:xfrm>
        </p:spPr>
        <p:txBody>
          <a:bodyPr/>
          <a:lstStyle/>
          <a:p>
            <a:endParaRPr lang="en-US"/>
          </a:p>
        </p:txBody>
      </p:sp>
      <p:sp>
        <p:nvSpPr>
          <p:cNvPr id="17" name="Picture Placeholder 6">
            <a:extLst>
              <a:ext uri="{FF2B5EF4-FFF2-40B4-BE49-F238E27FC236}">
                <a16:creationId xmlns:a16="http://schemas.microsoft.com/office/drawing/2014/main" id="{A5687525-E1FC-054A-A9BD-86C8A156023D}"/>
              </a:ext>
            </a:extLst>
          </p:cNvPr>
          <p:cNvSpPr>
            <a:spLocks noGrp="1"/>
          </p:cNvSpPr>
          <p:nvPr>
            <p:ph type="pic" sz="quarter" idx="16"/>
          </p:nvPr>
        </p:nvSpPr>
        <p:spPr>
          <a:xfrm>
            <a:off x="3815537" y="4000771"/>
            <a:ext cx="2163763" cy="1377950"/>
          </a:xfrm>
        </p:spPr>
        <p:txBody>
          <a:bodyPr/>
          <a:lstStyle/>
          <a:p>
            <a:endParaRPr lang="en-US"/>
          </a:p>
        </p:txBody>
      </p:sp>
      <p:sp>
        <p:nvSpPr>
          <p:cNvPr id="18" name="Picture Placeholder 6">
            <a:extLst>
              <a:ext uri="{FF2B5EF4-FFF2-40B4-BE49-F238E27FC236}">
                <a16:creationId xmlns:a16="http://schemas.microsoft.com/office/drawing/2014/main" id="{F690E59E-7C27-AD48-9404-C5BFC7A93F13}"/>
              </a:ext>
            </a:extLst>
          </p:cNvPr>
          <p:cNvSpPr>
            <a:spLocks noGrp="1"/>
          </p:cNvSpPr>
          <p:nvPr>
            <p:ph type="pic" sz="quarter" idx="17"/>
          </p:nvPr>
        </p:nvSpPr>
        <p:spPr>
          <a:xfrm>
            <a:off x="6681048" y="4000771"/>
            <a:ext cx="2163763" cy="1377950"/>
          </a:xfrm>
        </p:spPr>
        <p:txBody>
          <a:bodyPr/>
          <a:lstStyle/>
          <a:p>
            <a:endParaRPr lang="en-US"/>
          </a:p>
        </p:txBody>
      </p:sp>
      <p:sp>
        <p:nvSpPr>
          <p:cNvPr id="19" name="Picture Placeholder 6">
            <a:extLst>
              <a:ext uri="{FF2B5EF4-FFF2-40B4-BE49-F238E27FC236}">
                <a16:creationId xmlns:a16="http://schemas.microsoft.com/office/drawing/2014/main" id="{3F9ADDB4-773D-C244-9D50-F191EA69110A}"/>
              </a:ext>
            </a:extLst>
          </p:cNvPr>
          <p:cNvSpPr>
            <a:spLocks noGrp="1"/>
          </p:cNvSpPr>
          <p:nvPr>
            <p:ph type="pic" sz="quarter" idx="18"/>
          </p:nvPr>
        </p:nvSpPr>
        <p:spPr>
          <a:xfrm>
            <a:off x="9546560" y="4000771"/>
            <a:ext cx="2163763" cy="1377950"/>
          </a:xfrm>
        </p:spPr>
        <p:txBody>
          <a:bodyPr/>
          <a:lstStyle/>
          <a:p>
            <a:endParaRPr lang="en-US"/>
          </a:p>
        </p:txBody>
      </p:sp>
    </p:spTree>
    <p:extLst>
      <p:ext uri="{BB962C8B-B14F-4D97-AF65-F5344CB8AC3E}">
        <p14:creationId xmlns:p14="http://schemas.microsoft.com/office/powerpoint/2010/main" val="18296036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Content and Imag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6DD5384-569F-234A-9C91-04C63AF96846}"/>
              </a:ext>
            </a:extLst>
          </p:cNvPr>
          <p:cNvPicPr>
            <a:picLocks noChangeAspect="1"/>
          </p:cNvPicPr>
          <p:nvPr userDrawn="1"/>
        </p:nvPicPr>
        <p:blipFill rotWithShape="1">
          <a:blip r:embed="rId2"/>
          <a:srcRect t="8584" b="81571"/>
          <a:stretch/>
        </p:blipFill>
        <p:spPr>
          <a:xfrm>
            <a:off x="29817" y="405114"/>
            <a:ext cx="738121" cy="729205"/>
          </a:xfrm>
          <a:prstGeom prst="rect">
            <a:avLst/>
          </a:prstGeom>
        </p:spPr>
      </p:pic>
      <p:sp>
        <p:nvSpPr>
          <p:cNvPr id="12" name="Slide Number Placeholder 11">
            <a:extLst>
              <a:ext uri="{FF2B5EF4-FFF2-40B4-BE49-F238E27FC236}">
                <a16:creationId xmlns:a16="http://schemas.microsoft.com/office/drawing/2014/main" id="{82B1151B-C9CA-6C4F-949B-7616003D5FB1}"/>
              </a:ext>
            </a:extLst>
          </p:cNvPr>
          <p:cNvSpPr>
            <a:spLocks noGrp="1"/>
          </p:cNvSpPr>
          <p:nvPr>
            <p:ph type="sldNum" sz="quarter" idx="10"/>
          </p:nvPr>
        </p:nvSpPr>
        <p:spPr/>
        <p:txBody>
          <a:bodyPr/>
          <a:lstStyle/>
          <a:p>
            <a:fld id="{2785879E-F879-EB4E-BB00-D936592386CB}" type="slidenum">
              <a:rPr lang="en-US" smtClean="0"/>
              <a:pPr/>
              <a:t>‹#›</a:t>
            </a:fld>
            <a:endParaRPr lang="en-US"/>
          </a:p>
        </p:txBody>
      </p:sp>
      <p:sp>
        <p:nvSpPr>
          <p:cNvPr id="2" name="Title 1">
            <a:extLst>
              <a:ext uri="{FF2B5EF4-FFF2-40B4-BE49-F238E27FC236}">
                <a16:creationId xmlns:a16="http://schemas.microsoft.com/office/drawing/2014/main" id="{ED6EF6CC-5203-DE46-BC5F-A56508BAFBE9}"/>
              </a:ext>
            </a:extLst>
          </p:cNvPr>
          <p:cNvSpPr>
            <a:spLocks noGrp="1"/>
          </p:cNvSpPr>
          <p:nvPr>
            <p:ph type="title" hasCustomPrompt="1"/>
          </p:nvPr>
        </p:nvSpPr>
        <p:spPr/>
        <p:txBody>
          <a:bodyPr/>
          <a:lstStyle/>
          <a:p>
            <a:r>
              <a:rPr lang="en-US"/>
              <a:t>Images Only 2</a:t>
            </a:r>
          </a:p>
        </p:txBody>
      </p:sp>
      <p:sp>
        <p:nvSpPr>
          <p:cNvPr id="7" name="Picture Placeholder 6">
            <a:extLst>
              <a:ext uri="{FF2B5EF4-FFF2-40B4-BE49-F238E27FC236}">
                <a16:creationId xmlns:a16="http://schemas.microsoft.com/office/drawing/2014/main" id="{78C4610D-39C1-5D41-84F4-64BCC9AB30A0}"/>
              </a:ext>
            </a:extLst>
          </p:cNvPr>
          <p:cNvSpPr>
            <a:spLocks noGrp="1"/>
          </p:cNvSpPr>
          <p:nvPr>
            <p:ph type="pic" sz="quarter" idx="11"/>
          </p:nvPr>
        </p:nvSpPr>
        <p:spPr>
          <a:xfrm>
            <a:off x="950026" y="1689643"/>
            <a:ext cx="2163763" cy="1377950"/>
          </a:xfrm>
        </p:spPr>
        <p:txBody>
          <a:bodyPr/>
          <a:lstStyle/>
          <a:p>
            <a:endParaRPr lang="en-US"/>
          </a:p>
        </p:txBody>
      </p:sp>
      <p:sp>
        <p:nvSpPr>
          <p:cNvPr id="11" name="Picture Placeholder 6">
            <a:extLst>
              <a:ext uri="{FF2B5EF4-FFF2-40B4-BE49-F238E27FC236}">
                <a16:creationId xmlns:a16="http://schemas.microsoft.com/office/drawing/2014/main" id="{C32F7EA4-553B-D746-995A-CDDCAFA0299C}"/>
              </a:ext>
            </a:extLst>
          </p:cNvPr>
          <p:cNvSpPr>
            <a:spLocks noGrp="1"/>
          </p:cNvSpPr>
          <p:nvPr>
            <p:ph type="pic" sz="quarter" idx="12"/>
          </p:nvPr>
        </p:nvSpPr>
        <p:spPr>
          <a:xfrm>
            <a:off x="3815537" y="1689643"/>
            <a:ext cx="2163763" cy="1377950"/>
          </a:xfrm>
        </p:spPr>
        <p:txBody>
          <a:bodyPr/>
          <a:lstStyle/>
          <a:p>
            <a:endParaRPr lang="en-US"/>
          </a:p>
        </p:txBody>
      </p:sp>
      <p:sp>
        <p:nvSpPr>
          <p:cNvPr id="14" name="Picture Placeholder 6">
            <a:extLst>
              <a:ext uri="{FF2B5EF4-FFF2-40B4-BE49-F238E27FC236}">
                <a16:creationId xmlns:a16="http://schemas.microsoft.com/office/drawing/2014/main" id="{2BE1504D-295D-AF48-BE38-D3E23D09E868}"/>
              </a:ext>
            </a:extLst>
          </p:cNvPr>
          <p:cNvSpPr>
            <a:spLocks noGrp="1"/>
          </p:cNvSpPr>
          <p:nvPr>
            <p:ph type="pic" sz="quarter" idx="13"/>
          </p:nvPr>
        </p:nvSpPr>
        <p:spPr>
          <a:xfrm>
            <a:off x="6681048" y="1689643"/>
            <a:ext cx="2163763" cy="1377950"/>
          </a:xfrm>
        </p:spPr>
        <p:txBody>
          <a:bodyPr/>
          <a:lstStyle/>
          <a:p>
            <a:endParaRPr lang="en-US"/>
          </a:p>
        </p:txBody>
      </p:sp>
      <p:sp>
        <p:nvSpPr>
          <p:cNvPr id="15" name="Picture Placeholder 6">
            <a:extLst>
              <a:ext uri="{FF2B5EF4-FFF2-40B4-BE49-F238E27FC236}">
                <a16:creationId xmlns:a16="http://schemas.microsoft.com/office/drawing/2014/main" id="{ECE0F6AE-1490-FE47-83DA-F87C4D7D7236}"/>
              </a:ext>
            </a:extLst>
          </p:cNvPr>
          <p:cNvSpPr>
            <a:spLocks noGrp="1"/>
          </p:cNvSpPr>
          <p:nvPr>
            <p:ph type="pic" sz="quarter" idx="14"/>
          </p:nvPr>
        </p:nvSpPr>
        <p:spPr>
          <a:xfrm>
            <a:off x="9546560" y="1689643"/>
            <a:ext cx="2163763" cy="1377950"/>
          </a:xfrm>
        </p:spPr>
        <p:txBody>
          <a:bodyPr/>
          <a:lstStyle/>
          <a:p>
            <a:endParaRPr lang="en-US"/>
          </a:p>
        </p:txBody>
      </p:sp>
      <p:sp>
        <p:nvSpPr>
          <p:cNvPr id="16" name="Picture Placeholder 6">
            <a:extLst>
              <a:ext uri="{FF2B5EF4-FFF2-40B4-BE49-F238E27FC236}">
                <a16:creationId xmlns:a16="http://schemas.microsoft.com/office/drawing/2014/main" id="{0659C7A9-E2FA-9747-90E8-8745CAEA72A8}"/>
              </a:ext>
            </a:extLst>
          </p:cNvPr>
          <p:cNvSpPr>
            <a:spLocks noGrp="1"/>
          </p:cNvSpPr>
          <p:nvPr>
            <p:ph type="pic" sz="quarter" idx="15"/>
          </p:nvPr>
        </p:nvSpPr>
        <p:spPr>
          <a:xfrm>
            <a:off x="950026" y="4000771"/>
            <a:ext cx="2163763" cy="1377950"/>
          </a:xfrm>
        </p:spPr>
        <p:txBody>
          <a:bodyPr/>
          <a:lstStyle/>
          <a:p>
            <a:endParaRPr lang="en-US"/>
          </a:p>
        </p:txBody>
      </p:sp>
      <p:sp>
        <p:nvSpPr>
          <p:cNvPr id="17" name="Picture Placeholder 6">
            <a:extLst>
              <a:ext uri="{FF2B5EF4-FFF2-40B4-BE49-F238E27FC236}">
                <a16:creationId xmlns:a16="http://schemas.microsoft.com/office/drawing/2014/main" id="{A5687525-E1FC-054A-A9BD-86C8A156023D}"/>
              </a:ext>
            </a:extLst>
          </p:cNvPr>
          <p:cNvSpPr>
            <a:spLocks noGrp="1"/>
          </p:cNvSpPr>
          <p:nvPr>
            <p:ph type="pic" sz="quarter" idx="16"/>
          </p:nvPr>
        </p:nvSpPr>
        <p:spPr>
          <a:xfrm>
            <a:off x="3815537" y="4000771"/>
            <a:ext cx="2163763" cy="1377950"/>
          </a:xfrm>
        </p:spPr>
        <p:txBody>
          <a:bodyPr/>
          <a:lstStyle/>
          <a:p>
            <a:endParaRPr lang="en-US"/>
          </a:p>
        </p:txBody>
      </p:sp>
      <p:sp>
        <p:nvSpPr>
          <p:cNvPr id="18" name="Picture Placeholder 6">
            <a:extLst>
              <a:ext uri="{FF2B5EF4-FFF2-40B4-BE49-F238E27FC236}">
                <a16:creationId xmlns:a16="http://schemas.microsoft.com/office/drawing/2014/main" id="{F690E59E-7C27-AD48-9404-C5BFC7A93F13}"/>
              </a:ext>
            </a:extLst>
          </p:cNvPr>
          <p:cNvSpPr>
            <a:spLocks noGrp="1"/>
          </p:cNvSpPr>
          <p:nvPr>
            <p:ph type="pic" sz="quarter" idx="17"/>
          </p:nvPr>
        </p:nvSpPr>
        <p:spPr>
          <a:xfrm>
            <a:off x="6681048" y="4000771"/>
            <a:ext cx="2163763" cy="1377950"/>
          </a:xfrm>
        </p:spPr>
        <p:txBody>
          <a:bodyPr/>
          <a:lstStyle/>
          <a:p>
            <a:endParaRPr lang="en-US"/>
          </a:p>
        </p:txBody>
      </p:sp>
      <p:sp>
        <p:nvSpPr>
          <p:cNvPr id="19" name="Picture Placeholder 6">
            <a:extLst>
              <a:ext uri="{FF2B5EF4-FFF2-40B4-BE49-F238E27FC236}">
                <a16:creationId xmlns:a16="http://schemas.microsoft.com/office/drawing/2014/main" id="{3F9ADDB4-773D-C244-9D50-F191EA69110A}"/>
              </a:ext>
            </a:extLst>
          </p:cNvPr>
          <p:cNvSpPr>
            <a:spLocks noGrp="1"/>
          </p:cNvSpPr>
          <p:nvPr>
            <p:ph type="pic" sz="quarter" idx="18"/>
          </p:nvPr>
        </p:nvSpPr>
        <p:spPr>
          <a:xfrm>
            <a:off x="9546560" y="4000771"/>
            <a:ext cx="2163763" cy="1377950"/>
          </a:xfrm>
        </p:spPr>
        <p:txBody>
          <a:bodyPr/>
          <a:lstStyle/>
          <a:p>
            <a:endParaRPr lang="en-US"/>
          </a:p>
        </p:txBody>
      </p:sp>
    </p:spTree>
    <p:extLst>
      <p:ext uri="{BB962C8B-B14F-4D97-AF65-F5344CB8AC3E}">
        <p14:creationId xmlns:p14="http://schemas.microsoft.com/office/powerpoint/2010/main" val="16811952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Agenda or Thought Topic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ADBBC-9140-5642-B58A-03F5969DF5FC}"/>
              </a:ext>
            </a:extLst>
          </p:cNvPr>
          <p:cNvSpPr>
            <a:spLocks noGrp="1"/>
          </p:cNvSpPr>
          <p:nvPr>
            <p:ph type="title" hasCustomPrompt="1"/>
          </p:nvPr>
        </p:nvSpPr>
        <p:spPr>
          <a:xfrm>
            <a:off x="636320" y="1159268"/>
            <a:ext cx="10823712" cy="668027"/>
          </a:xfrm>
        </p:spPr>
        <p:txBody>
          <a:bodyPr>
            <a:normAutofit/>
          </a:bodyPr>
          <a:lstStyle>
            <a:lvl1pPr algn="ctr">
              <a:defRPr sz="2800"/>
            </a:lvl1pPr>
          </a:lstStyle>
          <a:p>
            <a:r>
              <a:rPr lang="en-US"/>
              <a:t>Agenda Topic or Thought</a:t>
            </a:r>
          </a:p>
        </p:txBody>
      </p:sp>
      <p:cxnSp>
        <p:nvCxnSpPr>
          <p:cNvPr id="6" name="Straight Connector 5">
            <a:extLst>
              <a:ext uri="{FF2B5EF4-FFF2-40B4-BE49-F238E27FC236}">
                <a16:creationId xmlns:a16="http://schemas.microsoft.com/office/drawing/2014/main" id="{DAE6E9BB-7AD9-9346-8C48-F3CE5626BBA9}"/>
              </a:ext>
            </a:extLst>
          </p:cNvPr>
          <p:cNvCxnSpPr/>
          <p:nvPr userDrawn="1"/>
        </p:nvCxnSpPr>
        <p:spPr>
          <a:xfrm>
            <a:off x="3645725" y="2269691"/>
            <a:ext cx="484513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7C5C4A5-298C-0245-8059-1E52273BA7A3}"/>
              </a:ext>
            </a:extLst>
          </p:cNvPr>
          <p:cNvCxnSpPr/>
          <p:nvPr userDrawn="1"/>
        </p:nvCxnSpPr>
        <p:spPr>
          <a:xfrm>
            <a:off x="3645725" y="3765982"/>
            <a:ext cx="484513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BBAF05B9-3B79-B14D-B6AE-FDD1521128DB}"/>
              </a:ext>
            </a:extLst>
          </p:cNvPr>
          <p:cNvSpPr>
            <a:spLocks noGrp="1"/>
          </p:cNvSpPr>
          <p:nvPr>
            <p:ph type="body" sz="quarter" idx="10" hasCustomPrompt="1"/>
          </p:nvPr>
        </p:nvSpPr>
        <p:spPr>
          <a:xfrm>
            <a:off x="636320" y="2683246"/>
            <a:ext cx="10823712" cy="738187"/>
          </a:xfrm>
        </p:spPr>
        <p:txBody>
          <a:bodyPr anchor="ctr">
            <a:normAutofit/>
          </a:bodyPr>
          <a:lstStyle>
            <a:lvl1pPr marL="0" indent="0" algn="ctr">
              <a:buNone/>
              <a:defRPr sz="2800" b="1"/>
            </a:lvl1pPr>
          </a:lstStyle>
          <a:p>
            <a:pPr lvl="0"/>
            <a:r>
              <a:rPr lang="en-US"/>
              <a:t>Agenda Topic or Thought</a:t>
            </a:r>
          </a:p>
        </p:txBody>
      </p:sp>
      <p:sp>
        <p:nvSpPr>
          <p:cNvPr id="12" name="Text Placeholder 11">
            <a:extLst>
              <a:ext uri="{FF2B5EF4-FFF2-40B4-BE49-F238E27FC236}">
                <a16:creationId xmlns:a16="http://schemas.microsoft.com/office/drawing/2014/main" id="{D63FEC25-D669-2448-8C1B-66873957515B}"/>
              </a:ext>
            </a:extLst>
          </p:cNvPr>
          <p:cNvSpPr>
            <a:spLocks noGrp="1"/>
          </p:cNvSpPr>
          <p:nvPr>
            <p:ph type="body" sz="quarter" idx="11" hasCustomPrompt="1"/>
          </p:nvPr>
        </p:nvSpPr>
        <p:spPr>
          <a:xfrm>
            <a:off x="636320" y="4277384"/>
            <a:ext cx="10823843" cy="739363"/>
          </a:xfrm>
        </p:spPr>
        <p:txBody>
          <a:bodyPr anchor="ctr">
            <a:normAutofit/>
          </a:bodyPr>
          <a:lstStyle>
            <a:lvl1pPr marL="0" indent="0" algn="ctr">
              <a:buNone/>
              <a:defRPr sz="2800" b="1"/>
            </a:lvl1pPr>
          </a:lstStyle>
          <a:p>
            <a:pPr lvl="0"/>
            <a:r>
              <a:rPr lang="en-US"/>
              <a:t>Agenda Topic or Thought</a:t>
            </a:r>
          </a:p>
        </p:txBody>
      </p:sp>
      <p:sp>
        <p:nvSpPr>
          <p:cNvPr id="16" name="Slide Number Placeholder 15">
            <a:extLst>
              <a:ext uri="{FF2B5EF4-FFF2-40B4-BE49-F238E27FC236}">
                <a16:creationId xmlns:a16="http://schemas.microsoft.com/office/drawing/2014/main" id="{06659878-0B41-7F40-A8B2-8F2C6BD164C9}"/>
              </a:ext>
            </a:extLst>
          </p:cNvPr>
          <p:cNvSpPr>
            <a:spLocks noGrp="1"/>
          </p:cNvSpPr>
          <p:nvPr>
            <p:ph type="sldNum" sz="quarter" idx="12"/>
          </p:nvPr>
        </p:nvSpPr>
        <p:spPr/>
        <p:txBody>
          <a:bodyPr/>
          <a:lstStyle/>
          <a:p>
            <a:fld id="{2785879E-F879-EB4E-BB00-D936592386CB}" type="slidenum">
              <a:rPr lang="en-US" smtClean="0"/>
              <a:pPr/>
              <a:t>‹#›</a:t>
            </a:fld>
            <a:endParaRPr lang="en-US"/>
          </a:p>
        </p:txBody>
      </p:sp>
      <p:pic>
        <p:nvPicPr>
          <p:cNvPr id="18" name="Picture 17">
            <a:extLst>
              <a:ext uri="{FF2B5EF4-FFF2-40B4-BE49-F238E27FC236}">
                <a16:creationId xmlns:a16="http://schemas.microsoft.com/office/drawing/2014/main" id="{37E65719-9BF1-F24A-8688-B06751695BFA}"/>
              </a:ext>
            </a:extLst>
          </p:cNvPr>
          <p:cNvPicPr>
            <a:picLocks noChangeAspect="1"/>
          </p:cNvPicPr>
          <p:nvPr userDrawn="1"/>
        </p:nvPicPr>
        <p:blipFill>
          <a:blip r:embed="rId2"/>
          <a:stretch>
            <a:fillRect/>
          </a:stretch>
        </p:blipFill>
        <p:spPr>
          <a:xfrm>
            <a:off x="-234290" y="6119399"/>
            <a:ext cx="11544300" cy="736600"/>
          </a:xfrm>
          <a:prstGeom prst="rect">
            <a:avLst/>
          </a:prstGeom>
        </p:spPr>
      </p:pic>
    </p:spTree>
    <p:extLst>
      <p:ext uri="{BB962C8B-B14F-4D97-AF65-F5344CB8AC3E}">
        <p14:creationId xmlns:p14="http://schemas.microsoft.com/office/powerpoint/2010/main" val="1651801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 Agenda or Thought Topic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ADBBC-9140-5642-B58A-03F5969DF5FC}"/>
              </a:ext>
            </a:extLst>
          </p:cNvPr>
          <p:cNvSpPr>
            <a:spLocks noGrp="1"/>
          </p:cNvSpPr>
          <p:nvPr>
            <p:ph type="title" hasCustomPrompt="1"/>
          </p:nvPr>
        </p:nvSpPr>
        <p:spPr>
          <a:xfrm>
            <a:off x="636320" y="2077055"/>
            <a:ext cx="10823712" cy="668027"/>
          </a:xfrm>
        </p:spPr>
        <p:txBody>
          <a:bodyPr>
            <a:normAutofit/>
          </a:bodyPr>
          <a:lstStyle>
            <a:lvl1pPr algn="ctr">
              <a:defRPr sz="2800"/>
            </a:lvl1pPr>
          </a:lstStyle>
          <a:p>
            <a:r>
              <a:rPr lang="en-US"/>
              <a:t>Agenda Topic or Thought</a:t>
            </a:r>
          </a:p>
        </p:txBody>
      </p:sp>
      <p:cxnSp>
        <p:nvCxnSpPr>
          <p:cNvPr id="6" name="Straight Connector 5">
            <a:extLst>
              <a:ext uri="{FF2B5EF4-FFF2-40B4-BE49-F238E27FC236}">
                <a16:creationId xmlns:a16="http://schemas.microsoft.com/office/drawing/2014/main" id="{DAE6E9BB-7AD9-9346-8C48-F3CE5626BBA9}"/>
              </a:ext>
            </a:extLst>
          </p:cNvPr>
          <p:cNvCxnSpPr/>
          <p:nvPr userDrawn="1"/>
        </p:nvCxnSpPr>
        <p:spPr>
          <a:xfrm>
            <a:off x="3645725" y="3117272"/>
            <a:ext cx="484513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7C5C4A5-298C-0245-8059-1E52273BA7A3}"/>
              </a:ext>
            </a:extLst>
          </p:cNvPr>
          <p:cNvCxnSpPr/>
          <p:nvPr userDrawn="1"/>
        </p:nvCxnSpPr>
        <p:spPr>
          <a:xfrm>
            <a:off x="3645725" y="4536373"/>
            <a:ext cx="484513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BBAF05B9-3B79-B14D-B6AE-FDD1521128DB}"/>
              </a:ext>
            </a:extLst>
          </p:cNvPr>
          <p:cNvSpPr>
            <a:spLocks noGrp="1"/>
          </p:cNvSpPr>
          <p:nvPr>
            <p:ph type="body" sz="quarter" idx="10" hasCustomPrompt="1"/>
          </p:nvPr>
        </p:nvSpPr>
        <p:spPr>
          <a:xfrm>
            <a:off x="636320" y="3461887"/>
            <a:ext cx="10823712" cy="738187"/>
          </a:xfrm>
        </p:spPr>
        <p:txBody>
          <a:bodyPr anchor="ctr">
            <a:normAutofit/>
          </a:bodyPr>
          <a:lstStyle>
            <a:lvl1pPr marL="0" indent="0" algn="ctr">
              <a:buNone/>
              <a:defRPr sz="2800" b="1"/>
            </a:lvl1pPr>
          </a:lstStyle>
          <a:p>
            <a:pPr lvl="0"/>
            <a:r>
              <a:rPr lang="en-US"/>
              <a:t>Agenda Topic or Thought</a:t>
            </a:r>
          </a:p>
        </p:txBody>
      </p:sp>
      <p:sp>
        <p:nvSpPr>
          <p:cNvPr id="12" name="Text Placeholder 11">
            <a:extLst>
              <a:ext uri="{FF2B5EF4-FFF2-40B4-BE49-F238E27FC236}">
                <a16:creationId xmlns:a16="http://schemas.microsoft.com/office/drawing/2014/main" id="{D63FEC25-D669-2448-8C1B-66873957515B}"/>
              </a:ext>
            </a:extLst>
          </p:cNvPr>
          <p:cNvSpPr>
            <a:spLocks noGrp="1"/>
          </p:cNvSpPr>
          <p:nvPr>
            <p:ph type="body" sz="quarter" idx="11" hasCustomPrompt="1"/>
          </p:nvPr>
        </p:nvSpPr>
        <p:spPr>
          <a:xfrm>
            <a:off x="636320" y="4916880"/>
            <a:ext cx="10823843" cy="739363"/>
          </a:xfrm>
        </p:spPr>
        <p:txBody>
          <a:bodyPr anchor="ctr">
            <a:normAutofit/>
          </a:bodyPr>
          <a:lstStyle>
            <a:lvl1pPr marL="0" indent="0" algn="ctr">
              <a:buNone/>
              <a:defRPr sz="2800" b="1"/>
            </a:lvl1pPr>
          </a:lstStyle>
          <a:p>
            <a:pPr lvl="0"/>
            <a:r>
              <a:rPr lang="en-US"/>
              <a:t>Agenda Topic or Thought</a:t>
            </a:r>
          </a:p>
        </p:txBody>
      </p:sp>
      <p:cxnSp>
        <p:nvCxnSpPr>
          <p:cNvPr id="9" name="Straight Connector 8">
            <a:extLst>
              <a:ext uri="{FF2B5EF4-FFF2-40B4-BE49-F238E27FC236}">
                <a16:creationId xmlns:a16="http://schemas.microsoft.com/office/drawing/2014/main" id="{E6F55391-2DF1-CE47-9F80-835C7EEF0A26}"/>
              </a:ext>
            </a:extLst>
          </p:cNvPr>
          <p:cNvCxnSpPr/>
          <p:nvPr userDrawn="1"/>
        </p:nvCxnSpPr>
        <p:spPr>
          <a:xfrm>
            <a:off x="3645725" y="1698170"/>
            <a:ext cx="484513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1D800547-98FA-7D46-ACB1-3C1B90DE42C7}"/>
              </a:ext>
            </a:extLst>
          </p:cNvPr>
          <p:cNvSpPr>
            <a:spLocks noGrp="1"/>
          </p:cNvSpPr>
          <p:nvPr>
            <p:ph type="body" sz="quarter" idx="12" hasCustomPrompt="1"/>
          </p:nvPr>
        </p:nvSpPr>
        <p:spPr>
          <a:xfrm>
            <a:off x="636588" y="780811"/>
            <a:ext cx="10823575" cy="579439"/>
          </a:xfrm>
        </p:spPr>
        <p:txBody>
          <a:bodyPr anchor="ctr">
            <a:normAutofit/>
          </a:bodyPr>
          <a:lstStyle>
            <a:lvl1pPr marL="0" indent="0" algn="ctr">
              <a:buNone/>
              <a:defRPr sz="2800" b="1"/>
            </a:lvl1pPr>
          </a:lstStyle>
          <a:p>
            <a:pPr lvl="0"/>
            <a:r>
              <a:rPr lang="en-US"/>
              <a:t>Agenda Topic or Thought</a:t>
            </a:r>
          </a:p>
        </p:txBody>
      </p:sp>
      <p:sp>
        <p:nvSpPr>
          <p:cNvPr id="5" name="Slide Number Placeholder 4">
            <a:extLst>
              <a:ext uri="{FF2B5EF4-FFF2-40B4-BE49-F238E27FC236}">
                <a16:creationId xmlns:a16="http://schemas.microsoft.com/office/drawing/2014/main" id="{73D443EB-A36D-F04F-8D99-5FE63927024B}"/>
              </a:ext>
            </a:extLst>
          </p:cNvPr>
          <p:cNvSpPr>
            <a:spLocks noGrp="1"/>
          </p:cNvSpPr>
          <p:nvPr>
            <p:ph type="sldNum" sz="quarter" idx="13"/>
          </p:nvPr>
        </p:nvSpPr>
        <p:spPr/>
        <p:txBody>
          <a:bodyPr/>
          <a:lstStyle/>
          <a:p>
            <a:fld id="{2785879E-F879-EB4E-BB00-D936592386CB}" type="slidenum">
              <a:rPr lang="en-US" smtClean="0"/>
              <a:pPr/>
              <a:t>‹#›</a:t>
            </a:fld>
            <a:endParaRPr lang="en-US"/>
          </a:p>
        </p:txBody>
      </p:sp>
      <p:pic>
        <p:nvPicPr>
          <p:cNvPr id="13" name="Picture 12">
            <a:extLst>
              <a:ext uri="{FF2B5EF4-FFF2-40B4-BE49-F238E27FC236}">
                <a16:creationId xmlns:a16="http://schemas.microsoft.com/office/drawing/2014/main" id="{429330C4-B4E8-1343-81DB-5760685FD1AF}"/>
              </a:ext>
            </a:extLst>
          </p:cNvPr>
          <p:cNvPicPr>
            <a:picLocks noChangeAspect="1"/>
          </p:cNvPicPr>
          <p:nvPr userDrawn="1"/>
        </p:nvPicPr>
        <p:blipFill>
          <a:blip r:embed="rId2"/>
          <a:stretch>
            <a:fillRect/>
          </a:stretch>
        </p:blipFill>
        <p:spPr>
          <a:xfrm>
            <a:off x="-234290" y="6119399"/>
            <a:ext cx="11544300" cy="736600"/>
          </a:xfrm>
          <a:prstGeom prst="rect">
            <a:avLst/>
          </a:prstGeom>
        </p:spPr>
      </p:pic>
    </p:spTree>
    <p:extLst>
      <p:ext uri="{BB962C8B-B14F-4D97-AF65-F5344CB8AC3E}">
        <p14:creationId xmlns:p14="http://schemas.microsoft.com/office/powerpoint/2010/main" val="1839605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2703EC3-22BC-C343-87D8-4DAD3D7D61E7}"/>
              </a:ext>
            </a:extLst>
          </p:cNvPr>
          <p:cNvSpPr>
            <a:spLocks noGrp="1"/>
          </p:cNvSpPr>
          <p:nvPr>
            <p:ph type="sldNum" sz="quarter" idx="10"/>
          </p:nvPr>
        </p:nvSpPr>
        <p:spPr/>
        <p:txBody>
          <a:bodyPr/>
          <a:lstStyle/>
          <a:p>
            <a:fld id="{2785879E-F879-EB4E-BB00-D936592386CB}" type="slidenum">
              <a:rPr lang="en-US" smtClean="0"/>
              <a:pPr/>
              <a:t>‹#›</a:t>
            </a:fld>
            <a:endParaRPr lang="en-US"/>
          </a:p>
        </p:txBody>
      </p:sp>
    </p:spTree>
    <p:extLst>
      <p:ext uri="{BB962C8B-B14F-4D97-AF65-F5344CB8AC3E}">
        <p14:creationId xmlns:p14="http://schemas.microsoft.com/office/powerpoint/2010/main" val="3669001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ADBBC-9140-5642-B58A-03F5969DF5FC}"/>
              </a:ext>
            </a:extLst>
          </p:cNvPr>
          <p:cNvSpPr>
            <a:spLocks noGrp="1"/>
          </p:cNvSpPr>
          <p:nvPr>
            <p:ph type="title" hasCustomPrompt="1"/>
          </p:nvPr>
        </p:nvSpPr>
        <p:spPr>
          <a:xfrm>
            <a:off x="838200" y="1612035"/>
            <a:ext cx="10823712" cy="3375602"/>
          </a:xfrm>
        </p:spPr>
        <p:txBody>
          <a:bodyPr/>
          <a:lstStyle>
            <a:lvl1pPr algn="ctr">
              <a:defRPr sz="4000"/>
            </a:lvl1pPr>
          </a:lstStyle>
          <a:p>
            <a:r>
              <a:rPr lang="en-US"/>
              <a:t>Big thought goes here.</a:t>
            </a:r>
          </a:p>
        </p:txBody>
      </p:sp>
      <p:sp>
        <p:nvSpPr>
          <p:cNvPr id="8" name="Slide Number Placeholder 7">
            <a:extLst>
              <a:ext uri="{FF2B5EF4-FFF2-40B4-BE49-F238E27FC236}">
                <a16:creationId xmlns:a16="http://schemas.microsoft.com/office/drawing/2014/main" id="{62703EC3-22BC-C343-87D8-4DAD3D7D61E7}"/>
              </a:ext>
            </a:extLst>
          </p:cNvPr>
          <p:cNvSpPr>
            <a:spLocks noGrp="1"/>
          </p:cNvSpPr>
          <p:nvPr>
            <p:ph type="sldNum" sz="quarter" idx="10"/>
          </p:nvPr>
        </p:nvSpPr>
        <p:spPr/>
        <p:txBody>
          <a:bodyPr/>
          <a:lstStyle/>
          <a:p>
            <a:fld id="{2785879E-F879-EB4E-BB00-D936592386CB}" type="slidenum">
              <a:rPr lang="en-US" smtClean="0"/>
              <a:pPr/>
              <a:t>‹#›</a:t>
            </a:fld>
            <a:endParaRPr lang="en-US"/>
          </a:p>
        </p:txBody>
      </p:sp>
    </p:spTree>
    <p:extLst>
      <p:ext uri="{BB962C8B-B14F-4D97-AF65-F5344CB8AC3E}">
        <p14:creationId xmlns:p14="http://schemas.microsoft.com/office/powerpoint/2010/main" val="34692298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1_Title Onl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ADBBC-9140-5642-B58A-03F5969DF5FC}"/>
              </a:ext>
            </a:extLst>
          </p:cNvPr>
          <p:cNvSpPr>
            <a:spLocks noGrp="1"/>
          </p:cNvSpPr>
          <p:nvPr>
            <p:ph type="title" hasCustomPrompt="1"/>
          </p:nvPr>
        </p:nvSpPr>
        <p:spPr>
          <a:xfrm>
            <a:off x="838200" y="1612035"/>
            <a:ext cx="10823712" cy="3375602"/>
          </a:xfrm>
        </p:spPr>
        <p:txBody>
          <a:bodyPr/>
          <a:lstStyle>
            <a:lvl1pPr algn="ctr">
              <a:defRPr sz="4000">
                <a:solidFill>
                  <a:schemeClr val="bg1"/>
                </a:solidFill>
              </a:defRPr>
            </a:lvl1pPr>
          </a:lstStyle>
          <a:p>
            <a:r>
              <a:rPr lang="en-US"/>
              <a:t>Big thought goes here.</a:t>
            </a:r>
          </a:p>
        </p:txBody>
      </p:sp>
      <p:sp>
        <p:nvSpPr>
          <p:cNvPr id="3" name="Slide Number Placeholder 2">
            <a:extLst>
              <a:ext uri="{FF2B5EF4-FFF2-40B4-BE49-F238E27FC236}">
                <a16:creationId xmlns:a16="http://schemas.microsoft.com/office/drawing/2014/main" id="{7FBEB9FC-90DC-EF47-8C26-EE7A1E71A047}"/>
              </a:ext>
            </a:extLst>
          </p:cNvPr>
          <p:cNvSpPr>
            <a:spLocks noGrp="1"/>
          </p:cNvSpPr>
          <p:nvPr>
            <p:ph type="sldNum" sz="quarter" idx="10"/>
          </p:nvPr>
        </p:nvSpPr>
        <p:spPr/>
        <p:txBody>
          <a:bodyPr/>
          <a:lstStyle>
            <a:lvl1pPr>
              <a:defRPr>
                <a:solidFill>
                  <a:srgbClr val="FFFFFF"/>
                </a:solidFill>
              </a:defRPr>
            </a:lvl1pPr>
          </a:lstStyle>
          <a:p>
            <a:fld id="{2785879E-F879-EB4E-BB00-D936592386CB}" type="slidenum">
              <a:rPr lang="en-US" smtClean="0"/>
              <a:pPr/>
              <a:t>‹#›</a:t>
            </a:fld>
            <a:endParaRPr lang="en-US"/>
          </a:p>
        </p:txBody>
      </p:sp>
    </p:spTree>
    <p:extLst>
      <p:ext uri="{BB962C8B-B14F-4D97-AF65-F5344CB8AC3E}">
        <p14:creationId xmlns:p14="http://schemas.microsoft.com/office/powerpoint/2010/main" val="21665045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2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ADBBC-9140-5642-B58A-03F5969DF5FC}"/>
              </a:ext>
            </a:extLst>
          </p:cNvPr>
          <p:cNvSpPr>
            <a:spLocks noGrp="1"/>
          </p:cNvSpPr>
          <p:nvPr>
            <p:ph type="title" hasCustomPrompt="1"/>
          </p:nvPr>
        </p:nvSpPr>
        <p:spPr>
          <a:xfrm>
            <a:off x="838200" y="1612035"/>
            <a:ext cx="10823712" cy="3375602"/>
          </a:xfrm>
        </p:spPr>
        <p:txBody>
          <a:bodyPr/>
          <a:lstStyle>
            <a:lvl1pPr algn="ctr">
              <a:defRPr sz="4000">
                <a:solidFill>
                  <a:schemeClr val="bg1"/>
                </a:solidFill>
              </a:defRPr>
            </a:lvl1pPr>
          </a:lstStyle>
          <a:p>
            <a:r>
              <a:rPr lang="en-US"/>
              <a:t>Big thought goes here.</a:t>
            </a:r>
          </a:p>
        </p:txBody>
      </p:sp>
      <p:sp>
        <p:nvSpPr>
          <p:cNvPr id="3" name="Slide Number Placeholder 2">
            <a:extLst>
              <a:ext uri="{FF2B5EF4-FFF2-40B4-BE49-F238E27FC236}">
                <a16:creationId xmlns:a16="http://schemas.microsoft.com/office/drawing/2014/main" id="{73DE4733-E4A0-C343-BF34-9936A4871C9E}"/>
              </a:ext>
            </a:extLst>
          </p:cNvPr>
          <p:cNvSpPr>
            <a:spLocks noGrp="1"/>
          </p:cNvSpPr>
          <p:nvPr>
            <p:ph type="sldNum" sz="quarter" idx="10"/>
          </p:nvPr>
        </p:nvSpPr>
        <p:spPr/>
        <p:txBody>
          <a:bodyPr/>
          <a:lstStyle>
            <a:lvl1pPr>
              <a:defRPr>
                <a:solidFill>
                  <a:schemeClr val="bg1"/>
                </a:solidFill>
              </a:defRPr>
            </a:lvl1pPr>
          </a:lstStyle>
          <a:p>
            <a:fld id="{2785879E-F879-EB4E-BB00-D936592386CB}" type="slidenum">
              <a:rPr lang="en-US" smtClean="0"/>
              <a:pPr/>
              <a:t>‹#›</a:t>
            </a:fld>
            <a:endParaRPr lang="en-US"/>
          </a:p>
        </p:txBody>
      </p:sp>
    </p:spTree>
    <p:extLst>
      <p:ext uri="{BB962C8B-B14F-4D97-AF65-F5344CB8AC3E}">
        <p14:creationId xmlns:p14="http://schemas.microsoft.com/office/powerpoint/2010/main" val="5788068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63339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6" Type="http://schemas.openxmlformats.org/officeDocument/2006/relationships/theme" Target="../theme/theme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Placeholder 1"/>
          <p:cNvSpPr>
            <a:spLocks noGrp="1"/>
          </p:cNvSpPr>
          <p:nvPr>
            <p:ph type="title"/>
          </p:nvPr>
        </p:nvSpPr>
        <p:spPr bwMode="auto">
          <a:xfrm>
            <a:off x="524934" y="406400"/>
            <a:ext cx="11345333" cy="569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8" name="Text Placeholder 2"/>
          <p:cNvSpPr>
            <a:spLocks noGrp="1"/>
          </p:cNvSpPr>
          <p:nvPr>
            <p:ph type="body" idx="1"/>
          </p:nvPr>
        </p:nvSpPr>
        <p:spPr bwMode="auto">
          <a:xfrm>
            <a:off x="524934" y="1439335"/>
            <a:ext cx="11345333" cy="5096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2"/>
            <a:r>
              <a:rPr lang="en-US" altLang="en-US"/>
              <a:t>Second level</a:t>
            </a:r>
          </a:p>
          <a:p>
            <a:pPr lvl="3"/>
            <a:r>
              <a:rPr lang="en-US" altLang="en-US"/>
              <a:t>Third level</a:t>
            </a:r>
          </a:p>
          <a:p>
            <a:pPr lvl="4"/>
            <a:r>
              <a:rPr lang="en-US" altLang="en-US"/>
              <a:t>Fourth level</a:t>
            </a:r>
          </a:p>
        </p:txBody>
      </p:sp>
    </p:spTree>
    <p:extLst>
      <p:ext uri="{BB962C8B-B14F-4D97-AF65-F5344CB8AC3E}">
        <p14:creationId xmlns:p14="http://schemas.microsoft.com/office/powerpoint/2010/main" val="26197461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hdr="0" ftr="0" dt="0"/>
  <p:txStyles>
    <p:titleStyle>
      <a:lvl1pPr algn="l" defTabSz="609585" rtl="0" eaLnBrk="1" latinLnBrk="0" hangingPunct="1">
        <a:spcBef>
          <a:spcPct val="0"/>
        </a:spcBef>
        <a:buNone/>
        <a:defRPr sz="3200" b="1" kern="1200" spc="-67">
          <a:solidFill>
            <a:schemeClr val="accent1"/>
          </a:solidFill>
          <a:latin typeface="Arial"/>
          <a:ea typeface="+mj-ea"/>
          <a:cs typeface="Arial"/>
        </a:defRPr>
      </a:lvl1pPr>
    </p:titleStyle>
    <p:bodyStyle>
      <a:lvl1pPr marL="304792" indent="-304792" algn="l" defTabSz="609585" rtl="0" eaLnBrk="1" latinLnBrk="0" hangingPunct="1">
        <a:spcBef>
          <a:spcPct val="20000"/>
        </a:spcBef>
        <a:buFont typeface="Arial" charset="0"/>
        <a:buChar char="•"/>
        <a:tabLst/>
        <a:defRPr sz="1600" kern="1200">
          <a:solidFill>
            <a:schemeClr val="tx1">
              <a:lumMod val="90000"/>
              <a:lumOff val="10000"/>
            </a:schemeClr>
          </a:solidFill>
          <a:latin typeface="Arial"/>
          <a:ea typeface="+mn-ea"/>
          <a:cs typeface="Arial"/>
        </a:defRPr>
      </a:lvl1pPr>
      <a:lvl2pPr marL="487668" indent="-256026" algn="l" defTabSz="609585" rtl="0" eaLnBrk="1" latinLnBrk="0" hangingPunct="1">
        <a:spcBef>
          <a:spcPct val="20000"/>
        </a:spcBef>
        <a:buClr>
          <a:schemeClr val="tx1"/>
        </a:buClr>
        <a:buFont typeface="Arial"/>
        <a:buChar char="•"/>
        <a:defRPr sz="2667" kern="1200">
          <a:solidFill>
            <a:schemeClr val="tx1">
              <a:lumMod val="90000"/>
              <a:lumOff val="10000"/>
            </a:schemeClr>
          </a:solidFill>
          <a:latin typeface="Arial"/>
          <a:ea typeface="+mn-ea"/>
          <a:cs typeface="Arial"/>
        </a:defRPr>
      </a:lvl2pPr>
      <a:lvl3pPr marL="761981" indent="-304792" algn="l" defTabSz="609585" rtl="0" eaLnBrk="1" latinLnBrk="0" hangingPunct="1">
        <a:spcBef>
          <a:spcPct val="20000"/>
        </a:spcBef>
        <a:buClr>
          <a:schemeClr val="tx1"/>
        </a:buClr>
        <a:buFont typeface=".AppleSystemUIFont" charset="-120"/>
        <a:buChar char="–"/>
        <a:tabLst/>
        <a:defRPr sz="1600" kern="1200">
          <a:solidFill>
            <a:schemeClr val="tx1"/>
          </a:solidFill>
          <a:latin typeface="Arial"/>
          <a:ea typeface="+mn-ea"/>
          <a:cs typeface="Arial"/>
        </a:defRPr>
      </a:lvl3pPr>
      <a:lvl4pPr marL="1219170" indent="-304792" algn="l" defTabSz="609585" rtl="0" eaLnBrk="1" latinLnBrk="0" hangingPunct="1">
        <a:spcBef>
          <a:spcPct val="20000"/>
        </a:spcBef>
        <a:buClr>
          <a:schemeClr val="tx1"/>
        </a:buClr>
        <a:buFont typeface="Arial" charset="0"/>
        <a:buChar char="•"/>
        <a:tabLst/>
        <a:defRPr sz="1600" kern="1200">
          <a:solidFill>
            <a:schemeClr val="tx1"/>
          </a:solidFill>
          <a:latin typeface="Arial"/>
          <a:ea typeface="+mn-ea"/>
          <a:cs typeface="Arial"/>
        </a:defRPr>
      </a:lvl4pPr>
      <a:lvl5pPr marL="1676358" indent="-304792" algn="l" defTabSz="609585" rtl="0" eaLnBrk="1" latinLnBrk="0" hangingPunct="1">
        <a:spcBef>
          <a:spcPct val="20000"/>
        </a:spcBef>
        <a:buClr>
          <a:schemeClr val="tx1"/>
        </a:buClr>
        <a:buFont typeface=".AppleSystemUIFont" charset="-120"/>
        <a:buChar char="–"/>
        <a:tabLst/>
        <a:defRPr sz="1600" kern="1200">
          <a:solidFill>
            <a:schemeClr val="tx1"/>
          </a:solidFill>
          <a:latin typeface="Arial"/>
          <a:ea typeface="+mn-ea"/>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BC6AFC-D4F6-8245-9B79-35248BF265D5}"/>
              </a:ext>
            </a:extLst>
          </p:cNvPr>
          <p:cNvSpPr>
            <a:spLocks noGrp="1"/>
          </p:cNvSpPr>
          <p:nvPr>
            <p:ph type="title"/>
          </p:nvPr>
        </p:nvSpPr>
        <p:spPr>
          <a:xfrm>
            <a:off x="950026" y="531925"/>
            <a:ext cx="10711885" cy="430005"/>
          </a:xfrm>
          <a:prstGeom prst="rect">
            <a:avLst/>
          </a:prstGeom>
        </p:spPr>
        <p:txBody>
          <a:bodyPr vert="horz" lIns="0" tIns="0" rIns="0" bIns="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F548E29A-854A-134F-BE96-D0B963402279}"/>
              </a:ext>
            </a:extLst>
          </p:cNvPr>
          <p:cNvSpPr>
            <a:spLocks noGrp="1"/>
          </p:cNvSpPr>
          <p:nvPr>
            <p:ph type="body" idx="1"/>
          </p:nvPr>
        </p:nvSpPr>
        <p:spPr>
          <a:xfrm>
            <a:off x="950026" y="1825625"/>
            <a:ext cx="10711886" cy="4351338"/>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C6DC7AF-9E6D-CA4E-BF5F-E48EDBE62A3A}"/>
              </a:ext>
            </a:extLst>
          </p:cNvPr>
          <p:cNvSpPr>
            <a:spLocks noGrp="1"/>
          </p:cNvSpPr>
          <p:nvPr>
            <p:ph type="sldNum" sz="quarter" idx="4"/>
          </p:nvPr>
        </p:nvSpPr>
        <p:spPr>
          <a:xfrm>
            <a:off x="11150929" y="6311900"/>
            <a:ext cx="510983" cy="365125"/>
          </a:xfrm>
          <a:prstGeom prst="rect">
            <a:avLst/>
          </a:prstGeom>
        </p:spPr>
        <p:txBody>
          <a:bodyPr vert="horz" lIns="91440" tIns="45720" rIns="91440" bIns="45720" rtlCol="0" anchor="ctr"/>
          <a:lstStyle>
            <a:lvl1pPr algn="r">
              <a:defRPr sz="1000" b="1">
                <a:solidFill>
                  <a:schemeClr val="tx1">
                    <a:tint val="75000"/>
                  </a:schemeClr>
                </a:solidFill>
                <a:latin typeface="Arial" panose="020B0604020202020204" pitchFamily="34" charset="0"/>
                <a:cs typeface="Arial" panose="020B0604020202020204" pitchFamily="34" charset="0"/>
              </a:defRPr>
            </a:lvl1pPr>
          </a:lstStyle>
          <a:p>
            <a:fld id="{7F968040-7754-114C-870B-03B6AD2F3F90}" type="slidenum">
              <a:rPr lang="en-US" smtClean="0"/>
              <a:pPr/>
              <a:t>‹#›</a:t>
            </a:fld>
            <a:endParaRPr lang="en-US"/>
          </a:p>
        </p:txBody>
      </p:sp>
    </p:spTree>
    <p:extLst>
      <p:ext uri="{BB962C8B-B14F-4D97-AF65-F5344CB8AC3E}">
        <p14:creationId xmlns:p14="http://schemas.microsoft.com/office/powerpoint/2010/main" val="3982351573"/>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Lst>
  <p:hf hdr="0" ftr="0" dt="0"/>
  <p:txStyles>
    <p:titleStyle>
      <a:lvl1pPr algn="l"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137160" indent="-164592" algn="l" defTabSz="914400" rtl="0" eaLnBrk="1" latinLnBrk="0" hangingPunct="1">
        <a:lnSpc>
          <a:spcPct val="90000"/>
        </a:lnSpc>
        <a:spcBef>
          <a:spcPts val="10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1pPr>
      <a:lvl2pPr marL="320040" indent="-164592"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2pPr>
      <a:lvl3pPr marL="457200" indent="-164592"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594360" indent="-164592"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4pPr>
      <a:lvl5pPr marL="731520" indent="-164592"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8" Type="http://schemas.openxmlformats.org/officeDocument/2006/relationships/image" Target="../media/image13.tiff"/><Relationship Id="rId13" Type="http://schemas.openxmlformats.org/officeDocument/2006/relationships/image" Target="../media/image18.png"/><Relationship Id="rId3" Type="http://schemas.openxmlformats.org/officeDocument/2006/relationships/image" Target="../media/image8.jpe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jpeg"/></Relationships>
</file>

<file path=ppt/slides/_rels/slide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4.png"/><Relationship Id="rId4"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ADD83-0F84-244E-B9F5-59A1D3FCF1D1}"/>
              </a:ext>
            </a:extLst>
          </p:cNvPr>
          <p:cNvSpPr>
            <a:spLocks noGrp="1"/>
          </p:cNvSpPr>
          <p:nvPr>
            <p:ph type="ctrTitle"/>
          </p:nvPr>
        </p:nvSpPr>
        <p:spPr/>
        <p:txBody>
          <a:bodyPr/>
          <a:lstStyle/>
          <a:p>
            <a:r>
              <a:rPr lang="en-US" dirty="0" smtClean="0"/>
              <a:t>Axon &amp; Shipt Audit App</a:t>
            </a:r>
            <a:endParaRPr lang="en-US" dirty="0"/>
          </a:p>
        </p:txBody>
      </p:sp>
      <p:sp>
        <p:nvSpPr>
          <p:cNvPr id="3" name="Subtitle 2">
            <a:extLst>
              <a:ext uri="{FF2B5EF4-FFF2-40B4-BE49-F238E27FC236}">
                <a16:creationId xmlns:a16="http://schemas.microsoft.com/office/drawing/2014/main" id="{37A7D194-2D9E-D14B-8B26-0099D8812A4B}"/>
              </a:ext>
            </a:extLst>
          </p:cNvPr>
          <p:cNvSpPr>
            <a:spLocks noGrp="1"/>
          </p:cNvSpPr>
          <p:nvPr>
            <p:ph type="subTitle" idx="1"/>
          </p:nvPr>
        </p:nvSpPr>
        <p:spPr/>
        <p:txBody>
          <a:bodyPr/>
          <a:lstStyle/>
          <a:p>
            <a:r>
              <a:rPr lang="en-US" dirty="0" smtClean="0">
                <a:solidFill>
                  <a:schemeClr val="bg1">
                    <a:lumMod val="75000"/>
                  </a:schemeClr>
                </a:solidFill>
              </a:rPr>
              <a:t>March 2022</a:t>
            </a:r>
            <a:endParaRPr lang="en-US" dirty="0">
              <a:solidFill>
                <a:schemeClr val="bg1">
                  <a:lumMod val="75000"/>
                </a:schemeClr>
              </a:solidFill>
            </a:endParaRPr>
          </a:p>
        </p:txBody>
      </p:sp>
      <p:pic>
        <p:nvPicPr>
          <p:cNvPr id="4" name="Picture 3">
            <a:extLst>
              <a:ext uri="{FF2B5EF4-FFF2-40B4-BE49-F238E27FC236}">
                <a16:creationId xmlns:a16="http://schemas.microsoft.com/office/drawing/2014/main" id="{EBE99CF7-1D76-AF47-B5F3-B4FB04B7144A}"/>
              </a:ext>
            </a:extLst>
          </p:cNvPr>
          <p:cNvPicPr>
            <a:picLocks noChangeAspect="1"/>
          </p:cNvPicPr>
          <p:nvPr/>
        </p:nvPicPr>
        <p:blipFill rotWithShape="1">
          <a:blip r:embed="rId2"/>
          <a:srcRect l="3653" t="6492" r="4604" b="33802"/>
          <a:stretch/>
        </p:blipFill>
        <p:spPr>
          <a:xfrm>
            <a:off x="9491101" y="5797509"/>
            <a:ext cx="2224333" cy="833241"/>
          </a:xfrm>
          <a:prstGeom prst="rect">
            <a:avLst/>
          </a:prstGeom>
        </p:spPr>
      </p:pic>
    </p:spTree>
    <p:extLst>
      <p:ext uri="{BB962C8B-B14F-4D97-AF65-F5344CB8AC3E}">
        <p14:creationId xmlns:p14="http://schemas.microsoft.com/office/powerpoint/2010/main" val="9931995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3832225" y="26971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 name="TextBox 4"/>
          <p:cNvSpPr txBox="1"/>
          <p:nvPr/>
        </p:nvSpPr>
        <p:spPr>
          <a:xfrm>
            <a:off x="838200" y="1045115"/>
            <a:ext cx="11037277" cy="1138773"/>
          </a:xfrm>
          <a:prstGeom prst="rect">
            <a:avLst/>
          </a:prstGeom>
          <a:noFill/>
        </p:spPr>
        <p:txBody>
          <a:bodyPr wrap="square" rtlCol="0">
            <a:spAutoFit/>
          </a:bodyPr>
          <a:lstStyle/>
          <a:p>
            <a:r>
              <a:rPr lang="en-US" sz="1400" dirty="0" smtClean="0"/>
              <a:t>Axon is a platform aggregation layer that provides datasets and key real time fulfillment metrics to tenants and consumers to drive Fulfillment operations. </a:t>
            </a:r>
          </a:p>
          <a:p>
            <a:endParaRPr lang="en-US" sz="1400" dirty="0" smtClean="0"/>
          </a:p>
          <a:p>
            <a:pPr marL="742950" lvl="1" indent="-285750">
              <a:buFont typeface="Arial" panose="020B0604020202020204" pitchFamily="34" charset="0"/>
              <a:buChar char="•"/>
            </a:pPr>
            <a:r>
              <a:rPr lang="en-US" sz="1400" dirty="0" smtClean="0"/>
              <a:t>Axon consumes data from multiple sources to enable specific views or use cases for store level and aggregated data points. </a:t>
            </a:r>
            <a:endParaRPr lang="en-US" sz="1400" dirty="0"/>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9" name="Title 1">
            <a:extLst>
              <a:ext uri="{FF2B5EF4-FFF2-40B4-BE49-F238E27FC236}">
                <a16:creationId xmlns:a16="http://schemas.microsoft.com/office/drawing/2014/main" id="{C815DAE8-1AB0-5548-932C-3B207D575474}"/>
              </a:ext>
            </a:extLst>
          </p:cNvPr>
          <p:cNvSpPr>
            <a:spLocks noGrp="1"/>
          </p:cNvSpPr>
          <p:nvPr>
            <p:ph type="title"/>
          </p:nvPr>
        </p:nvSpPr>
        <p:spPr>
          <a:xfrm>
            <a:off x="838200" y="531925"/>
            <a:ext cx="10823712" cy="430005"/>
          </a:xfrm>
        </p:spPr>
        <p:txBody>
          <a:bodyPr/>
          <a:lstStyle/>
          <a:p>
            <a:r>
              <a:rPr lang="en-US" dirty="0" smtClean="0"/>
              <a:t>What is Axon?</a:t>
            </a:r>
            <a:endParaRPr lang="en-US" dirty="0"/>
          </a:p>
        </p:txBody>
      </p:sp>
      <p:grpSp>
        <p:nvGrpSpPr>
          <p:cNvPr id="11" name="Group 10"/>
          <p:cNvGrpSpPr/>
          <p:nvPr/>
        </p:nvGrpSpPr>
        <p:grpSpPr>
          <a:xfrm>
            <a:off x="947548" y="2136729"/>
            <a:ext cx="10395877" cy="4575380"/>
            <a:chOff x="947548" y="2136729"/>
            <a:chExt cx="10395877" cy="4575380"/>
          </a:xfrm>
        </p:grpSpPr>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57742" y="3751866"/>
              <a:ext cx="2384628" cy="1162129"/>
            </a:xfrm>
            <a:prstGeom prst="rect">
              <a:avLst/>
            </a:prstGeom>
          </p:spPr>
        </p:pic>
        <p:cxnSp>
          <p:nvCxnSpPr>
            <p:cNvPr id="8" name="Straight Arrow Connector 7"/>
            <p:cNvCxnSpPr/>
            <p:nvPr/>
          </p:nvCxnSpPr>
          <p:spPr>
            <a:xfrm flipV="1">
              <a:off x="7742565" y="3274883"/>
              <a:ext cx="1137797" cy="49353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7736703" y="4013263"/>
              <a:ext cx="2462374" cy="160849"/>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7743539" y="4722947"/>
              <a:ext cx="2592653" cy="610442"/>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0434533" y="3461557"/>
              <a:ext cx="786667" cy="978665"/>
              <a:chOff x="9741205" y="2708351"/>
              <a:chExt cx="1154593" cy="1478328"/>
            </a:xfrm>
          </p:grpSpPr>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41205" y="2708351"/>
                <a:ext cx="1071964" cy="1071964"/>
              </a:xfrm>
              <a:prstGeom prst="rect">
                <a:avLst/>
              </a:prstGeom>
            </p:spPr>
          </p:pic>
          <p:sp>
            <p:nvSpPr>
              <p:cNvPr id="21" name="TextBox 20"/>
              <p:cNvSpPr txBox="1"/>
              <p:nvPr/>
            </p:nvSpPr>
            <p:spPr>
              <a:xfrm>
                <a:off x="9741205" y="3791503"/>
                <a:ext cx="1154593" cy="395176"/>
              </a:xfrm>
              <a:prstGeom prst="rect">
                <a:avLst/>
              </a:prstGeom>
              <a:noFill/>
            </p:spPr>
            <p:txBody>
              <a:bodyPr wrap="square" rtlCol="0">
                <a:spAutoFit/>
              </a:bodyPr>
              <a:lstStyle/>
              <a:p>
                <a:pPr algn="ctr"/>
                <a:r>
                  <a:rPr lang="en-US" sz="1100" dirty="0" smtClean="0"/>
                  <a:t>Houston</a:t>
                </a:r>
                <a:endParaRPr lang="en-US" sz="1100" dirty="0"/>
              </a:p>
            </p:txBody>
          </p:sp>
        </p:grpSp>
        <p:grpSp>
          <p:nvGrpSpPr>
            <p:cNvPr id="25" name="Group 24"/>
            <p:cNvGrpSpPr/>
            <p:nvPr/>
          </p:nvGrpSpPr>
          <p:grpSpPr>
            <a:xfrm>
              <a:off x="9049386" y="2688869"/>
              <a:ext cx="773723" cy="1045727"/>
              <a:chOff x="9611907" y="686605"/>
              <a:chExt cx="1078600" cy="1558120"/>
            </a:xfrm>
          </p:grpSpPr>
          <p:pic>
            <p:nvPicPr>
              <p:cNvPr id="26" name="Picture 5" descr="A picture containing text, clock, gauge, close&#10;&#10;Description automatically generated">
                <a:extLst>
                  <a:ext uri="{FF2B5EF4-FFF2-40B4-BE49-F238E27FC236}">
                    <a16:creationId xmlns:a16="http://schemas.microsoft.com/office/drawing/2014/main" id="{3E06F00C-6584-4C7C-90EA-AA92A410EFDB}"/>
                  </a:ext>
                </a:extLst>
              </p:cNvPr>
              <p:cNvPicPr>
                <a:picLocks noChangeAspect="1"/>
              </p:cNvPicPr>
              <p:nvPr/>
            </p:nvPicPr>
            <p:blipFill>
              <a:blip r:embed="rId5"/>
              <a:stretch>
                <a:fillRect/>
              </a:stretch>
            </p:blipFill>
            <p:spPr>
              <a:xfrm>
                <a:off x="9611907" y="686605"/>
                <a:ext cx="1078600" cy="1071964"/>
              </a:xfrm>
              <a:prstGeom prst="rect">
                <a:avLst/>
              </a:prstGeom>
            </p:spPr>
          </p:pic>
          <p:sp>
            <p:nvSpPr>
              <p:cNvPr id="27" name="TextBox 26">
                <a:extLst>
                  <a:ext uri="{FF2B5EF4-FFF2-40B4-BE49-F238E27FC236}">
                    <a16:creationId xmlns:a16="http://schemas.microsoft.com/office/drawing/2014/main" id="{CB6117AC-C50F-4D93-894E-C587CD0F9688}"/>
                  </a:ext>
                </a:extLst>
              </p:cNvPr>
              <p:cNvSpPr txBox="1"/>
              <p:nvPr/>
            </p:nvSpPr>
            <p:spPr>
              <a:xfrm>
                <a:off x="9703587" y="1823884"/>
                <a:ext cx="895241" cy="4208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dirty="0"/>
                  <a:t>MPM</a:t>
                </a:r>
              </a:p>
            </p:txBody>
          </p:sp>
        </p:grpSp>
        <p:grpSp>
          <p:nvGrpSpPr>
            <p:cNvPr id="32" name="Group 31"/>
            <p:cNvGrpSpPr/>
            <p:nvPr/>
          </p:nvGrpSpPr>
          <p:grpSpPr>
            <a:xfrm>
              <a:off x="3419359" y="2255013"/>
              <a:ext cx="741289" cy="922959"/>
              <a:chOff x="1338300" y="3135758"/>
              <a:chExt cx="982431" cy="1371050"/>
            </a:xfrm>
          </p:grpSpPr>
          <p:pic>
            <p:nvPicPr>
              <p:cNvPr id="33" name="Picture 32">
                <a:extLst>
                  <a:ext uri="{FF2B5EF4-FFF2-40B4-BE49-F238E27FC236}">
                    <a16:creationId xmlns:a16="http://schemas.microsoft.com/office/drawing/2014/main" id="{2D54D7D4-CFB8-1A44-89DD-5D2E7E19622F}"/>
                  </a:ext>
                </a:extLst>
              </p:cNvPr>
              <p:cNvPicPr>
                <a:picLocks noChangeAspect="1"/>
              </p:cNvPicPr>
              <p:nvPr/>
            </p:nvPicPr>
            <p:blipFill>
              <a:blip r:embed="rId6"/>
              <a:stretch>
                <a:fillRect/>
              </a:stretch>
            </p:blipFill>
            <p:spPr>
              <a:xfrm>
                <a:off x="1338300" y="3135758"/>
                <a:ext cx="982431" cy="982430"/>
              </a:xfrm>
              <a:prstGeom prst="rect">
                <a:avLst/>
              </a:prstGeom>
            </p:spPr>
          </p:pic>
          <p:sp>
            <p:nvSpPr>
              <p:cNvPr id="34" name="TextBox 33">
                <a:extLst>
                  <a:ext uri="{FF2B5EF4-FFF2-40B4-BE49-F238E27FC236}">
                    <a16:creationId xmlns:a16="http://schemas.microsoft.com/office/drawing/2014/main" id="{CB6117AC-C50F-4D93-894E-C587CD0F9688}"/>
                  </a:ext>
                </a:extLst>
              </p:cNvPr>
              <p:cNvSpPr txBox="1"/>
              <p:nvPr/>
            </p:nvSpPr>
            <p:spPr>
              <a:xfrm>
                <a:off x="1410426" y="4118188"/>
                <a:ext cx="895241" cy="3886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dirty="0" smtClean="0"/>
                  <a:t>ePick</a:t>
                </a:r>
                <a:endParaRPr lang="en-US" sz="1100" dirty="0"/>
              </a:p>
            </p:txBody>
          </p:sp>
        </p:grpSp>
        <p:pic>
          <p:nvPicPr>
            <p:cNvPr id="35" name="Picture 34"/>
            <p:cNvPicPr>
              <a:picLocks noChangeAspect="1"/>
            </p:cNvPicPr>
            <p:nvPr/>
          </p:nvPicPr>
          <p:blipFill rotWithShape="1">
            <a:blip r:embed="rId7">
              <a:extLst>
                <a:ext uri="{28A0092B-C50C-407E-A947-70E740481C1C}">
                  <a14:useLocalDpi xmlns:a14="http://schemas.microsoft.com/office/drawing/2010/main" val="0"/>
                </a:ext>
              </a:extLst>
            </a:blip>
            <a:srcRect t="21120" b="21460"/>
            <a:stretch/>
          </p:blipFill>
          <p:spPr>
            <a:xfrm>
              <a:off x="1504872" y="2136729"/>
              <a:ext cx="1368994" cy="786066"/>
            </a:xfrm>
            <a:prstGeom prst="rect">
              <a:avLst/>
            </a:prstGeom>
          </p:spPr>
        </p:pic>
        <p:grpSp>
          <p:nvGrpSpPr>
            <p:cNvPr id="36" name="Group 35"/>
            <p:cNvGrpSpPr/>
            <p:nvPr/>
          </p:nvGrpSpPr>
          <p:grpSpPr>
            <a:xfrm>
              <a:off x="957927" y="5139620"/>
              <a:ext cx="1223622" cy="968930"/>
              <a:chOff x="13548888" y="3558628"/>
              <a:chExt cx="1223622" cy="968930"/>
            </a:xfrm>
          </p:grpSpPr>
          <p:pic>
            <p:nvPicPr>
              <p:cNvPr id="37" name="Picture 36">
                <a:extLst>
                  <a:ext uri="{FF2B5EF4-FFF2-40B4-BE49-F238E27FC236}">
                    <a16:creationId xmlns:a16="http://schemas.microsoft.com/office/drawing/2014/main" id="{2126E487-F0F2-2148-AE16-000DC0033155}"/>
                  </a:ext>
                </a:extLst>
              </p:cNvPr>
              <p:cNvPicPr>
                <a:picLocks noChangeAspect="1"/>
              </p:cNvPicPr>
              <p:nvPr/>
            </p:nvPicPr>
            <p:blipFill>
              <a:blip r:embed="rId8"/>
              <a:stretch>
                <a:fillRect/>
              </a:stretch>
            </p:blipFill>
            <p:spPr>
              <a:xfrm>
                <a:off x="13803383" y="3558628"/>
                <a:ext cx="728500" cy="728500"/>
              </a:xfrm>
              <a:prstGeom prst="rect">
                <a:avLst/>
              </a:prstGeom>
            </p:spPr>
          </p:pic>
          <p:sp>
            <p:nvSpPr>
              <p:cNvPr id="38" name="TextBox 37">
                <a:extLst>
                  <a:ext uri="{FF2B5EF4-FFF2-40B4-BE49-F238E27FC236}">
                    <a16:creationId xmlns:a16="http://schemas.microsoft.com/office/drawing/2014/main" id="{CB6117AC-C50F-4D93-894E-C587CD0F9688}"/>
                  </a:ext>
                </a:extLst>
              </p:cNvPr>
              <p:cNvSpPr txBox="1"/>
              <p:nvPr/>
            </p:nvSpPr>
            <p:spPr>
              <a:xfrm>
                <a:off x="13548888" y="4265948"/>
                <a:ext cx="1223622"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dirty="0" smtClean="0"/>
                  <a:t>SPACE</a:t>
                </a:r>
                <a:endParaRPr lang="en-US" sz="1100" dirty="0"/>
              </a:p>
            </p:txBody>
          </p:sp>
        </p:grpSp>
        <p:pic>
          <p:nvPicPr>
            <p:cNvPr id="40" name="Picture 39"/>
            <p:cNvPicPr>
              <a:picLocks noChangeAspect="1"/>
            </p:cNvPicPr>
            <p:nvPr/>
          </p:nvPicPr>
          <p:blipFill rotWithShape="1">
            <a:blip r:embed="rId9"/>
            <a:srcRect t="8654" b="10577"/>
            <a:stretch/>
          </p:blipFill>
          <p:spPr>
            <a:xfrm>
              <a:off x="2481954" y="6273683"/>
              <a:ext cx="2397858" cy="399841"/>
            </a:xfrm>
            <a:prstGeom prst="rect">
              <a:avLst/>
            </a:prstGeom>
          </p:spPr>
        </p:pic>
        <p:grpSp>
          <p:nvGrpSpPr>
            <p:cNvPr id="45" name="Group 44"/>
            <p:cNvGrpSpPr/>
            <p:nvPr/>
          </p:nvGrpSpPr>
          <p:grpSpPr>
            <a:xfrm>
              <a:off x="2803676" y="5296386"/>
              <a:ext cx="1007855" cy="782380"/>
              <a:chOff x="2902356" y="4611819"/>
              <a:chExt cx="1007855" cy="782380"/>
            </a:xfrm>
          </p:grpSpPr>
          <p:pic>
            <p:nvPicPr>
              <p:cNvPr id="41" name="Picture 40"/>
              <p:cNvPicPr>
                <a:picLocks noChangeAspect="1"/>
              </p:cNvPicPr>
              <p:nvPr/>
            </p:nvPicPr>
            <p:blipFill rotWithShape="1">
              <a:blip r:embed="rId10"/>
              <a:srcRect t="7994"/>
              <a:stretch/>
            </p:blipFill>
            <p:spPr>
              <a:xfrm>
                <a:off x="2976231" y="4611819"/>
                <a:ext cx="855994" cy="609427"/>
              </a:xfrm>
              <a:prstGeom prst="rect">
                <a:avLst/>
              </a:prstGeom>
            </p:spPr>
          </p:pic>
          <p:sp>
            <p:nvSpPr>
              <p:cNvPr id="44" name="TextBox 43">
                <a:extLst>
                  <a:ext uri="{FF2B5EF4-FFF2-40B4-BE49-F238E27FC236}">
                    <a16:creationId xmlns:a16="http://schemas.microsoft.com/office/drawing/2014/main" id="{CB6117AC-C50F-4D93-894E-C587CD0F9688}"/>
                  </a:ext>
                </a:extLst>
              </p:cNvPr>
              <p:cNvSpPr txBox="1"/>
              <p:nvPr/>
            </p:nvSpPr>
            <p:spPr>
              <a:xfrm>
                <a:off x="2902356" y="5132589"/>
                <a:ext cx="1007855"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dirty="0" smtClean="0"/>
                  <a:t>Greenfield</a:t>
                </a:r>
                <a:endParaRPr lang="en-US" sz="1100" dirty="0"/>
              </a:p>
            </p:txBody>
          </p:sp>
        </p:grpSp>
        <p:sp>
          <p:nvSpPr>
            <p:cNvPr id="46" name="Rectangle 45"/>
            <p:cNvSpPr/>
            <p:nvPr/>
          </p:nvSpPr>
          <p:spPr>
            <a:xfrm>
              <a:off x="4751376" y="3553550"/>
              <a:ext cx="2997359" cy="1705707"/>
            </a:xfrm>
            <a:prstGeom prst="rect">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Arrow Connector 51"/>
            <p:cNvCxnSpPr/>
            <p:nvPr/>
          </p:nvCxnSpPr>
          <p:spPr>
            <a:xfrm>
              <a:off x="7749612" y="5051785"/>
              <a:ext cx="1013388" cy="812421"/>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flipH="1" flipV="1">
              <a:off x="4236332" y="2905210"/>
              <a:ext cx="514168" cy="76624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H="1" flipV="1">
              <a:off x="2494773" y="2855217"/>
              <a:ext cx="2261321" cy="101867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a:off x="3156912" y="4543063"/>
              <a:ext cx="1593587" cy="216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H="1">
              <a:off x="2063700" y="4888322"/>
              <a:ext cx="2687677" cy="49485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flipH="1">
              <a:off x="3632748" y="5062444"/>
              <a:ext cx="1118629" cy="432897"/>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H="1">
              <a:off x="3731415" y="5184197"/>
              <a:ext cx="1031994" cy="10389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2" name="Group 71"/>
            <p:cNvGrpSpPr/>
            <p:nvPr/>
          </p:nvGrpSpPr>
          <p:grpSpPr>
            <a:xfrm>
              <a:off x="947548" y="3270295"/>
              <a:ext cx="1087416" cy="1100415"/>
              <a:chOff x="9366924" y="4606956"/>
              <a:chExt cx="1637490" cy="1630557"/>
            </a:xfrm>
          </p:grpSpPr>
          <p:pic>
            <p:nvPicPr>
              <p:cNvPr id="73" name="Picture 9" descr="A picture containing graphical user interface&#10;&#10;Description automatically generated">
                <a:extLst>
                  <a:ext uri="{FF2B5EF4-FFF2-40B4-BE49-F238E27FC236}">
                    <a16:creationId xmlns:a16="http://schemas.microsoft.com/office/drawing/2014/main" id="{6995267B-593B-4031-B3E8-811FD93AF5FC}"/>
                  </a:ext>
                </a:extLst>
              </p:cNvPr>
              <p:cNvPicPr>
                <a:picLocks noChangeAspect="1"/>
              </p:cNvPicPr>
              <p:nvPr/>
            </p:nvPicPr>
            <p:blipFill>
              <a:blip r:embed="rId11"/>
              <a:stretch>
                <a:fillRect/>
              </a:stretch>
            </p:blipFill>
            <p:spPr>
              <a:xfrm>
                <a:off x="9637573" y="4606956"/>
                <a:ext cx="1120613" cy="983079"/>
              </a:xfrm>
              <a:prstGeom prst="rect">
                <a:avLst/>
              </a:prstGeom>
            </p:spPr>
          </p:pic>
          <p:sp>
            <p:nvSpPr>
              <p:cNvPr id="74" name="TextBox 73">
                <a:extLst>
                  <a:ext uri="{FF2B5EF4-FFF2-40B4-BE49-F238E27FC236}">
                    <a16:creationId xmlns:a16="http://schemas.microsoft.com/office/drawing/2014/main" id="{5ED2731B-2453-4DE4-BD5B-2C3425734FAF}"/>
                  </a:ext>
                </a:extLst>
              </p:cNvPr>
              <p:cNvSpPr txBox="1"/>
              <p:nvPr/>
            </p:nvSpPr>
            <p:spPr>
              <a:xfrm>
                <a:off x="9366924" y="5599040"/>
                <a:ext cx="1637490" cy="6384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dirty="0"/>
                  <a:t>Workload Prioritization</a:t>
                </a:r>
                <a:endParaRPr lang="en-US" sz="1400" dirty="0"/>
              </a:p>
            </p:txBody>
          </p:sp>
        </p:grpSp>
        <p:cxnSp>
          <p:nvCxnSpPr>
            <p:cNvPr id="79" name="Straight Connector 78"/>
            <p:cNvCxnSpPr/>
            <p:nvPr/>
          </p:nvCxnSpPr>
          <p:spPr>
            <a:xfrm flipH="1" flipV="1">
              <a:off x="2017378" y="3533845"/>
              <a:ext cx="2733121" cy="59169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1922855" y="4082387"/>
              <a:ext cx="1506416" cy="969398"/>
              <a:chOff x="1812264" y="3831401"/>
              <a:chExt cx="1506416" cy="969398"/>
            </a:xfrm>
          </p:grpSpPr>
          <p:sp>
            <p:nvSpPr>
              <p:cNvPr id="58" name="TextBox 57"/>
              <p:cNvSpPr txBox="1"/>
              <p:nvPr/>
            </p:nvSpPr>
            <p:spPr>
              <a:xfrm>
                <a:off x="1812264" y="4539189"/>
                <a:ext cx="1506416" cy="261610"/>
              </a:xfrm>
              <a:prstGeom prst="rect">
                <a:avLst/>
              </a:prstGeom>
              <a:noFill/>
            </p:spPr>
            <p:txBody>
              <a:bodyPr wrap="square" rtlCol="0">
                <a:spAutoFit/>
              </a:bodyPr>
              <a:lstStyle/>
              <a:p>
                <a:pPr algn="ctr"/>
                <a:r>
                  <a:rPr lang="en-US" sz="1100" dirty="0" smtClean="0"/>
                  <a:t>gPack</a:t>
                </a:r>
                <a:endParaRPr lang="en-US" sz="1100" dirty="0"/>
              </a:p>
            </p:txBody>
          </p:sp>
          <p:pic>
            <p:nvPicPr>
              <p:cNvPr id="2" name="Picture 1"/>
              <p:cNvPicPr>
                <a:picLocks noChangeAspect="1"/>
              </p:cNvPicPr>
              <p:nvPr/>
            </p:nvPicPr>
            <p:blipFill>
              <a:blip r:embed="rId12"/>
              <a:stretch>
                <a:fillRect/>
              </a:stretch>
            </p:blipFill>
            <p:spPr>
              <a:xfrm>
                <a:off x="2183346" y="3831401"/>
                <a:ext cx="730586" cy="728522"/>
              </a:xfrm>
              <a:prstGeom prst="rect">
                <a:avLst/>
              </a:prstGeom>
            </p:spPr>
          </p:pic>
        </p:grpSp>
        <p:grpSp>
          <p:nvGrpSpPr>
            <p:cNvPr id="7" name="Group 6"/>
            <p:cNvGrpSpPr/>
            <p:nvPr/>
          </p:nvGrpSpPr>
          <p:grpSpPr>
            <a:xfrm>
              <a:off x="10256009" y="4830581"/>
              <a:ext cx="1087416" cy="1003833"/>
              <a:chOff x="10284158" y="4834254"/>
              <a:chExt cx="1087416" cy="1003833"/>
            </a:xfrm>
          </p:grpSpPr>
          <p:sp>
            <p:nvSpPr>
              <p:cNvPr id="24" name="TextBox 23">
                <a:extLst>
                  <a:ext uri="{FF2B5EF4-FFF2-40B4-BE49-F238E27FC236}">
                    <a16:creationId xmlns:a16="http://schemas.microsoft.com/office/drawing/2014/main" id="{5ED2731B-2453-4DE4-BD5B-2C3425734FAF}"/>
                  </a:ext>
                </a:extLst>
              </p:cNvPr>
              <p:cNvSpPr txBox="1"/>
              <p:nvPr/>
            </p:nvSpPr>
            <p:spPr>
              <a:xfrm>
                <a:off x="10284158" y="5576477"/>
                <a:ext cx="1087416"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100" dirty="0" smtClean="0"/>
                  <a:t>myDay</a:t>
                </a:r>
                <a:endParaRPr lang="en-US" sz="1400" dirty="0"/>
              </a:p>
            </p:txBody>
          </p:sp>
          <p:pic>
            <p:nvPicPr>
              <p:cNvPr id="4" name="Picture 3"/>
              <p:cNvPicPr>
                <a:picLocks noChangeAspect="1"/>
              </p:cNvPicPr>
              <p:nvPr/>
            </p:nvPicPr>
            <p:blipFill>
              <a:blip r:embed="rId13"/>
              <a:stretch>
                <a:fillRect/>
              </a:stretch>
            </p:blipFill>
            <p:spPr>
              <a:xfrm>
                <a:off x="10458864" y="4834254"/>
                <a:ext cx="730369" cy="748859"/>
              </a:xfrm>
              <a:prstGeom prst="rect">
                <a:avLst/>
              </a:prstGeom>
            </p:spPr>
          </p:pic>
        </p:grpSp>
        <p:grpSp>
          <p:nvGrpSpPr>
            <p:cNvPr id="23" name="Group 22"/>
            <p:cNvGrpSpPr/>
            <p:nvPr/>
          </p:nvGrpSpPr>
          <p:grpSpPr>
            <a:xfrm>
              <a:off x="8508618" y="5601099"/>
              <a:ext cx="1506416" cy="1111010"/>
              <a:chOff x="8462320" y="5398643"/>
              <a:chExt cx="1506416" cy="1111010"/>
            </a:xfrm>
          </p:grpSpPr>
          <p:sp>
            <p:nvSpPr>
              <p:cNvPr id="56" name="TextBox 55"/>
              <p:cNvSpPr txBox="1"/>
              <p:nvPr/>
            </p:nvSpPr>
            <p:spPr>
              <a:xfrm>
                <a:off x="8462320" y="6078766"/>
                <a:ext cx="1506416" cy="430887"/>
              </a:xfrm>
              <a:prstGeom prst="rect">
                <a:avLst/>
              </a:prstGeom>
              <a:noFill/>
            </p:spPr>
            <p:txBody>
              <a:bodyPr wrap="square" rtlCol="0">
                <a:spAutoFit/>
              </a:bodyPr>
              <a:lstStyle/>
              <a:p>
                <a:pPr algn="ctr"/>
                <a:r>
                  <a:rPr lang="en-US" sz="1100" dirty="0" smtClean="0"/>
                  <a:t>Capacity Management</a:t>
                </a:r>
                <a:endParaRPr lang="en-US" sz="1100" dirty="0"/>
              </a:p>
            </p:txBody>
          </p:sp>
          <p:pic>
            <p:nvPicPr>
              <p:cNvPr id="53" name="Picture 52">
                <a:extLst>
                  <a:ext uri="{FF2B5EF4-FFF2-40B4-BE49-F238E27FC236}">
                    <a16:creationId xmlns:a16="http://schemas.microsoft.com/office/drawing/2014/main" id="{A08F76EB-F2FE-8144-93CE-7C2C3486482E}"/>
                  </a:ext>
                </a:extLst>
              </p:cNvPr>
              <p:cNvPicPr>
                <a:picLocks noChangeAspect="1"/>
              </p:cNvPicPr>
              <p:nvPr/>
            </p:nvPicPr>
            <p:blipFill>
              <a:blip r:embed="rId14"/>
              <a:stretch>
                <a:fillRect/>
              </a:stretch>
            </p:blipFill>
            <p:spPr>
              <a:xfrm>
                <a:off x="8822369" y="5398643"/>
                <a:ext cx="687135" cy="680123"/>
              </a:xfrm>
              <a:prstGeom prst="rect">
                <a:avLst/>
              </a:prstGeom>
            </p:spPr>
          </p:pic>
        </p:grpSp>
      </p:grpSp>
    </p:spTree>
    <p:extLst>
      <p:ext uri="{BB962C8B-B14F-4D97-AF65-F5344CB8AC3E}">
        <p14:creationId xmlns:p14="http://schemas.microsoft.com/office/powerpoint/2010/main" val="31461516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3832225" y="26971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8" name="Title 1">
            <a:extLst>
              <a:ext uri="{FF2B5EF4-FFF2-40B4-BE49-F238E27FC236}">
                <a16:creationId xmlns:a16="http://schemas.microsoft.com/office/drawing/2014/main" id="{C815DAE8-1AB0-5548-932C-3B207D575474}"/>
              </a:ext>
            </a:extLst>
          </p:cNvPr>
          <p:cNvSpPr>
            <a:spLocks noGrp="1"/>
          </p:cNvSpPr>
          <p:nvPr>
            <p:ph type="title"/>
          </p:nvPr>
        </p:nvSpPr>
        <p:spPr>
          <a:xfrm>
            <a:off x="838200" y="531925"/>
            <a:ext cx="10823712" cy="430005"/>
          </a:xfrm>
        </p:spPr>
        <p:txBody>
          <a:bodyPr/>
          <a:lstStyle/>
          <a:p>
            <a:r>
              <a:rPr lang="en-US" dirty="0" smtClean="0"/>
              <a:t>Why is Axon important?</a:t>
            </a:r>
            <a:endParaRPr lang="en-US" dirty="0"/>
          </a:p>
        </p:txBody>
      </p:sp>
      <p:grpSp>
        <p:nvGrpSpPr>
          <p:cNvPr id="15" name="Group 14"/>
          <p:cNvGrpSpPr/>
          <p:nvPr/>
        </p:nvGrpSpPr>
        <p:grpSpPr>
          <a:xfrm>
            <a:off x="543744" y="1277602"/>
            <a:ext cx="2756891" cy="1852215"/>
            <a:chOff x="726387" y="1340440"/>
            <a:chExt cx="2756891" cy="1852215"/>
          </a:xfrm>
        </p:grpSpPr>
        <p:pic>
          <p:nvPicPr>
            <p:cNvPr id="9" name="Picture 8"/>
            <p:cNvPicPr>
              <a:picLocks noChangeAspect="1"/>
            </p:cNvPicPr>
            <p:nvPr/>
          </p:nvPicPr>
          <p:blipFill>
            <a:blip r:embed="rId3"/>
            <a:stretch>
              <a:fillRect/>
            </a:stretch>
          </p:blipFill>
          <p:spPr>
            <a:xfrm>
              <a:off x="1496266" y="1340440"/>
              <a:ext cx="1190625" cy="1267440"/>
            </a:xfrm>
            <a:prstGeom prst="rect">
              <a:avLst/>
            </a:prstGeom>
          </p:spPr>
        </p:pic>
        <p:sp>
          <p:nvSpPr>
            <p:cNvPr id="11" name="TextBox 10"/>
            <p:cNvSpPr txBox="1"/>
            <p:nvPr/>
          </p:nvSpPr>
          <p:spPr>
            <a:xfrm>
              <a:off x="726387" y="2607880"/>
              <a:ext cx="2756891" cy="584775"/>
            </a:xfrm>
            <a:prstGeom prst="rect">
              <a:avLst/>
            </a:prstGeom>
            <a:noFill/>
            <a:ln>
              <a:noFill/>
            </a:ln>
          </p:spPr>
          <p:txBody>
            <a:bodyPr wrap="square" rtlCol="0">
              <a:spAutoFit/>
            </a:bodyPr>
            <a:lstStyle/>
            <a:p>
              <a:pPr algn="ctr"/>
              <a:r>
                <a:rPr lang="en-US" sz="1600" b="1" dirty="0" smtClean="0">
                  <a:solidFill>
                    <a:srgbClr val="CC1E25"/>
                  </a:solidFill>
                </a:rPr>
                <a:t>Ensures Data</a:t>
              </a:r>
            </a:p>
            <a:p>
              <a:pPr algn="ctr"/>
              <a:r>
                <a:rPr lang="en-US" sz="1600" b="1" dirty="0" smtClean="0">
                  <a:solidFill>
                    <a:srgbClr val="CC1E25"/>
                  </a:solidFill>
                </a:rPr>
                <a:t> Alignment</a:t>
              </a:r>
              <a:endParaRPr lang="en-US" sz="1600" b="1" dirty="0">
                <a:solidFill>
                  <a:srgbClr val="CC1E25"/>
                </a:solidFill>
              </a:endParaRPr>
            </a:p>
          </p:txBody>
        </p:sp>
      </p:grpSp>
      <p:grpSp>
        <p:nvGrpSpPr>
          <p:cNvPr id="16" name="Group 15"/>
          <p:cNvGrpSpPr/>
          <p:nvPr/>
        </p:nvGrpSpPr>
        <p:grpSpPr>
          <a:xfrm>
            <a:off x="3498121" y="1277041"/>
            <a:ext cx="2756891" cy="1852776"/>
            <a:chOff x="3371648" y="1342382"/>
            <a:chExt cx="2756891" cy="1852776"/>
          </a:xfrm>
        </p:grpSpPr>
        <p:pic>
          <p:nvPicPr>
            <p:cNvPr id="10" name="Picture 9"/>
            <p:cNvPicPr>
              <a:picLocks noChangeAspect="1"/>
            </p:cNvPicPr>
            <p:nvPr/>
          </p:nvPicPr>
          <p:blipFill>
            <a:blip r:embed="rId4"/>
            <a:stretch>
              <a:fillRect/>
            </a:stretch>
          </p:blipFill>
          <p:spPr>
            <a:xfrm>
              <a:off x="4142910" y="1342382"/>
              <a:ext cx="1214368" cy="1265499"/>
            </a:xfrm>
            <a:prstGeom prst="rect">
              <a:avLst/>
            </a:prstGeom>
          </p:spPr>
        </p:pic>
        <p:sp>
          <p:nvSpPr>
            <p:cNvPr id="12" name="TextBox 11"/>
            <p:cNvSpPr txBox="1"/>
            <p:nvPr/>
          </p:nvSpPr>
          <p:spPr>
            <a:xfrm>
              <a:off x="3371648" y="2610383"/>
              <a:ext cx="2756891" cy="584775"/>
            </a:xfrm>
            <a:prstGeom prst="rect">
              <a:avLst/>
            </a:prstGeom>
            <a:noFill/>
          </p:spPr>
          <p:txBody>
            <a:bodyPr wrap="square" rtlCol="0">
              <a:spAutoFit/>
            </a:bodyPr>
            <a:lstStyle/>
            <a:p>
              <a:pPr algn="ctr"/>
              <a:r>
                <a:rPr lang="en-US" sz="1600" b="1" dirty="0" smtClean="0">
                  <a:solidFill>
                    <a:srgbClr val="CC1E25"/>
                  </a:solidFill>
                </a:rPr>
                <a:t>Provides Consistent</a:t>
              </a:r>
            </a:p>
            <a:p>
              <a:pPr algn="ctr"/>
              <a:r>
                <a:rPr lang="en-US" sz="1600" b="1" dirty="0" smtClean="0">
                  <a:solidFill>
                    <a:srgbClr val="CC1E25"/>
                  </a:solidFill>
                </a:rPr>
                <a:t>Stability</a:t>
              </a:r>
              <a:endParaRPr lang="en-US" sz="1600" b="1" dirty="0">
                <a:solidFill>
                  <a:srgbClr val="CC1E25"/>
                </a:solidFill>
              </a:endParaRPr>
            </a:p>
          </p:txBody>
        </p:sp>
      </p:grpSp>
      <p:grpSp>
        <p:nvGrpSpPr>
          <p:cNvPr id="17" name="Group 16"/>
          <p:cNvGrpSpPr/>
          <p:nvPr/>
        </p:nvGrpSpPr>
        <p:grpSpPr>
          <a:xfrm>
            <a:off x="6363199" y="1281820"/>
            <a:ext cx="2756891" cy="1847997"/>
            <a:chOff x="6155559" y="1344659"/>
            <a:chExt cx="2756891" cy="1847997"/>
          </a:xfrm>
        </p:grpSpPr>
        <p:pic>
          <p:nvPicPr>
            <p:cNvPr id="3" name="Picture 2"/>
            <p:cNvPicPr>
              <a:picLocks noChangeAspect="1"/>
            </p:cNvPicPr>
            <p:nvPr/>
          </p:nvPicPr>
          <p:blipFill>
            <a:blip r:embed="rId5"/>
            <a:stretch>
              <a:fillRect/>
            </a:stretch>
          </p:blipFill>
          <p:spPr>
            <a:xfrm>
              <a:off x="6898242" y="1344659"/>
              <a:ext cx="1355892" cy="1265499"/>
            </a:xfrm>
            <a:prstGeom prst="rect">
              <a:avLst/>
            </a:prstGeom>
          </p:spPr>
        </p:pic>
        <p:sp>
          <p:nvSpPr>
            <p:cNvPr id="13" name="TextBox 12"/>
            <p:cNvSpPr txBox="1"/>
            <p:nvPr/>
          </p:nvSpPr>
          <p:spPr>
            <a:xfrm>
              <a:off x="6155559" y="2607881"/>
              <a:ext cx="2756891" cy="584775"/>
            </a:xfrm>
            <a:prstGeom prst="rect">
              <a:avLst/>
            </a:prstGeom>
            <a:noFill/>
          </p:spPr>
          <p:txBody>
            <a:bodyPr wrap="square" rtlCol="0">
              <a:spAutoFit/>
            </a:bodyPr>
            <a:lstStyle/>
            <a:p>
              <a:pPr algn="ctr"/>
              <a:r>
                <a:rPr lang="en-US" sz="1600" b="1" dirty="0" smtClean="0">
                  <a:solidFill>
                    <a:srgbClr val="CC1E25"/>
                  </a:solidFill>
                </a:rPr>
                <a:t>Unlocks Future </a:t>
              </a:r>
            </a:p>
            <a:p>
              <a:pPr algn="ctr"/>
              <a:r>
                <a:rPr lang="en-US" sz="1600" b="1" dirty="0" smtClean="0">
                  <a:solidFill>
                    <a:srgbClr val="CC1E25"/>
                  </a:solidFill>
                </a:rPr>
                <a:t>Use Cases</a:t>
              </a:r>
              <a:endParaRPr lang="en-US" sz="1600" b="1" dirty="0">
                <a:solidFill>
                  <a:srgbClr val="CC1E25"/>
                </a:solidFill>
              </a:endParaRPr>
            </a:p>
          </p:txBody>
        </p:sp>
      </p:grpSp>
      <p:grpSp>
        <p:nvGrpSpPr>
          <p:cNvPr id="18" name="Group 17"/>
          <p:cNvGrpSpPr/>
          <p:nvPr/>
        </p:nvGrpSpPr>
        <p:grpSpPr>
          <a:xfrm>
            <a:off x="8919126" y="1278684"/>
            <a:ext cx="3419757" cy="1850273"/>
            <a:chOff x="8688280" y="1342382"/>
            <a:chExt cx="3419757" cy="1850273"/>
          </a:xfrm>
        </p:grpSpPr>
        <p:pic>
          <p:nvPicPr>
            <p:cNvPr id="4" name="Picture 3"/>
            <p:cNvPicPr>
              <a:picLocks noChangeAspect="1"/>
            </p:cNvPicPr>
            <p:nvPr/>
          </p:nvPicPr>
          <p:blipFill>
            <a:blip r:embed="rId6"/>
            <a:stretch>
              <a:fillRect/>
            </a:stretch>
          </p:blipFill>
          <p:spPr>
            <a:xfrm>
              <a:off x="9682153" y="1342382"/>
              <a:ext cx="1432012" cy="1265499"/>
            </a:xfrm>
            <a:prstGeom prst="rect">
              <a:avLst/>
            </a:prstGeom>
          </p:spPr>
        </p:pic>
        <p:sp>
          <p:nvSpPr>
            <p:cNvPr id="14" name="TextBox 13"/>
            <p:cNvSpPr txBox="1"/>
            <p:nvPr/>
          </p:nvSpPr>
          <p:spPr>
            <a:xfrm>
              <a:off x="8688280" y="2607880"/>
              <a:ext cx="3419757" cy="584775"/>
            </a:xfrm>
            <a:prstGeom prst="rect">
              <a:avLst/>
            </a:prstGeom>
            <a:noFill/>
          </p:spPr>
          <p:txBody>
            <a:bodyPr wrap="square" rtlCol="0">
              <a:spAutoFit/>
            </a:bodyPr>
            <a:lstStyle/>
            <a:p>
              <a:pPr algn="ctr"/>
              <a:r>
                <a:rPr lang="en-US" sz="1600" b="1" dirty="0" smtClean="0">
                  <a:solidFill>
                    <a:srgbClr val="CC1E25"/>
                  </a:solidFill>
                </a:rPr>
                <a:t>Can Expand to </a:t>
              </a:r>
            </a:p>
            <a:p>
              <a:pPr algn="ctr"/>
              <a:r>
                <a:rPr lang="en-US" sz="1600" b="1" dirty="0" smtClean="0">
                  <a:solidFill>
                    <a:srgbClr val="CC1E25"/>
                  </a:solidFill>
                </a:rPr>
                <a:t>Additional Nodes</a:t>
              </a:r>
              <a:endParaRPr lang="en-US" sz="1600" b="1" dirty="0">
                <a:solidFill>
                  <a:srgbClr val="CC1E25"/>
                </a:solidFill>
              </a:endParaRPr>
            </a:p>
          </p:txBody>
        </p:sp>
      </p:grpSp>
      <p:sp>
        <p:nvSpPr>
          <p:cNvPr id="19" name="TextBox 18"/>
          <p:cNvSpPr txBox="1"/>
          <p:nvPr/>
        </p:nvSpPr>
        <p:spPr>
          <a:xfrm>
            <a:off x="655557" y="3207900"/>
            <a:ext cx="2848708" cy="2123658"/>
          </a:xfrm>
          <a:prstGeom prst="rect">
            <a:avLst/>
          </a:prstGeom>
          <a:noFill/>
        </p:spPr>
        <p:txBody>
          <a:bodyPr wrap="square" rtlCol="0">
            <a:spAutoFit/>
          </a:bodyPr>
          <a:lstStyle/>
          <a:p>
            <a:pPr marL="285750" indent="-285750">
              <a:buFont typeface="Arial" panose="020B0604020202020204" pitchFamily="34" charset="0"/>
              <a:buChar char="•"/>
            </a:pPr>
            <a:r>
              <a:rPr lang="en-US" sz="1200" dirty="0" smtClean="0"/>
              <a:t>Axon alleviates metric discrepancies when comparing multiple fulfillment applications by providing core data to multiple sources. </a:t>
            </a:r>
          </a:p>
          <a:p>
            <a:endParaRPr lang="en-US" sz="1200" dirty="0" smtClean="0"/>
          </a:p>
          <a:p>
            <a:pPr marL="285750" indent="-285750">
              <a:buFont typeface="Arial" panose="020B0604020202020204" pitchFamily="34" charset="0"/>
              <a:buChar char="•"/>
            </a:pPr>
            <a:r>
              <a:rPr lang="en-US" sz="1200" dirty="0" smtClean="0"/>
              <a:t>Axon is able to organize data in a centralized location to ensure logic and patterns do not have to be repeated. </a:t>
            </a:r>
          </a:p>
          <a:p>
            <a:endParaRPr lang="en-US" sz="1200" dirty="0"/>
          </a:p>
        </p:txBody>
      </p:sp>
      <p:sp>
        <p:nvSpPr>
          <p:cNvPr id="20" name="TextBox 19"/>
          <p:cNvSpPr txBox="1"/>
          <p:nvPr/>
        </p:nvSpPr>
        <p:spPr>
          <a:xfrm>
            <a:off x="3498121" y="3207900"/>
            <a:ext cx="2848708" cy="1754326"/>
          </a:xfrm>
          <a:prstGeom prst="rect">
            <a:avLst/>
          </a:prstGeom>
          <a:noFill/>
        </p:spPr>
        <p:txBody>
          <a:bodyPr wrap="square" rtlCol="0">
            <a:spAutoFit/>
          </a:bodyPr>
          <a:lstStyle/>
          <a:p>
            <a:pPr marL="285750" indent="-285750">
              <a:buFont typeface="Arial" panose="020B0604020202020204" pitchFamily="34" charset="0"/>
              <a:buChar char="•"/>
            </a:pPr>
            <a:r>
              <a:rPr lang="en-US" sz="1200" dirty="0" smtClean="0"/>
              <a:t>Built on tried and tested patterns with high availability, durability and reliable caching and fallbacks. </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dirty="0" smtClean="0"/>
              <a:t>Axon can act as a layer to protect stores from upstream failures that can cause disruption and/or failures.</a:t>
            </a:r>
          </a:p>
          <a:p>
            <a:pPr marL="285750" indent="-285750">
              <a:buFont typeface="Arial" panose="020B0604020202020204" pitchFamily="34" charset="0"/>
              <a:buChar char="•"/>
            </a:pPr>
            <a:endParaRPr lang="en-US" sz="1200" dirty="0"/>
          </a:p>
        </p:txBody>
      </p:sp>
      <p:sp>
        <p:nvSpPr>
          <p:cNvPr id="21" name="TextBox 20"/>
          <p:cNvSpPr txBox="1"/>
          <p:nvPr/>
        </p:nvSpPr>
        <p:spPr>
          <a:xfrm>
            <a:off x="6459117" y="3207900"/>
            <a:ext cx="2848708" cy="2492990"/>
          </a:xfrm>
          <a:prstGeom prst="rect">
            <a:avLst/>
          </a:prstGeom>
          <a:noFill/>
        </p:spPr>
        <p:txBody>
          <a:bodyPr wrap="square" rtlCol="0">
            <a:spAutoFit/>
          </a:bodyPr>
          <a:lstStyle/>
          <a:p>
            <a:pPr marL="285750" indent="-285750">
              <a:buFont typeface="Arial" panose="020B0604020202020204" pitchFamily="34" charset="0"/>
              <a:buChar char="•"/>
            </a:pPr>
            <a:r>
              <a:rPr lang="en-US" sz="1200" dirty="0" smtClean="0"/>
              <a:t>Tenants and consumers will be able to focus on iterating and improving their algorithms without worrying about where to gather their data from, the accuracy of the data and the stability of the data. </a:t>
            </a:r>
          </a:p>
          <a:p>
            <a:endParaRPr lang="en-US" sz="1200" dirty="0" smtClean="0"/>
          </a:p>
          <a:p>
            <a:pPr marL="285750" indent="-285750">
              <a:buFont typeface="Arial" panose="020B0604020202020204" pitchFamily="34" charset="0"/>
              <a:buChar char="•"/>
            </a:pPr>
            <a:r>
              <a:rPr lang="en-US" sz="1200" dirty="0" smtClean="0"/>
              <a:t>Different tenants and personas may be interested in different data points and metrics. Axon can join different datasets from multiple sources to quickly present a story in real time.</a:t>
            </a:r>
          </a:p>
        </p:txBody>
      </p:sp>
      <p:sp>
        <p:nvSpPr>
          <p:cNvPr id="22" name="TextBox 21"/>
          <p:cNvSpPr txBox="1"/>
          <p:nvPr/>
        </p:nvSpPr>
        <p:spPr>
          <a:xfrm>
            <a:off x="9430225" y="3207040"/>
            <a:ext cx="2848708" cy="830997"/>
          </a:xfrm>
          <a:prstGeom prst="rect">
            <a:avLst/>
          </a:prstGeom>
          <a:noFill/>
        </p:spPr>
        <p:txBody>
          <a:bodyPr wrap="square" rtlCol="0">
            <a:spAutoFit/>
          </a:bodyPr>
          <a:lstStyle/>
          <a:p>
            <a:pPr marL="285750" indent="-285750">
              <a:buFont typeface="Arial" panose="020B0604020202020204" pitchFamily="34" charset="0"/>
              <a:buChar char="•"/>
            </a:pPr>
            <a:r>
              <a:rPr lang="en-US" sz="1200" dirty="0" smtClean="0"/>
              <a:t>Axon’s data and patterns can become portable if a contract is established and abstracted. </a:t>
            </a:r>
          </a:p>
          <a:p>
            <a:endParaRPr lang="en-US" sz="1200" dirty="0"/>
          </a:p>
        </p:txBody>
      </p:sp>
    </p:spTree>
    <p:extLst>
      <p:ext uri="{BB962C8B-B14F-4D97-AF65-F5344CB8AC3E}">
        <p14:creationId xmlns:p14="http://schemas.microsoft.com/office/powerpoint/2010/main" val="22954768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Google Shape;321;p48">
            <a:extLst>
              <a:ext uri="{FF2B5EF4-FFF2-40B4-BE49-F238E27FC236}">
                <a16:creationId xmlns:a16="http://schemas.microsoft.com/office/drawing/2014/main" id="{A0701612-7EF9-B54E-AB87-F9B22FEE2304}"/>
              </a:ext>
            </a:extLst>
          </p:cNvPr>
          <p:cNvSpPr txBox="1"/>
          <p:nvPr/>
        </p:nvSpPr>
        <p:spPr bwMode="white">
          <a:xfrm>
            <a:off x="1337083" y="358172"/>
            <a:ext cx="3148204" cy="756815"/>
          </a:xfrm>
          <a:prstGeom prst="rect">
            <a:avLst/>
          </a:prstGeom>
          <a:ln w="12700">
            <a:miter lim="400000"/>
          </a:ln>
          <a:extLst>
            <a:ext uri="{C572A759-6A51-4108-AA02-DFA0A04FC94B}">
              <ma14:wrappingTextBoxFlag xmlns="" xmlns:ma14="http://schemas.microsoft.com/office/mac/drawingml/2011/main" val="1"/>
            </a:ext>
          </a:extLst>
        </p:spPr>
        <p:txBody>
          <a:bodyPr wrap="square" lIns="39468" tIns="39468" rIns="39468" bIns="39468" anchor="b">
            <a:spAutoFit/>
          </a:bodyPr>
          <a:lstStyle>
            <a:lvl1pPr algn="ctr">
              <a:defRPr sz="7200" b="1">
                <a:solidFill>
                  <a:srgbClr val="FFFFFF"/>
                </a:solidFill>
                <a:latin typeface="HelveticaforTarget-Bold"/>
                <a:ea typeface="HelveticaforTarget-Bold"/>
                <a:cs typeface="HelveticaforTarget-Bold"/>
                <a:sym typeface="HelveticaforTarget-Bold"/>
              </a:defRPr>
            </a:lvl1pPr>
          </a:lstStyle>
          <a:p>
            <a:pPr algn="r" defTabSz="296083">
              <a:defRPr/>
            </a:pPr>
            <a:r>
              <a:rPr lang="en-US" sz="4400" kern="4000" spc="-70" dirty="0">
                <a:latin typeface="Arial" panose="020B0604020202020204" pitchFamily="34" charset="0"/>
                <a:cs typeface="Arial" panose="020B0604020202020204" pitchFamily="34" charset="0"/>
              </a:rPr>
              <a:t>Graph title</a:t>
            </a:r>
          </a:p>
        </p:txBody>
      </p:sp>
      <p:sp>
        <p:nvSpPr>
          <p:cNvPr id="2" name="Title 1">
            <a:extLst>
              <a:ext uri="{FF2B5EF4-FFF2-40B4-BE49-F238E27FC236}">
                <a16:creationId xmlns:a16="http://schemas.microsoft.com/office/drawing/2014/main" id="{C815DAE8-1AB0-5548-932C-3B207D575474}"/>
              </a:ext>
            </a:extLst>
          </p:cNvPr>
          <p:cNvSpPr>
            <a:spLocks noGrp="1"/>
          </p:cNvSpPr>
          <p:nvPr>
            <p:ph type="title"/>
          </p:nvPr>
        </p:nvSpPr>
        <p:spPr>
          <a:xfrm>
            <a:off x="838200" y="531925"/>
            <a:ext cx="10823712" cy="430005"/>
          </a:xfrm>
        </p:spPr>
        <p:txBody>
          <a:bodyPr/>
          <a:lstStyle/>
          <a:p>
            <a:r>
              <a:rPr lang="en-US" dirty="0" smtClean="0"/>
              <a:t>Vision</a:t>
            </a:r>
            <a:endParaRPr lang="en-US" dirty="0"/>
          </a:p>
        </p:txBody>
      </p:sp>
      <p:pic>
        <p:nvPicPr>
          <p:cNvPr id="15" name="Picture 14"/>
          <p:cNvPicPr>
            <a:picLocks noChangeAspect="1"/>
          </p:cNvPicPr>
          <p:nvPr/>
        </p:nvPicPr>
        <p:blipFill>
          <a:blip r:embed="rId2"/>
          <a:stretch>
            <a:fillRect/>
          </a:stretch>
        </p:blipFill>
        <p:spPr>
          <a:xfrm>
            <a:off x="9646212" y="4716677"/>
            <a:ext cx="2133600" cy="2009775"/>
          </a:xfrm>
          <a:prstGeom prst="rect">
            <a:avLst/>
          </a:prstGeom>
        </p:spPr>
      </p:pic>
      <p:sp>
        <p:nvSpPr>
          <p:cNvPr id="3" name="TextBox 2"/>
          <p:cNvSpPr txBox="1"/>
          <p:nvPr/>
        </p:nvSpPr>
        <p:spPr>
          <a:xfrm>
            <a:off x="838200" y="1135683"/>
            <a:ext cx="10261600" cy="3693319"/>
          </a:xfrm>
          <a:prstGeom prst="rect">
            <a:avLst/>
          </a:prstGeom>
          <a:noFill/>
        </p:spPr>
        <p:txBody>
          <a:bodyPr wrap="square" rtlCol="0">
            <a:spAutoFit/>
          </a:bodyPr>
          <a:lstStyle/>
          <a:p>
            <a:r>
              <a:rPr lang="en-US" dirty="0" smtClean="0"/>
              <a:t>Provide fast, consistent and reliable real time operational data to allow end users to seamlessly and intuitively drive to-the-minute Fulfillment decisions to deliver on guest expectations. </a:t>
            </a:r>
          </a:p>
          <a:p>
            <a:pPr lvl="1"/>
            <a:endParaRPr lang="en-US" dirty="0" smtClean="0">
              <a:solidFill>
                <a:schemeClr val="accent6">
                  <a:lumMod val="50000"/>
                </a:schemeClr>
              </a:solidFill>
            </a:endParaRPr>
          </a:p>
          <a:p>
            <a:pPr marL="742950" lvl="1" indent="-285750">
              <a:buFont typeface="Arial" panose="020B0604020202020204" pitchFamily="34" charset="0"/>
              <a:buChar char="•"/>
            </a:pPr>
            <a:r>
              <a:rPr lang="en-US" dirty="0" smtClean="0">
                <a:solidFill>
                  <a:schemeClr val="accent6">
                    <a:lumMod val="50000"/>
                  </a:schemeClr>
                </a:solidFill>
              </a:rPr>
              <a:t>Reusable </a:t>
            </a:r>
            <a:r>
              <a:rPr lang="en-US" dirty="0">
                <a:solidFill>
                  <a:schemeClr val="accent6">
                    <a:lumMod val="50000"/>
                  </a:schemeClr>
                </a:solidFill>
              </a:rPr>
              <a:t>backend components provide flexibility to unlock new use cases and add additional data points quickly.</a:t>
            </a:r>
          </a:p>
          <a:p>
            <a:pPr lvl="1"/>
            <a:endParaRPr lang="en-US" dirty="0">
              <a:solidFill>
                <a:schemeClr val="accent6">
                  <a:lumMod val="50000"/>
                </a:schemeClr>
              </a:solidFill>
            </a:endParaRPr>
          </a:p>
          <a:p>
            <a:pPr marL="742950" lvl="1" indent="-285750">
              <a:buFont typeface="Arial" panose="020B0604020202020204" pitchFamily="34" charset="0"/>
              <a:buChar char="•"/>
            </a:pPr>
            <a:r>
              <a:rPr lang="en-US" dirty="0">
                <a:solidFill>
                  <a:schemeClr val="accent6">
                    <a:lumMod val="50000"/>
                  </a:schemeClr>
                </a:solidFill>
              </a:rPr>
              <a:t>Support a data catalog that acts as a Fulfillment source of truth. </a:t>
            </a:r>
          </a:p>
          <a:p>
            <a:pPr lvl="1"/>
            <a:endParaRPr lang="en-US" dirty="0" smtClean="0">
              <a:solidFill>
                <a:schemeClr val="accent6">
                  <a:lumMod val="50000"/>
                </a:schemeClr>
              </a:solidFill>
            </a:endParaRPr>
          </a:p>
          <a:p>
            <a:pPr marL="742950" lvl="1" indent="-285750">
              <a:buFont typeface="Arial" panose="020B0604020202020204" pitchFamily="34" charset="0"/>
              <a:buChar char="•"/>
            </a:pPr>
            <a:r>
              <a:rPr lang="en-US" dirty="0" smtClean="0">
                <a:solidFill>
                  <a:schemeClr val="accent6">
                    <a:lumMod val="50000"/>
                  </a:schemeClr>
                </a:solidFill>
              </a:rPr>
              <a:t>All data points and metrics have the ability to be aggregated by hierarchy. </a:t>
            </a:r>
          </a:p>
          <a:p>
            <a:pPr lvl="1"/>
            <a:endParaRPr lang="en-US" dirty="0" smtClean="0">
              <a:solidFill>
                <a:schemeClr val="accent6">
                  <a:lumMod val="50000"/>
                </a:schemeClr>
              </a:solidFill>
            </a:endParaRPr>
          </a:p>
          <a:p>
            <a:pPr marL="742950" lvl="1" indent="-285750">
              <a:buFont typeface="Arial" panose="020B0604020202020204" pitchFamily="34" charset="0"/>
              <a:buChar char="•"/>
            </a:pPr>
            <a:r>
              <a:rPr lang="en-US" dirty="0" smtClean="0">
                <a:solidFill>
                  <a:schemeClr val="accent6">
                    <a:lumMod val="50000"/>
                  </a:schemeClr>
                </a:solidFill>
              </a:rPr>
              <a:t>Ability for multiple consumers to source streamed real time data in parallel without performance concerns. </a:t>
            </a:r>
          </a:p>
          <a:p>
            <a:endParaRPr lang="en-US" dirty="0"/>
          </a:p>
        </p:txBody>
      </p:sp>
    </p:spTree>
    <p:extLst>
      <p:ext uri="{BB962C8B-B14F-4D97-AF65-F5344CB8AC3E}">
        <p14:creationId xmlns:p14="http://schemas.microsoft.com/office/powerpoint/2010/main" val="34043960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Google Shape;321;p48">
            <a:extLst>
              <a:ext uri="{FF2B5EF4-FFF2-40B4-BE49-F238E27FC236}">
                <a16:creationId xmlns:a16="http://schemas.microsoft.com/office/drawing/2014/main" id="{A0701612-7EF9-B54E-AB87-F9B22FEE2304}"/>
              </a:ext>
            </a:extLst>
          </p:cNvPr>
          <p:cNvSpPr txBox="1"/>
          <p:nvPr/>
        </p:nvSpPr>
        <p:spPr bwMode="white">
          <a:xfrm>
            <a:off x="1337083" y="358172"/>
            <a:ext cx="3148204" cy="756815"/>
          </a:xfrm>
          <a:prstGeom prst="rect">
            <a:avLst/>
          </a:prstGeom>
          <a:ln w="12700">
            <a:miter lim="400000"/>
          </a:ln>
          <a:extLst>
            <a:ext uri="{C572A759-6A51-4108-AA02-DFA0A04FC94B}">
              <ma14:wrappingTextBoxFlag xmlns="" xmlns:ma14="http://schemas.microsoft.com/office/mac/drawingml/2011/main" val="1"/>
            </a:ext>
          </a:extLst>
        </p:spPr>
        <p:txBody>
          <a:bodyPr wrap="square" lIns="39468" tIns="39468" rIns="39468" bIns="39468" anchor="b">
            <a:spAutoFit/>
          </a:bodyPr>
          <a:lstStyle>
            <a:lvl1pPr algn="ctr">
              <a:defRPr sz="7200" b="1">
                <a:solidFill>
                  <a:srgbClr val="FFFFFF"/>
                </a:solidFill>
                <a:latin typeface="HelveticaforTarget-Bold"/>
                <a:ea typeface="HelveticaforTarget-Bold"/>
                <a:cs typeface="HelveticaforTarget-Bold"/>
                <a:sym typeface="HelveticaforTarget-Bold"/>
              </a:defRPr>
            </a:lvl1pPr>
          </a:lstStyle>
          <a:p>
            <a:pPr algn="r" defTabSz="296083">
              <a:defRPr/>
            </a:pPr>
            <a:r>
              <a:rPr lang="en-US" sz="4400" kern="4000" spc="-70" dirty="0">
                <a:latin typeface="Arial" panose="020B0604020202020204" pitchFamily="34" charset="0"/>
                <a:cs typeface="Arial" panose="020B0604020202020204" pitchFamily="34" charset="0"/>
              </a:rPr>
              <a:t>Graph title</a:t>
            </a:r>
          </a:p>
        </p:txBody>
      </p:sp>
      <p:sp>
        <p:nvSpPr>
          <p:cNvPr id="2" name="Title 1">
            <a:extLst>
              <a:ext uri="{FF2B5EF4-FFF2-40B4-BE49-F238E27FC236}">
                <a16:creationId xmlns:a16="http://schemas.microsoft.com/office/drawing/2014/main" id="{C815DAE8-1AB0-5548-932C-3B207D575474}"/>
              </a:ext>
            </a:extLst>
          </p:cNvPr>
          <p:cNvSpPr>
            <a:spLocks noGrp="1"/>
          </p:cNvSpPr>
          <p:nvPr>
            <p:ph type="title"/>
          </p:nvPr>
        </p:nvSpPr>
        <p:spPr>
          <a:xfrm>
            <a:off x="838200" y="531925"/>
            <a:ext cx="10823712" cy="430005"/>
          </a:xfrm>
        </p:spPr>
        <p:txBody>
          <a:bodyPr/>
          <a:lstStyle/>
          <a:p>
            <a:r>
              <a:rPr lang="en-US" dirty="0" smtClean="0"/>
              <a:t>How do we get there?</a:t>
            </a:r>
            <a:endParaRPr lang="en-US" dirty="0"/>
          </a:p>
        </p:txBody>
      </p:sp>
      <p:sp>
        <p:nvSpPr>
          <p:cNvPr id="5" name="TextBox 4">
            <a:extLst>
              <a:ext uri="{FF2B5EF4-FFF2-40B4-BE49-F238E27FC236}">
                <a16:creationId xmlns:a16="http://schemas.microsoft.com/office/drawing/2014/main" id="{6473517F-3CB3-2143-9E55-7C3877CEEB0F}"/>
              </a:ext>
            </a:extLst>
          </p:cNvPr>
          <p:cNvSpPr txBox="1"/>
          <p:nvPr/>
        </p:nvSpPr>
        <p:spPr>
          <a:xfrm>
            <a:off x="1348958" y="2599078"/>
            <a:ext cx="3023345" cy="1815882"/>
          </a:xfrm>
          <a:prstGeom prst="rect">
            <a:avLst/>
          </a:prstGeom>
          <a:noFill/>
        </p:spPr>
        <p:txBody>
          <a:bodyPr wrap="square" rtlCol="0">
            <a:spAutoFit/>
          </a:bodyPr>
          <a:lstStyle/>
          <a:p>
            <a:r>
              <a:rPr lang="en-US" sz="1600" b="1" dirty="0" smtClean="0"/>
              <a:t>Modernize Technology Stack</a:t>
            </a:r>
            <a:endParaRPr lang="en-US" sz="1600" b="1" dirty="0"/>
          </a:p>
          <a:p>
            <a:pPr marL="171450" indent="-171450">
              <a:buFont typeface="Arial" panose="020B0604020202020204" pitchFamily="34" charset="0"/>
              <a:buChar char="•"/>
            </a:pPr>
            <a:r>
              <a:rPr lang="en-US" sz="1200" dirty="0" smtClean="0"/>
              <a:t>Discover and define domain.</a:t>
            </a:r>
          </a:p>
          <a:p>
            <a:pPr marL="171450" indent="-171450">
              <a:buFont typeface="Arial" panose="020B0604020202020204" pitchFamily="34" charset="0"/>
              <a:buChar char="•"/>
            </a:pPr>
            <a:r>
              <a:rPr lang="en-US" sz="1200" dirty="0" smtClean="0"/>
              <a:t>Build the foundation by modernizing MPM, Houston, WOPr and Capacity Management use cases. </a:t>
            </a:r>
          </a:p>
          <a:p>
            <a:pPr marL="171450" indent="-171450">
              <a:buFont typeface="Arial" panose="020B0604020202020204" pitchFamily="34" charset="0"/>
              <a:buChar char="•"/>
            </a:pPr>
            <a:r>
              <a:rPr lang="en-US" sz="1200" dirty="0" smtClean="0"/>
              <a:t>Houston Alerting POC.</a:t>
            </a:r>
          </a:p>
          <a:p>
            <a:pPr marL="171450" indent="-171450">
              <a:buFont typeface="Arial" panose="020B0604020202020204" pitchFamily="34" charset="0"/>
              <a:buChar char="•"/>
            </a:pPr>
            <a:r>
              <a:rPr lang="en-US" sz="1200" dirty="0" smtClean="0"/>
              <a:t>Axon + Greenfield POC.</a:t>
            </a:r>
          </a:p>
          <a:p>
            <a:endParaRPr lang="en-US" sz="1200" dirty="0" smtClean="0"/>
          </a:p>
          <a:p>
            <a:pPr marL="236538" lvl="1" indent="-177800">
              <a:buFont typeface="Arial" panose="020B0604020202020204" pitchFamily="34" charset="0"/>
              <a:buChar char="•"/>
            </a:pPr>
            <a:endParaRPr lang="en-US" sz="1200" dirty="0"/>
          </a:p>
        </p:txBody>
      </p:sp>
      <p:cxnSp>
        <p:nvCxnSpPr>
          <p:cNvPr id="7" name="Straight Connector 6">
            <a:extLst>
              <a:ext uri="{FF2B5EF4-FFF2-40B4-BE49-F238E27FC236}">
                <a16:creationId xmlns:a16="http://schemas.microsoft.com/office/drawing/2014/main" id="{65575B90-2186-FB45-B17C-F35F976139A3}"/>
              </a:ext>
            </a:extLst>
          </p:cNvPr>
          <p:cNvCxnSpPr/>
          <p:nvPr/>
        </p:nvCxnSpPr>
        <p:spPr>
          <a:xfrm>
            <a:off x="903632" y="1939636"/>
            <a:ext cx="10545288" cy="0"/>
          </a:xfrm>
          <a:prstGeom prst="line">
            <a:avLst/>
          </a:prstGeom>
          <a:ln w="25400" cap="rnd">
            <a:solidFill>
              <a:schemeClr val="accent2"/>
            </a:solidFill>
            <a:round/>
            <a:headEnd type="oval" w="lg" len="lg"/>
            <a:tailEnd type="oval" w="lg" len="lg"/>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8E54F683-A74B-5845-A192-211EF964071A}"/>
              </a:ext>
            </a:extLst>
          </p:cNvPr>
          <p:cNvSpPr/>
          <p:nvPr/>
        </p:nvSpPr>
        <p:spPr>
          <a:xfrm>
            <a:off x="1337083" y="1452748"/>
            <a:ext cx="973776" cy="973776"/>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t>2022</a:t>
            </a:r>
            <a:endParaRPr lang="en-US" sz="1600" b="1" dirty="0"/>
          </a:p>
        </p:txBody>
      </p:sp>
      <p:sp>
        <p:nvSpPr>
          <p:cNvPr id="9" name="Oval 8">
            <a:extLst>
              <a:ext uri="{FF2B5EF4-FFF2-40B4-BE49-F238E27FC236}">
                <a16:creationId xmlns:a16="http://schemas.microsoft.com/office/drawing/2014/main" id="{D627E27C-684A-A14C-9B62-1FBB2DB1C31B}"/>
              </a:ext>
            </a:extLst>
          </p:cNvPr>
          <p:cNvSpPr/>
          <p:nvPr/>
        </p:nvSpPr>
        <p:spPr>
          <a:xfrm>
            <a:off x="4661827" y="1452748"/>
            <a:ext cx="973776" cy="97377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t>2023</a:t>
            </a:r>
            <a:endParaRPr lang="en-US" sz="1600" b="1" dirty="0"/>
          </a:p>
        </p:txBody>
      </p:sp>
      <p:sp>
        <p:nvSpPr>
          <p:cNvPr id="10" name="Oval 9">
            <a:extLst>
              <a:ext uri="{FF2B5EF4-FFF2-40B4-BE49-F238E27FC236}">
                <a16:creationId xmlns:a16="http://schemas.microsoft.com/office/drawing/2014/main" id="{801C9E7B-9C4D-2F43-9272-F180585F07E1}"/>
              </a:ext>
            </a:extLst>
          </p:cNvPr>
          <p:cNvSpPr/>
          <p:nvPr/>
        </p:nvSpPr>
        <p:spPr>
          <a:xfrm>
            <a:off x="8312390" y="1452748"/>
            <a:ext cx="973776" cy="97377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t>2024</a:t>
            </a:r>
            <a:endParaRPr lang="en-US" sz="1600" b="1" dirty="0"/>
          </a:p>
        </p:txBody>
      </p:sp>
      <p:sp>
        <p:nvSpPr>
          <p:cNvPr id="14" name="TextBox 13">
            <a:extLst>
              <a:ext uri="{FF2B5EF4-FFF2-40B4-BE49-F238E27FC236}">
                <a16:creationId xmlns:a16="http://schemas.microsoft.com/office/drawing/2014/main" id="{81B66362-3389-C340-89C0-D6675C5B7653}"/>
              </a:ext>
            </a:extLst>
          </p:cNvPr>
          <p:cNvSpPr txBox="1"/>
          <p:nvPr/>
        </p:nvSpPr>
        <p:spPr>
          <a:xfrm>
            <a:off x="4673702" y="2599078"/>
            <a:ext cx="3566404" cy="1631216"/>
          </a:xfrm>
          <a:prstGeom prst="rect">
            <a:avLst/>
          </a:prstGeom>
          <a:noFill/>
        </p:spPr>
        <p:txBody>
          <a:bodyPr wrap="square" rtlCol="0">
            <a:spAutoFit/>
          </a:bodyPr>
          <a:lstStyle/>
          <a:p>
            <a:r>
              <a:rPr lang="en-US" sz="1600" b="1" dirty="0" smtClean="0"/>
              <a:t>Unlock New Use Cases</a:t>
            </a:r>
            <a:endParaRPr lang="en-US" sz="1600" b="1" dirty="0"/>
          </a:p>
          <a:p>
            <a:pPr marL="171450" indent="-171450">
              <a:buFont typeface="Arial" panose="020B0604020202020204" pitchFamily="34" charset="0"/>
              <a:buChar char="•"/>
            </a:pPr>
            <a:r>
              <a:rPr lang="en-US" sz="1200" dirty="0" smtClean="0"/>
              <a:t>Leverage modernized APIs to unlock new use cases.</a:t>
            </a:r>
          </a:p>
          <a:p>
            <a:pPr marL="171450" indent="-171450">
              <a:buFont typeface="Arial" panose="020B0604020202020204" pitchFamily="34" charset="0"/>
              <a:buChar char="•"/>
            </a:pPr>
            <a:r>
              <a:rPr lang="en-US" sz="1200" dirty="0" smtClean="0"/>
              <a:t>Self Service Alerts in Houston.</a:t>
            </a:r>
          </a:p>
          <a:p>
            <a:pPr marL="171450" indent="-171450">
              <a:buFont typeface="Arial" panose="020B0604020202020204" pitchFamily="34" charset="0"/>
              <a:buChar char="•"/>
            </a:pPr>
            <a:r>
              <a:rPr lang="en-US" sz="1200" dirty="0" smtClean="0"/>
              <a:t>Axon + Greenfield expansion.</a:t>
            </a:r>
          </a:p>
          <a:p>
            <a:pPr marL="171450" indent="-171450">
              <a:buFont typeface="Arial" panose="020B0604020202020204" pitchFamily="34" charset="0"/>
              <a:buChar char="•"/>
            </a:pPr>
            <a:r>
              <a:rPr lang="en-US" sz="1200" dirty="0" smtClean="0"/>
              <a:t>Meet “Certified Data” requirements/criteria.</a:t>
            </a:r>
          </a:p>
          <a:p>
            <a:pPr marL="171450" indent="-171450">
              <a:buFont typeface="Arial" panose="020B0604020202020204" pitchFamily="34" charset="0"/>
              <a:buChar char="•"/>
            </a:pPr>
            <a:r>
              <a:rPr lang="en-US" sz="1200" dirty="0" smtClean="0"/>
              <a:t>POC real time reporting for other fulfillment nodes.</a:t>
            </a:r>
            <a:endParaRPr lang="en-US" sz="1200" dirty="0"/>
          </a:p>
        </p:txBody>
      </p:sp>
      <p:sp>
        <p:nvSpPr>
          <p:cNvPr id="15" name="TextBox 14">
            <a:extLst>
              <a:ext uri="{FF2B5EF4-FFF2-40B4-BE49-F238E27FC236}">
                <a16:creationId xmlns:a16="http://schemas.microsoft.com/office/drawing/2014/main" id="{93B6201F-F952-C145-BFB0-CB936365E056}"/>
              </a:ext>
            </a:extLst>
          </p:cNvPr>
          <p:cNvSpPr txBox="1"/>
          <p:nvPr/>
        </p:nvSpPr>
        <p:spPr>
          <a:xfrm>
            <a:off x="8282224" y="2599078"/>
            <a:ext cx="3338757" cy="1446550"/>
          </a:xfrm>
          <a:prstGeom prst="rect">
            <a:avLst/>
          </a:prstGeom>
          <a:noFill/>
        </p:spPr>
        <p:txBody>
          <a:bodyPr wrap="square" rtlCol="0">
            <a:spAutoFit/>
          </a:bodyPr>
          <a:lstStyle/>
          <a:p>
            <a:r>
              <a:rPr lang="en-US" sz="1600" b="1" dirty="0" smtClean="0"/>
              <a:t>Become a Certified Data Source</a:t>
            </a:r>
            <a:endParaRPr lang="en-US" sz="1600" b="1" dirty="0"/>
          </a:p>
          <a:p>
            <a:pPr marL="91440" indent="-91440">
              <a:buFont typeface="Arial" panose="020B0604020202020204" pitchFamily="34" charset="0"/>
              <a:buChar char="•"/>
            </a:pPr>
            <a:r>
              <a:rPr lang="en-US" sz="1200" dirty="0" smtClean="0"/>
              <a:t>Tenants have the ability to define their own datasets from Axon’s catalog. </a:t>
            </a:r>
          </a:p>
          <a:p>
            <a:pPr marL="91440" indent="-91440">
              <a:buFont typeface="Arial" panose="020B0604020202020204" pitchFamily="34" charset="0"/>
              <a:buChar char="•"/>
            </a:pPr>
            <a:r>
              <a:rPr lang="en-US" sz="1200" dirty="0" smtClean="0"/>
              <a:t>Axon is the source for majority of Greenfield’s Fulfillment historical data.</a:t>
            </a:r>
          </a:p>
          <a:p>
            <a:pPr marL="91440" indent="-91440">
              <a:buFont typeface="Arial" panose="020B0604020202020204" pitchFamily="34" charset="0"/>
              <a:buChar char="•"/>
            </a:pPr>
            <a:r>
              <a:rPr lang="en-US" sz="1200" dirty="0" smtClean="0"/>
              <a:t>Continue to increase stability and speed.</a:t>
            </a:r>
          </a:p>
          <a:p>
            <a:pPr marL="91440" indent="-91440">
              <a:buFont typeface="Arial" panose="020B0604020202020204" pitchFamily="34" charset="0"/>
              <a:buChar char="•"/>
            </a:pPr>
            <a:r>
              <a:rPr lang="en-US" sz="1200" dirty="0" smtClean="0"/>
              <a:t>Real time reporting for all fulfillment nodes.</a:t>
            </a:r>
            <a:endParaRPr lang="en-US" sz="1200" dirty="0"/>
          </a:p>
        </p:txBody>
      </p:sp>
    </p:spTree>
    <p:extLst>
      <p:ext uri="{BB962C8B-B14F-4D97-AF65-F5344CB8AC3E}">
        <p14:creationId xmlns:p14="http://schemas.microsoft.com/office/powerpoint/2010/main" val="37247741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3832225" y="26971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pic>
        <p:nvPicPr>
          <p:cNvPr id="11" name="Picture 4">
            <a:extLst>
              <a:ext uri="{FF2B5EF4-FFF2-40B4-BE49-F238E27FC236}">
                <a16:creationId xmlns:a16="http://schemas.microsoft.com/office/drawing/2014/main" id="{BDEB2446-07A2-4617-BDB9-FBAC72A15CC0}"/>
              </a:ext>
            </a:extLst>
          </p:cNvPr>
          <p:cNvPicPr>
            <a:picLocks noChangeAspect="1"/>
          </p:cNvPicPr>
          <p:nvPr/>
        </p:nvPicPr>
        <p:blipFill>
          <a:blip r:embed="rId3"/>
          <a:srcRect l="6926" r="6926"/>
          <a:stretch>
            <a:fillRect/>
          </a:stretch>
        </p:blipFill>
        <p:spPr>
          <a:xfrm>
            <a:off x="4324881" y="1562745"/>
            <a:ext cx="1400196" cy="1400196"/>
          </a:xfrm>
          <a:prstGeom prst="roundRect">
            <a:avLst/>
          </a:prstGeom>
          <a:effectLst>
            <a:outerShdw blurRad="63500" sx="101153" sy="101153" algn="ctr" rotWithShape="0">
              <a:prstClr val="black">
                <a:alpha val="9412"/>
              </a:prstClr>
            </a:outerShdw>
            <a:softEdge rad="0"/>
          </a:effectLst>
        </p:spPr>
      </p:pic>
      <p:pic>
        <p:nvPicPr>
          <p:cNvPr id="12" name="Picture 4">
            <a:extLst>
              <a:ext uri="{FF2B5EF4-FFF2-40B4-BE49-F238E27FC236}">
                <a16:creationId xmlns:a16="http://schemas.microsoft.com/office/drawing/2014/main" id="{23B10E1A-D880-4533-9548-EC44C2C332E6}"/>
              </a:ext>
            </a:extLst>
          </p:cNvPr>
          <p:cNvPicPr>
            <a:picLocks noChangeAspect="1"/>
          </p:cNvPicPr>
          <p:nvPr/>
        </p:nvPicPr>
        <p:blipFill>
          <a:blip r:embed="rId4"/>
          <a:srcRect t="6162" b="6162"/>
          <a:stretch>
            <a:fillRect/>
          </a:stretch>
        </p:blipFill>
        <p:spPr>
          <a:xfrm>
            <a:off x="6791540" y="4046597"/>
            <a:ext cx="1394826" cy="1394826"/>
          </a:xfrm>
          <a:prstGeom prst="roundRect">
            <a:avLst/>
          </a:prstGeom>
          <a:effectLst>
            <a:outerShdw blurRad="63500" sx="101153" sy="101153" algn="ctr" rotWithShape="0">
              <a:prstClr val="black">
                <a:alpha val="9412"/>
              </a:prstClr>
            </a:outerShdw>
            <a:softEdge rad="0"/>
          </a:effectLst>
        </p:spPr>
      </p:pic>
      <p:pic>
        <p:nvPicPr>
          <p:cNvPr id="13" name="Picture 4">
            <a:extLst>
              <a:ext uri="{FF2B5EF4-FFF2-40B4-BE49-F238E27FC236}">
                <a16:creationId xmlns:a16="http://schemas.microsoft.com/office/drawing/2014/main" id="{02983EF0-D556-4532-8DF8-81A3A6AA20AA}"/>
              </a:ext>
            </a:extLst>
          </p:cNvPr>
          <p:cNvPicPr>
            <a:picLocks noChangeAspect="1"/>
          </p:cNvPicPr>
          <p:nvPr/>
        </p:nvPicPr>
        <p:blipFill>
          <a:blip r:embed="rId5"/>
          <a:srcRect l="5479" r="5479"/>
          <a:stretch>
            <a:fillRect/>
          </a:stretch>
        </p:blipFill>
        <p:spPr>
          <a:xfrm>
            <a:off x="6791540" y="1562745"/>
            <a:ext cx="1394826" cy="1394826"/>
          </a:xfrm>
          <a:prstGeom prst="roundRect">
            <a:avLst/>
          </a:prstGeom>
          <a:effectLst>
            <a:outerShdw blurRad="63500" sx="101153" sy="101153" algn="ctr" rotWithShape="0">
              <a:prstClr val="black">
                <a:alpha val="9412"/>
              </a:prstClr>
            </a:outerShdw>
            <a:softEdge rad="0"/>
          </a:effectLst>
        </p:spPr>
      </p:pic>
      <p:pic>
        <p:nvPicPr>
          <p:cNvPr id="14" name="Picture 4">
            <a:extLst>
              <a:ext uri="{FF2B5EF4-FFF2-40B4-BE49-F238E27FC236}">
                <a16:creationId xmlns:a16="http://schemas.microsoft.com/office/drawing/2014/main" id="{55231A66-F1B4-4154-A6DF-2DD69193E8D6}"/>
              </a:ext>
            </a:extLst>
          </p:cNvPr>
          <p:cNvPicPr>
            <a:picLocks noChangeAspect="1"/>
          </p:cNvPicPr>
          <p:nvPr/>
        </p:nvPicPr>
        <p:blipFill>
          <a:blip r:embed="rId6"/>
          <a:srcRect l="6610" r="6610"/>
          <a:stretch>
            <a:fillRect/>
          </a:stretch>
        </p:blipFill>
        <p:spPr>
          <a:xfrm>
            <a:off x="9297369" y="1562745"/>
            <a:ext cx="1400196" cy="1400196"/>
          </a:xfrm>
          <a:prstGeom prst="roundRect">
            <a:avLst/>
          </a:prstGeom>
          <a:effectLst>
            <a:outerShdw blurRad="63500" sx="101153" sy="101153" algn="ctr" rotWithShape="0">
              <a:prstClr val="black">
                <a:alpha val="9412"/>
              </a:prstClr>
            </a:outerShdw>
            <a:softEdge rad="0"/>
          </a:effectLst>
        </p:spPr>
      </p:pic>
      <p:pic>
        <p:nvPicPr>
          <p:cNvPr id="15" name="Picture 4">
            <a:extLst>
              <a:ext uri="{FF2B5EF4-FFF2-40B4-BE49-F238E27FC236}">
                <a16:creationId xmlns:a16="http://schemas.microsoft.com/office/drawing/2014/main" id="{D1CFC954-6E26-4F9E-A699-3FA8948389F7}"/>
              </a:ext>
            </a:extLst>
          </p:cNvPr>
          <p:cNvPicPr>
            <a:picLocks noChangeAspect="1"/>
          </p:cNvPicPr>
          <p:nvPr/>
        </p:nvPicPr>
        <p:blipFill>
          <a:blip r:embed="rId7"/>
          <a:srcRect l="7492" r="7492"/>
          <a:stretch>
            <a:fillRect/>
          </a:stretch>
        </p:blipFill>
        <p:spPr>
          <a:xfrm>
            <a:off x="1814704" y="4048587"/>
            <a:ext cx="1398206" cy="1398206"/>
          </a:xfrm>
          <a:prstGeom prst="roundRect">
            <a:avLst/>
          </a:prstGeom>
          <a:ln>
            <a:noFill/>
          </a:ln>
          <a:effectLst>
            <a:outerShdw blurRad="63500" sx="101153" sy="101153" algn="ctr" rotWithShape="0">
              <a:prstClr val="black">
                <a:alpha val="9412"/>
              </a:prstClr>
            </a:outerShdw>
            <a:softEdge rad="0"/>
          </a:effectLst>
        </p:spPr>
      </p:pic>
      <p:pic>
        <p:nvPicPr>
          <p:cNvPr id="22" name="Picture 4">
            <a:extLst>
              <a:ext uri="{FF2B5EF4-FFF2-40B4-BE49-F238E27FC236}">
                <a16:creationId xmlns:a16="http://schemas.microsoft.com/office/drawing/2014/main" id="{A9A94910-6B43-4A01-8656-CD4F72FEA27D}"/>
              </a:ext>
            </a:extLst>
          </p:cNvPr>
          <p:cNvPicPr>
            <a:picLocks noChangeAspect="1"/>
          </p:cNvPicPr>
          <p:nvPr/>
        </p:nvPicPr>
        <p:blipFill>
          <a:blip r:embed="rId8"/>
          <a:srcRect t="13165" b="13165"/>
          <a:stretch>
            <a:fillRect/>
          </a:stretch>
        </p:blipFill>
        <p:spPr>
          <a:xfrm>
            <a:off x="4332738" y="4046597"/>
            <a:ext cx="1400196" cy="1400196"/>
          </a:xfrm>
          <a:prstGeom prst="roundRect">
            <a:avLst/>
          </a:prstGeom>
          <a:effectLst>
            <a:outerShdw blurRad="63500" sx="101153" sy="101153" algn="ctr" rotWithShape="0">
              <a:prstClr val="black">
                <a:alpha val="9412"/>
              </a:prstClr>
            </a:outerShdw>
            <a:softEdge rad="0"/>
          </a:effectLst>
        </p:spPr>
      </p:pic>
      <p:grpSp>
        <p:nvGrpSpPr>
          <p:cNvPr id="9" name="Group 8"/>
          <p:cNvGrpSpPr/>
          <p:nvPr/>
        </p:nvGrpSpPr>
        <p:grpSpPr>
          <a:xfrm>
            <a:off x="1813736" y="1562745"/>
            <a:ext cx="1444682" cy="1790119"/>
            <a:chOff x="5963406" y="3701823"/>
            <a:chExt cx="1444682" cy="1790119"/>
          </a:xfrm>
        </p:grpSpPr>
        <p:pic>
          <p:nvPicPr>
            <p:cNvPr id="7" name="Picture 6"/>
            <p:cNvPicPr>
              <a:picLocks noChangeAspect="1"/>
            </p:cNvPicPr>
            <p:nvPr/>
          </p:nvPicPr>
          <p:blipFill rotWithShape="1">
            <a:blip r:embed="rId9" cstate="print">
              <a:extLst>
                <a:ext uri="{28A0092B-C50C-407E-A947-70E740481C1C}">
                  <a14:useLocalDpi xmlns:a14="http://schemas.microsoft.com/office/drawing/2010/main" val="0"/>
                </a:ext>
              </a:extLst>
            </a:blip>
            <a:srcRect b="15252"/>
            <a:stretch/>
          </p:blipFill>
          <p:spPr>
            <a:xfrm>
              <a:off x="5963406" y="3701823"/>
              <a:ext cx="1400142" cy="13948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 name="Rectangle 7"/>
            <p:cNvSpPr/>
            <p:nvPr/>
          </p:nvSpPr>
          <p:spPr>
            <a:xfrm>
              <a:off x="5963406" y="5096649"/>
              <a:ext cx="1444682" cy="39529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9297369" y="4046597"/>
            <a:ext cx="1444682" cy="1794632"/>
            <a:chOff x="7465800" y="3675143"/>
            <a:chExt cx="1444682" cy="1794632"/>
          </a:xfrm>
        </p:grpSpPr>
        <p:pic>
          <p:nvPicPr>
            <p:cNvPr id="2050" name="Picture 2" descr="Profile photo for Eric.W.Jensen"/>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493488" y="3675143"/>
              <a:ext cx="1394826" cy="13948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
          <p:nvSpPr>
            <p:cNvPr id="26" name="Rectangle 25"/>
            <p:cNvSpPr/>
            <p:nvPr/>
          </p:nvSpPr>
          <p:spPr>
            <a:xfrm>
              <a:off x="7465800" y="5074482"/>
              <a:ext cx="1444682" cy="39529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p:cNvSpPr txBox="1"/>
          <p:nvPr/>
        </p:nvSpPr>
        <p:spPr>
          <a:xfrm>
            <a:off x="1506174" y="3005509"/>
            <a:ext cx="2059806" cy="584775"/>
          </a:xfrm>
          <a:prstGeom prst="rect">
            <a:avLst/>
          </a:prstGeom>
          <a:noFill/>
        </p:spPr>
        <p:txBody>
          <a:bodyPr wrap="square" rtlCol="0">
            <a:spAutoFit/>
          </a:bodyPr>
          <a:lstStyle/>
          <a:p>
            <a:pPr algn="ctr"/>
            <a:r>
              <a:rPr lang="en-US" sz="1600" b="1" dirty="0" smtClean="0"/>
              <a:t>Ali Obler</a:t>
            </a:r>
          </a:p>
          <a:p>
            <a:pPr algn="ctr"/>
            <a:r>
              <a:rPr lang="en-US" sz="1600" dirty="0" smtClean="0"/>
              <a:t>Lead Product Owner</a:t>
            </a:r>
            <a:endParaRPr lang="en-US" sz="1600" dirty="0"/>
          </a:p>
        </p:txBody>
      </p:sp>
      <p:sp>
        <p:nvSpPr>
          <p:cNvPr id="31" name="TextBox 30"/>
          <p:cNvSpPr txBox="1"/>
          <p:nvPr/>
        </p:nvSpPr>
        <p:spPr>
          <a:xfrm>
            <a:off x="3832226" y="2957571"/>
            <a:ext cx="2510822" cy="584775"/>
          </a:xfrm>
          <a:prstGeom prst="rect">
            <a:avLst/>
          </a:prstGeom>
          <a:noFill/>
        </p:spPr>
        <p:txBody>
          <a:bodyPr wrap="square" rtlCol="0">
            <a:spAutoFit/>
          </a:bodyPr>
          <a:lstStyle/>
          <a:p>
            <a:pPr algn="ctr"/>
            <a:r>
              <a:rPr lang="en-US" sz="1600" b="1" dirty="0" smtClean="0"/>
              <a:t>Angeli Corral</a:t>
            </a:r>
          </a:p>
          <a:p>
            <a:pPr algn="ctr"/>
            <a:r>
              <a:rPr lang="en-US" sz="1600" dirty="0" smtClean="0"/>
              <a:t>Sr. Engineering Manager</a:t>
            </a:r>
            <a:endParaRPr lang="en-US" sz="1600" dirty="0"/>
          </a:p>
        </p:txBody>
      </p:sp>
      <p:sp>
        <p:nvSpPr>
          <p:cNvPr id="32" name="TextBox 31"/>
          <p:cNvSpPr txBox="1"/>
          <p:nvPr/>
        </p:nvSpPr>
        <p:spPr>
          <a:xfrm>
            <a:off x="6459050" y="2993111"/>
            <a:ext cx="2059806" cy="584775"/>
          </a:xfrm>
          <a:prstGeom prst="rect">
            <a:avLst/>
          </a:prstGeom>
          <a:noFill/>
        </p:spPr>
        <p:txBody>
          <a:bodyPr wrap="square" rtlCol="0">
            <a:spAutoFit/>
          </a:bodyPr>
          <a:lstStyle/>
          <a:p>
            <a:pPr algn="ctr"/>
            <a:r>
              <a:rPr lang="en-US" sz="1600" b="1" dirty="0" smtClean="0"/>
              <a:t>Baskar Natarajan</a:t>
            </a:r>
          </a:p>
          <a:p>
            <a:pPr algn="ctr"/>
            <a:r>
              <a:rPr lang="en-US" sz="1600" dirty="0" smtClean="0"/>
              <a:t>Lead Engineer</a:t>
            </a:r>
            <a:endParaRPr lang="en-US" sz="1600" dirty="0"/>
          </a:p>
        </p:txBody>
      </p:sp>
      <p:sp>
        <p:nvSpPr>
          <p:cNvPr id="33" name="TextBox 32"/>
          <p:cNvSpPr txBox="1"/>
          <p:nvPr/>
        </p:nvSpPr>
        <p:spPr>
          <a:xfrm>
            <a:off x="8898322" y="2993111"/>
            <a:ext cx="2059806" cy="584775"/>
          </a:xfrm>
          <a:prstGeom prst="rect">
            <a:avLst/>
          </a:prstGeom>
          <a:noFill/>
        </p:spPr>
        <p:txBody>
          <a:bodyPr wrap="square" rtlCol="0">
            <a:spAutoFit/>
          </a:bodyPr>
          <a:lstStyle/>
          <a:p>
            <a:pPr algn="ctr"/>
            <a:r>
              <a:rPr lang="en-US" sz="1600" b="1" dirty="0" smtClean="0"/>
              <a:t>Ben Hess</a:t>
            </a:r>
          </a:p>
          <a:p>
            <a:pPr algn="ctr"/>
            <a:r>
              <a:rPr lang="en-US" sz="1600" dirty="0" smtClean="0"/>
              <a:t>Lead Engineer</a:t>
            </a:r>
            <a:endParaRPr lang="en-US" sz="1600" dirty="0"/>
          </a:p>
        </p:txBody>
      </p:sp>
      <p:sp>
        <p:nvSpPr>
          <p:cNvPr id="34" name="TextBox 33"/>
          <p:cNvSpPr txBox="1"/>
          <p:nvPr/>
        </p:nvSpPr>
        <p:spPr>
          <a:xfrm>
            <a:off x="1506174" y="5518738"/>
            <a:ext cx="2059806" cy="584775"/>
          </a:xfrm>
          <a:prstGeom prst="rect">
            <a:avLst/>
          </a:prstGeom>
          <a:noFill/>
        </p:spPr>
        <p:txBody>
          <a:bodyPr wrap="square" rtlCol="0">
            <a:spAutoFit/>
          </a:bodyPr>
          <a:lstStyle/>
          <a:p>
            <a:pPr algn="ctr"/>
            <a:r>
              <a:rPr lang="en-US" sz="1600" b="1" dirty="0" smtClean="0"/>
              <a:t>Abdul Ashwood</a:t>
            </a:r>
          </a:p>
          <a:p>
            <a:pPr algn="ctr"/>
            <a:r>
              <a:rPr lang="en-US" sz="1600" dirty="0" smtClean="0"/>
              <a:t>Engineer</a:t>
            </a:r>
            <a:endParaRPr lang="en-US" sz="1600" dirty="0"/>
          </a:p>
        </p:txBody>
      </p:sp>
      <p:sp>
        <p:nvSpPr>
          <p:cNvPr id="35" name="TextBox 34"/>
          <p:cNvSpPr txBox="1"/>
          <p:nvPr/>
        </p:nvSpPr>
        <p:spPr>
          <a:xfrm>
            <a:off x="4043290" y="5518738"/>
            <a:ext cx="2059806" cy="584775"/>
          </a:xfrm>
          <a:prstGeom prst="rect">
            <a:avLst/>
          </a:prstGeom>
          <a:noFill/>
        </p:spPr>
        <p:txBody>
          <a:bodyPr wrap="square" rtlCol="0">
            <a:spAutoFit/>
          </a:bodyPr>
          <a:lstStyle/>
          <a:p>
            <a:pPr algn="ctr"/>
            <a:r>
              <a:rPr lang="en-US" sz="1600" b="1" dirty="0" smtClean="0"/>
              <a:t>Jack Morgan</a:t>
            </a:r>
          </a:p>
          <a:p>
            <a:pPr algn="ctr"/>
            <a:r>
              <a:rPr lang="en-US" sz="1600" dirty="0" smtClean="0"/>
              <a:t>Sr. Engineer</a:t>
            </a:r>
            <a:endParaRPr lang="en-US" sz="1600" dirty="0"/>
          </a:p>
        </p:txBody>
      </p:sp>
      <p:sp>
        <p:nvSpPr>
          <p:cNvPr id="36" name="TextBox 35"/>
          <p:cNvSpPr txBox="1"/>
          <p:nvPr/>
        </p:nvSpPr>
        <p:spPr>
          <a:xfrm>
            <a:off x="6580406" y="5518737"/>
            <a:ext cx="2059806" cy="584775"/>
          </a:xfrm>
          <a:prstGeom prst="rect">
            <a:avLst/>
          </a:prstGeom>
          <a:noFill/>
        </p:spPr>
        <p:txBody>
          <a:bodyPr wrap="square" rtlCol="0">
            <a:spAutoFit/>
          </a:bodyPr>
          <a:lstStyle/>
          <a:p>
            <a:pPr algn="ctr"/>
            <a:r>
              <a:rPr lang="en-US" sz="1600" b="1" dirty="0" smtClean="0"/>
              <a:t>Nancy Selvam</a:t>
            </a:r>
          </a:p>
          <a:p>
            <a:pPr algn="ctr"/>
            <a:r>
              <a:rPr lang="en-US" sz="1600" dirty="0" smtClean="0"/>
              <a:t>Engineer</a:t>
            </a:r>
            <a:endParaRPr lang="en-US" sz="1600" dirty="0"/>
          </a:p>
        </p:txBody>
      </p:sp>
      <p:sp>
        <p:nvSpPr>
          <p:cNvPr id="37" name="TextBox 36"/>
          <p:cNvSpPr txBox="1"/>
          <p:nvPr/>
        </p:nvSpPr>
        <p:spPr>
          <a:xfrm>
            <a:off x="8965738" y="5518737"/>
            <a:ext cx="2059806" cy="584775"/>
          </a:xfrm>
          <a:prstGeom prst="rect">
            <a:avLst/>
          </a:prstGeom>
          <a:noFill/>
        </p:spPr>
        <p:txBody>
          <a:bodyPr wrap="square" rtlCol="0">
            <a:spAutoFit/>
          </a:bodyPr>
          <a:lstStyle/>
          <a:p>
            <a:pPr algn="ctr"/>
            <a:r>
              <a:rPr lang="en-US" sz="1600" b="1" dirty="0" smtClean="0"/>
              <a:t>Eric Jensen</a:t>
            </a:r>
          </a:p>
          <a:p>
            <a:pPr algn="ctr"/>
            <a:r>
              <a:rPr lang="en-US" sz="1600" dirty="0" smtClean="0"/>
              <a:t>TLP</a:t>
            </a:r>
            <a:endParaRPr lang="en-US" sz="1600" dirty="0"/>
          </a:p>
        </p:txBody>
      </p:sp>
      <p:sp>
        <p:nvSpPr>
          <p:cNvPr id="25" name="Title 1">
            <a:extLst>
              <a:ext uri="{FF2B5EF4-FFF2-40B4-BE49-F238E27FC236}">
                <a16:creationId xmlns:a16="http://schemas.microsoft.com/office/drawing/2014/main" id="{C815DAE8-1AB0-5548-932C-3B207D575474}"/>
              </a:ext>
            </a:extLst>
          </p:cNvPr>
          <p:cNvSpPr>
            <a:spLocks noGrp="1"/>
          </p:cNvSpPr>
          <p:nvPr>
            <p:ph type="title"/>
          </p:nvPr>
        </p:nvSpPr>
        <p:spPr>
          <a:xfrm>
            <a:off x="838200" y="531925"/>
            <a:ext cx="10823712" cy="430005"/>
          </a:xfrm>
        </p:spPr>
        <p:txBody>
          <a:bodyPr/>
          <a:lstStyle/>
          <a:p>
            <a:r>
              <a:rPr lang="en-US" dirty="0" smtClean="0"/>
              <a:t>Meet the Axon team</a:t>
            </a:r>
            <a:endParaRPr lang="en-US" dirty="0"/>
          </a:p>
        </p:txBody>
      </p:sp>
    </p:spTree>
    <p:extLst>
      <p:ext uri="{BB962C8B-B14F-4D97-AF65-F5344CB8AC3E}">
        <p14:creationId xmlns:p14="http://schemas.microsoft.com/office/powerpoint/2010/main" val="33894241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EC23289-94A2-FA43-80D9-1500A46F96FF}"/>
              </a:ext>
            </a:extLst>
          </p:cNvPr>
          <p:cNvSpPr txBox="1"/>
          <p:nvPr/>
        </p:nvSpPr>
        <p:spPr>
          <a:xfrm>
            <a:off x="15972503" y="221226"/>
            <a:ext cx="0" cy="0"/>
          </a:xfrm>
          <a:prstGeom prst="rect">
            <a:avLst/>
          </a:prstGeom>
        </p:spPr>
        <p:txBody>
          <a:bodyPr vert="horz" wrap="none"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272726"/>
              </a:solidFill>
              <a:effectLst/>
              <a:uLnTx/>
              <a:uFillTx/>
              <a:latin typeface="Arial"/>
              <a:ea typeface="+mn-ea"/>
              <a:cs typeface="+mn-cs"/>
            </a:endParaRPr>
          </a:p>
        </p:txBody>
      </p:sp>
      <p:sp>
        <p:nvSpPr>
          <p:cNvPr id="6" name="TextBox 5"/>
          <p:cNvSpPr txBox="1"/>
          <p:nvPr/>
        </p:nvSpPr>
        <p:spPr>
          <a:xfrm>
            <a:off x="1348510" y="2553828"/>
            <a:ext cx="10455564" cy="830997"/>
          </a:xfrm>
          <a:prstGeom prst="rect">
            <a:avLst/>
          </a:prstGeom>
          <a:noFill/>
        </p:spPr>
        <p:txBody>
          <a:bodyPr wrap="square" rtlCol="0">
            <a:spAutoFit/>
          </a:bodyPr>
          <a:lstStyle/>
          <a:p>
            <a:pPr algn="ctr"/>
            <a:r>
              <a:rPr lang="en-US" sz="4800" b="1" dirty="0" smtClean="0"/>
              <a:t>Shipt Audit App</a:t>
            </a:r>
            <a:endParaRPr lang="en-US" sz="3600" b="1" dirty="0">
              <a:solidFill>
                <a:schemeClr val="bg1">
                  <a:lumMod val="75000"/>
                </a:schemeClr>
              </a:solidFill>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11289" y="4225766"/>
            <a:ext cx="2897756" cy="2107459"/>
          </a:xfrm>
          <a:prstGeom prst="rect">
            <a:avLst/>
          </a:prstGeom>
        </p:spPr>
      </p:pic>
    </p:spTree>
    <p:extLst>
      <p:ext uri="{BB962C8B-B14F-4D97-AF65-F5344CB8AC3E}">
        <p14:creationId xmlns:p14="http://schemas.microsoft.com/office/powerpoint/2010/main" val="9881735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3832225" y="26971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 name="TextBox 4"/>
          <p:cNvSpPr txBox="1"/>
          <p:nvPr/>
        </p:nvSpPr>
        <p:spPr>
          <a:xfrm>
            <a:off x="838200" y="1062148"/>
            <a:ext cx="11095182" cy="4339650"/>
          </a:xfrm>
          <a:prstGeom prst="rect">
            <a:avLst/>
          </a:prstGeom>
          <a:noFill/>
        </p:spPr>
        <p:txBody>
          <a:bodyPr wrap="square" rtlCol="0">
            <a:spAutoFit/>
          </a:bodyPr>
          <a:lstStyle/>
          <a:p>
            <a:r>
              <a:rPr lang="en-US" dirty="0"/>
              <a:t>Effectively </a:t>
            </a:r>
            <a:r>
              <a:rPr lang="en-US" dirty="0" smtClean="0"/>
              <a:t>guides </a:t>
            </a:r>
            <a:r>
              <a:rPr lang="en-US" dirty="0"/>
              <a:t>store team members through a quick and seamless audit for pre-paid Shipt orders to create a positive checkout experience for Shipt Shoppers and ensure our guests are satisfied with their order.</a:t>
            </a:r>
            <a:endParaRPr lang="en-US" sz="1600" b="1" dirty="0" smtClean="0"/>
          </a:p>
          <a:p>
            <a:endParaRPr lang="en-US" sz="1600" b="1" dirty="0"/>
          </a:p>
          <a:p>
            <a:r>
              <a:rPr lang="en-US" sz="1600" b="1" dirty="0" smtClean="0"/>
              <a:t>Current State</a:t>
            </a:r>
          </a:p>
          <a:p>
            <a:pPr marL="285750" indent="-285750">
              <a:buFont typeface="Arial" panose="020B0604020202020204" pitchFamily="34" charset="0"/>
              <a:buChar char="•"/>
            </a:pPr>
            <a:r>
              <a:rPr lang="en-US" sz="1600" dirty="0" smtClean="0"/>
              <a:t>Shipt Audit App is a stand alone app on the </a:t>
            </a:r>
            <a:r>
              <a:rPr lang="en-US" sz="1600" dirty="0" err="1" smtClean="0"/>
              <a:t>myDevice</a:t>
            </a:r>
            <a:r>
              <a:rPr lang="en-US" sz="1600" dirty="0"/>
              <a:t> </a:t>
            </a:r>
            <a:r>
              <a:rPr lang="en-US" sz="1600" dirty="0" smtClean="0"/>
              <a:t>that was stood up very quickly in 2019. </a:t>
            </a:r>
          </a:p>
          <a:p>
            <a:pPr marL="742950" lvl="1" indent="-285750">
              <a:buFont typeface="Arial" panose="020B0604020202020204" pitchFamily="34" charset="0"/>
              <a:buChar char="•"/>
            </a:pPr>
            <a:r>
              <a:rPr lang="en-US" sz="1600" dirty="0" smtClean="0"/>
              <a:t>This app acts as an impression of control for Shipt shoppers.</a:t>
            </a:r>
          </a:p>
          <a:p>
            <a:pPr marL="285750" indent="-285750">
              <a:buFont typeface="Arial" panose="020B0604020202020204" pitchFamily="34" charset="0"/>
              <a:buChar char="•"/>
            </a:pPr>
            <a:r>
              <a:rPr lang="en-US" sz="1600" dirty="0" smtClean="0"/>
              <a:t>Shipt Audit App is used for “Scan and Go” or “SAG” Shipt orders. Meaning, the Shipt order was placed via Target.com or the Target app.</a:t>
            </a:r>
          </a:p>
          <a:p>
            <a:pPr marL="285750" indent="-285750">
              <a:buFont typeface="Arial" panose="020B0604020202020204" pitchFamily="34" charset="0"/>
              <a:buChar char="•"/>
            </a:pPr>
            <a:r>
              <a:rPr lang="en-US" sz="1600" dirty="0" smtClean="0"/>
              <a:t>Process owned by Assets Protection and Service &amp; Engagement. </a:t>
            </a:r>
          </a:p>
          <a:p>
            <a:pPr marL="742950" lvl="1" indent="-285750">
              <a:buFont typeface="Arial" panose="020B0604020202020204" pitchFamily="34" charset="0"/>
              <a:buChar char="•"/>
            </a:pPr>
            <a:r>
              <a:rPr lang="en-US" sz="1600" dirty="0" smtClean="0"/>
              <a:t>Guest Advocate conducts the audit – Assets Protection utilizes reporting for investigations.</a:t>
            </a:r>
          </a:p>
          <a:p>
            <a:endParaRPr lang="en-US" sz="1600" dirty="0"/>
          </a:p>
          <a:p>
            <a:endParaRPr lang="en-US" sz="1600" dirty="0" smtClean="0"/>
          </a:p>
          <a:p>
            <a:r>
              <a:rPr lang="en-US" sz="1600" b="1" dirty="0" smtClean="0"/>
              <a:t>Future Scope</a:t>
            </a:r>
          </a:p>
          <a:p>
            <a:pPr marL="285750" indent="-285750">
              <a:buFont typeface="Arial" panose="020B0604020202020204" pitchFamily="34" charset="0"/>
              <a:buChar char="•"/>
            </a:pPr>
            <a:r>
              <a:rPr lang="en-US" sz="1600" dirty="0" smtClean="0"/>
              <a:t>Kiosk POC in two Birch stores </a:t>
            </a:r>
            <a:r>
              <a:rPr lang="en-US" sz="1600" dirty="0"/>
              <a:t>(</a:t>
            </a:r>
            <a:r>
              <a:rPr lang="en-US" sz="1600" dirty="0" smtClean="0"/>
              <a:t>October 2022)</a:t>
            </a:r>
          </a:p>
          <a:p>
            <a:endParaRPr lang="en-US" sz="160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 name="Title 2"/>
          <p:cNvSpPr>
            <a:spLocks noGrp="1"/>
          </p:cNvSpPr>
          <p:nvPr>
            <p:ph type="title"/>
          </p:nvPr>
        </p:nvSpPr>
        <p:spPr/>
        <p:txBody>
          <a:bodyPr/>
          <a:lstStyle/>
          <a:p>
            <a:r>
              <a:rPr lang="en-US" dirty="0" smtClean="0"/>
              <a:t>Shipt Audit App</a:t>
            </a:r>
            <a:endParaRPr lang="en-US" dirty="0"/>
          </a:p>
        </p:txBody>
      </p:sp>
    </p:spTree>
    <p:extLst>
      <p:ext uri="{BB962C8B-B14F-4D97-AF65-F5344CB8AC3E}">
        <p14:creationId xmlns:p14="http://schemas.microsoft.com/office/powerpoint/2010/main" val="25238239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hipt Shopper Audit v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179129" y="762000"/>
            <a:ext cx="2971800" cy="5334000"/>
          </a:xfrm>
          <a:prstGeom prst="rect">
            <a:avLst/>
          </a:prstGeom>
        </p:spPr>
      </p:pic>
      <p:sp>
        <p:nvSpPr>
          <p:cNvPr id="5" name="TextBox 4">
            <a:extLst>
              <a:ext uri="{FF2B5EF4-FFF2-40B4-BE49-F238E27FC236}">
                <a16:creationId xmlns:a16="http://schemas.microsoft.com/office/drawing/2014/main" id="{D570F672-A80B-164F-9DE8-338688DDF1B6}"/>
              </a:ext>
            </a:extLst>
          </p:cNvPr>
          <p:cNvSpPr txBox="1"/>
          <p:nvPr/>
        </p:nvSpPr>
        <p:spPr>
          <a:xfrm>
            <a:off x="953273" y="1098176"/>
            <a:ext cx="613426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smtClean="0">
                <a:ln>
                  <a:noFill/>
                </a:ln>
                <a:effectLst/>
                <a:uLnTx/>
                <a:uFillTx/>
                <a:latin typeface="Arial" panose="020B0604020202020204"/>
                <a:ea typeface="+mn-ea"/>
                <a:cs typeface="+mn-cs"/>
              </a:rPr>
              <a:t>Successful Audit</a:t>
            </a:r>
            <a:endParaRPr kumimoji="0" lang="en-US" sz="1600" b="1" i="0" u="none" strike="noStrike" kern="1200" cap="none" spc="0" normalizeH="0" baseline="0" noProof="0" dirty="0">
              <a:ln>
                <a:noFill/>
              </a:ln>
              <a:effectLst/>
              <a:uLnTx/>
              <a:uFillTx/>
              <a:latin typeface="Arial" panose="020B0604020202020204"/>
              <a:ea typeface="+mn-ea"/>
              <a:cs typeface="+mn-cs"/>
            </a:endParaRPr>
          </a:p>
        </p:txBody>
      </p:sp>
      <p:sp>
        <p:nvSpPr>
          <p:cNvPr id="6" name="TextBox 5"/>
          <p:cNvSpPr txBox="1"/>
          <p:nvPr/>
        </p:nvSpPr>
        <p:spPr>
          <a:xfrm>
            <a:off x="950026" y="1456902"/>
            <a:ext cx="6485247" cy="2092881"/>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srgbClr val="000000"/>
                </a:solidFill>
                <a:effectLst/>
                <a:uLnTx/>
                <a:uFillTx/>
                <a:latin typeface="Arial" panose="020B0604020202020204"/>
                <a:ea typeface="+mn-ea"/>
                <a:cs typeface="+mn-cs"/>
              </a:rPr>
              <a:t>Step 1: </a:t>
            </a: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The Guest Advocate scans the Shipt shoppers barcode to begin the audit.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srgbClr val="000000"/>
                </a:solidFill>
                <a:effectLst/>
                <a:uLnTx/>
                <a:uFillTx/>
                <a:latin typeface="Arial" panose="020B0604020202020204"/>
                <a:ea typeface="+mn-ea"/>
                <a:cs typeface="+mn-cs"/>
              </a:rPr>
              <a:t>Step 2: </a:t>
            </a: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An itemized list of the Shipt shoppers order appears.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srgbClr val="000000"/>
                </a:solidFill>
                <a:effectLst/>
                <a:uLnTx/>
                <a:uFillTx/>
                <a:latin typeface="Arial" panose="020B0604020202020204"/>
                <a:ea typeface="+mn-ea"/>
                <a:cs typeface="+mn-cs"/>
              </a:rPr>
              <a:t>Step 3: </a:t>
            </a: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The Guest Advocate visually verifies that three of the items match what it in the Shipt shoppers order. </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Note: The Guest Advocate can pick any item to verify and there are no scans involved in this step.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srgbClr val="000000"/>
                </a:solidFill>
                <a:effectLst/>
                <a:uLnTx/>
                <a:uFillTx/>
                <a:latin typeface="Arial" panose="020B0604020202020204"/>
                <a:ea typeface="+mn-ea"/>
                <a:cs typeface="+mn-cs"/>
              </a:rPr>
              <a:t>Step 4: </a:t>
            </a: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The Guest Advocate confirms that the three items match the Shipt shoppers itemized list and tap “Looks Good”.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srgbClr val="000000"/>
                </a:solidFill>
                <a:effectLst/>
                <a:uLnTx/>
                <a:uFillTx/>
                <a:latin typeface="Arial" panose="020B0604020202020204"/>
                <a:ea typeface="+mn-ea"/>
                <a:cs typeface="+mn-cs"/>
              </a:rPr>
              <a:t>Step 5: </a:t>
            </a: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An Audit Complete page appears and the Guest Advocate taps “Dismiss” to begin another audit. </a:t>
            </a:r>
            <a:endParaRPr kumimoji="0" lang="en-US" sz="13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D570F672-A80B-164F-9DE8-338688DDF1B6}"/>
              </a:ext>
            </a:extLst>
          </p:cNvPr>
          <p:cNvSpPr txBox="1"/>
          <p:nvPr/>
        </p:nvSpPr>
        <p:spPr>
          <a:xfrm>
            <a:off x="953273" y="3569956"/>
            <a:ext cx="613426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smtClean="0">
                <a:ln>
                  <a:noFill/>
                </a:ln>
                <a:effectLst/>
                <a:uLnTx/>
                <a:uFillTx/>
                <a:latin typeface="Arial" panose="020B0604020202020204"/>
                <a:ea typeface="+mn-ea"/>
                <a:cs typeface="+mn-cs"/>
              </a:rPr>
              <a:t>Unsuccessful Audit</a:t>
            </a:r>
            <a:endParaRPr kumimoji="0" lang="en-US" sz="1600" b="1" i="0" u="none" strike="noStrike" kern="1200" cap="none" spc="0" normalizeH="0" baseline="0" noProof="0" dirty="0">
              <a:ln>
                <a:noFill/>
              </a:ln>
              <a:effectLst/>
              <a:uLnTx/>
              <a:uFillTx/>
              <a:latin typeface="Arial" panose="020B0604020202020204"/>
              <a:ea typeface="+mn-ea"/>
              <a:cs typeface="+mn-cs"/>
            </a:endParaRPr>
          </a:p>
        </p:txBody>
      </p:sp>
      <p:sp>
        <p:nvSpPr>
          <p:cNvPr id="9" name="TextBox 8"/>
          <p:cNvSpPr txBox="1"/>
          <p:nvPr/>
        </p:nvSpPr>
        <p:spPr>
          <a:xfrm>
            <a:off x="953273" y="3908510"/>
            <a:ext cx="6485247" cy="229293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srgbClr val="000000"/>
                </a:solidFill>
                <a:effectLst/>
                <a:uLnTx/>
                <a:uFillTx/>
                <a:latin typeface="Arial" panose="020B0604020202020204"/>
                <a:ea typeface="+mn-ea"/>
                <a:cs typeface="+mn-cs"/>
              </a:rPr>
              <a:t>Step 1: </a:t>
            </a: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The Guest Advocate scans the </a:t>
            </a:r>
            <a:r>
              <a:rPr kumimoji="0" lang="en-US" sz="1300" b="0" i="0" u="none" strike="noStrike" kern="1200" cap="none" spc="0" normalizeH="0" baseline="0" noProof="0" dirty="0" err="1">
                <a:ln>
                  <a:noFill/>
                </a:ln>
                <a:solidFill>
                  <a:srgbClr val="000000"/>
                </a:solidFill>
                <a:effectLst/>
                <a:uLnTx/>
                <a:uFillTx/>
                <a:latin typeface="Arial" panose="020B0604020202020204"/>
                <a:ea typeface="+mn-ea"/>
                <a:cs typeface="+mn-cs"/>
              </a:rPr>
              <a:t>Shipt</a:t>
            </a: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 shoppers barcode to begin the audit.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srgbClr val="000000"/>
                </a:solidFill>
                <a:effectLst/>
                <a:uLnTx/>
                <a:uFillTx/>
                <a:latin typeface="Arial" panose="020B0604020202020204"/>
                <a:ea typeface="+mn-ea"/>
                <a:cs typeface="+mn-cs"/>
              </a:rPr>
              <a:t>Step 2: </a:t>
            </a: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An itemized list of the </a:t>
            </a:r>
            <a:r>
              <a:rPr kumimoji="0" lang="en-US" sz="1300" b="0" i="0" u="none" strike="noStrike" kern="1200" cap="none" spc="0" normalizeH="0" baseline="0" noProof="0" dirty="0" err="1">
                <a:ln>
                  <a:noFill/>
                </a:ln>
                <a:solidFill>
                  <a:srgbClr val="000000"/>
                </a:solidFill>
                <a:effectLst/>
                <a:uLnTx/>
                <a:uFillTx/>
                <a:latin typeface="Arial" panose="020B0604020202020204"/>
                <a:ea typeface="+mn-ea"/>
                <a:cs typeface="+mn-cs"/>
              </a:rPr>
              <a:t>Shipt</a:t>
            </a: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 shoppers order appears.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srgbClr val="000000"/>
                </a:solidFill>
                <a:effectLst/>
                <a:uLnTx/>
                <a:uFillTx/>
                <a:latin typeface="Arial" panose="020B0604020202020204"/>
                <a:ea typeface="+mn-ea"/>
                <a:cs typeface="+mn-cs"/>
              </a:rPr>
              <a:t>Step 3: </a:t>
            </a: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The Guest Advocate visually verifies that three of the items match what it in the </a:t>
            </a:r>
            <a:r>
              <a:rPr kumimoji="0" lang="en-US" sz="1300" b="0" i="0" u="none" strike="noStrike" kern="1200" cap="none" spc="0" normalizeH="0" baseline="0" noProof="0" dirty="0" err="1">
                <a:ln>
                  <a:noFill/>
                </a:ln>
                <a:solidFill>
                  <a:srgbClr val="000000"/>
                </a:solidFill>
                <a:effectLst/>
                <a:uLnTx/>
                <a:uFillTx/>
                <a:latin typeface="Arial" panose="020B0604020202020204"/>
                <a:ea typeface="+mn-ea"/>
                <a:cs typeface="+mn-cs"/>
              </a:rPr>
              <a:t>Shipt</a:t>
            </a: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 shoppers order.</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 Note: The Guest Advocate can pick any item to verify and there are no scans involved in this step.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srgbClr val="000000"/>
                </a:solidFill>
                <a:effectLst/>
                <a:uLnTx/>
                <a:uFillTx/>
                <a:latin typeface="Arial" panose="020B0604020202020204"/>
                <a:ea typeface="+mn-ea"/>
                <a:cs typeface="+mn-cs"/>
              </a:rPr>
              <a:t>Step 4: </a:t>
            </a: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If the Guest Advocate identifies an item that is not listed within the order they tap “Extra Item”.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1" i="0" u="none" strike="noStrike" kern="1200" cap="none" spc="0" normalizeH="0" baseline="0" noProof="0" dirty="0">
                <a:ln>
                  <a:noFill/>
                </a:ln>
                <a:solidFill>
                  <a:srgbClr val="000000"/>
                </a:solidFill>
                <a:effectLst/>
                <a:uLnTx/>
                <a:uFillTx/>
                <a:latin typeface="Arial" panose="020B0604020202020204"/>
                <a:ea typeface="+mn-ea"/>
                <a:cs typeface="+mn-cs"/>
              </a:rPr>
              <a:t>Step 5: </a:t>
            </a: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The Guest Advocate should inform the </a:t>
            </a:r>
            <a:r>
              <a:rPr kumimoji="0" lang="en-US" sz="1300" b="0" i="0" u="none" strike="noStrike" kern="1200" cap="none" spc="0" normalizeH="0" baseline="0" noProof="0" dirty="0" err="1">
                <a:ln>
                  <a:noFill/>
                </a:ln>
                <a:solidFill>
                  <a:srgbClr val="000000"/>
                </a:solidFill>
                <a:effectLst/>
                <a:uLnTx/>
                <a:uFillTx/>
                <a:latin typeface="Arial" panose="020B0604020202020204"/>
                <a:ea typeface="+mn-ea"/>
                <a:cs typeface="+mn-cs"/>
              </a:rPr>
              <a:t>Shipt</a:t>
            </a:r>
            <a:r>
              <a:rPr kumimoji="0" lang="en-US" sz="1300" b="0" i="0" u="none" strike="noStrike" kern="1200" cap="none" spc="0" normalizeH="0" baseline="0" noProof="0" dirty="0">
                <a:ln>
                  <a:noFill/>
                </a:ln>
                <a:solidFill>
                  <a:srgbClr val="000000"/>
                </a:solidFill>
                <a:effectLst/>
                <a:uLnTx/>
                <a:uFillTx/>
                <a:latin typeface="Arial" panose="020B0604020202020204"/>
                <a:ea typeface="+mn-ea"/>
                <a:cs typeface="+mn-cs"/>
              </a:rPr>
              <a:t> shopper that the extra items must be removed and that if the guest would like the item that they will need to place a new order. </a:t>
            </a:r>
            <a:endParaRPr kumimoji="0" lang="en-US" sz="13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3" name="Title 2"/>
          <p:cNvSpPr>
            <a:spLocks noGrp="1"/>
          </p:cNvSpPr>
          <p:nvPr>
            <p:ph type="title"/>
          </p:nvPr>
        </p:nvSpPr>
        <p:spPr/>
        <p:txBody>
          <a:bodyPr/>
          <a:lstStyle/>
          <a:p>
            <a:r>
              <a:rPr lang="en-US" dirty="0" smtClean="0"/>
              <a:t>Shipt Audit Demo (Non AB)</a:t>
            </a:r>
            <a:endParaRPr lang="en-US" dirty="0"/>
          </a:p>
        </p:txBody>
      </p:sp>
    </p:spTree>
    <p:extLst>
      <p:ext uri="{BB962C8B-B14F-4D97-AF65-F5344CB8AC3E}">
        <p14:creationId xmlns:p14="http://schemas.microsoft.com/office/powerpoint/2010/main" val="88172105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a:spLocks noChangeArrowheads="1"/>
          </p:cNvSpPr>
          <p:nvPr/>
        </p:nvSpPr>
        <p:spPr bwMode="auto">
          <a:xfrm>
            <a:off x="3832225" y="26971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t> </a:t>
            </a: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 name="TextBox 4"/>
          <p:cNvSpPr txBox="1"/>
          <p:nvPr/>
        </p:nvSpPr>
        <p:spPr>
          <a:xfrm>
            <a:off x="838200" y="1143251"/>
            <a:ext cx="11095182" cy="461665"/>
          </a:xfrm>
          <a:prstGeom prst="rect">
            <a:avLst/>
          </a:prstGeom>
          <a:noFill/>
        </p:spPr>
        <p:txBody>
          <a:bodyPr wrap="square" rtlCol="0">
            <a:spAutoFit/>
          </a:bodyPr>
          <a:lstStyle/>
          <a:p>
            <a:r>
              <a:rPr lang="en-US" sz="1200" b="1" dirty="0" smtClean="0"/>
              <a:t>Happy Path </a:t>
            </a:r>
            <a:r>
              <a:rPr lang="en-US" sz="1200" dirty="0" smtClean="0"/>
              <a:t>(AB Item, Guest Advocate of age, Shipt Shopper of age, “LOOKS GOOD” audit)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3" name="Picture 2"/>
          <p:cNvPicPr>
            <a:picLocks noChangeAspect="1"/>
          </p:cNvPicPr>
          <p:nvPr/>
        </p:nvPicPr>
        <p:blipFill>
          <a:blip r:embed="rId3"/>
          <a:stretch>
            <a:fillRect/>
          </a:stretch>
        </p:blipFill>
        <p:spPr>
          <a:xfrm>
            <a:off x="914399" y="1520807"/>
            <a:ext cx="6309588" cy="2207532"/>
          </a:xfrm>
          <a:prstGeom prst="rect">
            <a:avLst/>
          </a:prstGeom>
        </p:spPr>
      </p:pic>
      <p:grpSp>
        <p:nvGrpSpPr>
          <p:cNvPr id="8" name="Group 7"/>
          <p:cNvGrpSpPr/>
          <p:nvPr/>
        </p:nvGrpSpPr>
        <p:grpSpPr>
          <a:xfrm>
            <a:off x="914399" y="4226765"/>
            <a:ext cx="9971774" cy="2184859"/>
            <a:chOff x="914399" y="4470760"/>
            <a:chExt cx="9971774" cy="2184859"/>
          </a:xfrm>
        </p:grpSpPr>
        <p:pic>
          <p:nvPicPr>
            <p:cNvPr id="4" name="Picture 3"/>
            <p:cNvPicPr>
              <a:picLocks noChangeAspect="1"/>
            </p:cNvPicPr>
            <p:nvPr/>
          </p:nvPicPr>
          <p:blipFill>
            <a:blip r:embed="rId4"/>
            <a:stretch>
              <a:fillRect/>
            </a:stretch>
          </p:blipFill>
          <p:spPr>
            <a:xfrm>
              <a:off x="914399" y="4470760"/>
              <a:ext cx="6195868" cy="2184859"/>
            </a:xfrm>
            <a:prstGeom prst="rect">
              <a:avLst/>
            </a:prstGeom>
          </p:spPr>
        </p:pic>
        <p:pic>
          <p:nvPicPr>
            <p:cNvPr id="7" name="Picture 6"/>
            <p:cNvPicPr>
              <a:picLocks noChangeAspect="1"/>
            </p:cNvPicPr>
            <p:nvPr/>
          </p:nvPicPr>
          <p:blipFill>
            <a:blip r:embed="rId5"/>
            <a:stretch>
              <a:fillRect/>
            </a:stretch>
          </p:blipFill>
          <p:spPr>
            <a:xfrm>
              <a:off x="7100642" y="4470760"/>
              <a:ext cx="3785531" cy="2181031"/>
            </a:xfrm>
            <a:prstGeom prst="rect">
              <a:avLst/>
            </a:prstGeom>
          </p:spPr>
        </p:pic>
      </p:grpSp>
      <p:sp>
        <p:nvSpPr>
          <p:cNvPr id="9" name="TextBox 8"/>
          <p:cNvSpPr txBox="1"/>
          <p:nvPr/>
        </p:nvSpPr>
        <p:spPr>
          <a:xfrm>
            <a:off x="914399" y="3887097"/>
            <a:ext cx="11095182" cy="461665"/>
          </a:xfrm>
          <a:prstGeom prst="rect">
            <a:avLst/>
          </a:prstGeom>
          <a:noFill/>
        </p:spPr>
        <p:txBody>
          <a:bodyPr wrap="square" rtlCol="0">
            <a:spAutoFit/>
          </a:bodyPr>
          <a:lstStyle/>
          <a:p>
            <a:r>
              <a:rPr lang="en-US" sz="1200" b="1" dirty="0" smtClean="0"/>
              <a:t>Exception Flow </a:t>
            </a:r>
            <a:r>
              <a:rPr lang="en-US" sz="1200" dirty="0" smtClean="0"/>
              <a:t>(AB Item, Guest Advocate of age, Shipt Shopper NOT of age, Remove Items, “LOOKS GOOD” audit)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0" name="Title 9"/>
          <p:cNvSpPr>
            <a:spLocks noGrp="1"/>
          </p:cNvSpPr>
          <p:nvPr>
            <p:ph type="title"/>
          </p:nvPr>
        </p:nvSpPr>
        <p:spPr/>
        <p:txBody>
          <a:bodyPr/>
          <a:lstStyle/>
          <a:p>
            <a:r>
              <a:rPr lang="en-US" dirty="0" smtClean="0"/>
              <a:t>Shipt Audit – Adult Beverage Flows</a:t>
            </a:r>
            <a:endParaRPr lang="en-US" dirty="0"/>
          </a:p>
        </p:txBody>
      </p:sp>
    </p:spTree>
    <p:extLst>
      <p:ext uri="{BB962C8B-B14F-4D97-AF65-F5344CB8AC3E}">
        <p14:creationId xmlns:p14="http://schemas.microsoft.com/office/powerpoint/2010/main" val="2794447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EC23289-94A2-FA43-80D9-1500A46F96FF}"/>
              </a:ext>
            </a:extLst>
          </p:cNvPr>
          <p:cNvSpPr txBox="1"/>
          <p:nvPr/>
        </p:nvSpPr>
        <p:spPr>
          <a:xfrm>
            <a:off x="15972503" y="221226"/>
            <a:ext cx="0" cy="0"/>
          </a:xfrm>
          <a:prstGeom prst="rect">
            <a:avLst/>
          </a:prstGeom>
        </p:spPr>
        <p:txBody>
          <a:bodyPr vert="horz" wrap="none" lIns="91440" tIns="45720" rIns="91440" bIns="4572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srgbClr val="272726"/>
              </a:solidFill>
              <a:effectLst/>
              <a:uLnTx/>
              <a:uFillTx/>
              <a:latin typeface="Arial"/>
              <a:ea typeface="+mn-ea"/>
              <a:cs typeface="+mn-cs"/>
            </a:endParaRPr>
          </a:p>
        </p:txBody>
      </p:sp>
      <p:sp>
        <p:nvSpPr>
          <p:cNvPr id="6" name="TextBox 5"/>
          <p:cNvSpPr txBox="1"/>
          <p:nvPr/>
        </p:nvSpPr>
        <p:spPr>
          <a:xfrm>
            <a:off x="1348510" y="2553828"/>
            <a:ext cx="10455564" cy="830997"/>
          </a:xfrm>
          <a:prstGeom prst="rect">
            <a:avLst/>
          </a:prstGeom>
          <a:noFill/>
        </p:spPr>
        <p:txBody>
          <a:bodyPr wrap="square" rtlCol="0">
            <a:spAutoFit/>
          </a:bodyPr>
          <a:lstStyle/>
          <a:p>
            <a:pPr algn="ctr"/>
            <a:r>
              <a:rPr lang="en-US" sz="4800" b="1" dirty="0" smtClean="0"/>
              <a:t>Questions?</a:t>
            </a:r>
            <a:endParaRPr lang="en-US" sz="3600" b="1" dirty="0">
              <a:solidFill>
                <a:schemeClr val="bg1">
                  <a:lumMod val="75000"/>
                </a:schemeClr>
              </a:solidFill>
            </a:endParaRPr>
          </a:p>
        </p:txBody>
      </p:sp>
    </p:spTree>
    <p:extLst>
      <p:ext uri="{BB962C8B-B14F-4D97-AF65-F5344CB8AC3E}">
        <p14:creationId xmlns:p14="http://schemas.microsoft.com/office/powerpoint/2010/main" val="49898301"/>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Store Operations">
      <a:dk1>
        <a:srgbClr val="272726"/>
      </a:dk1>
      <a:lt1>
        <a:sysClr val="window" lastClr="FFFFFF"/>
      </a:lt1>
      <a:dk2>
        <a:srgbClr val="777877"/>
      </a:dk2>
      <a:lt2>
        <a:srgbClr val="CECFCE"/>
      </a:lt2>
      <a:accent1>
        <a:srgbClr val="CC0000"/>
      </a:accent1>
      <a:accent2>
        <a:srgbClr val="CC0000"/>
      </a:accent2>
      <a:accent3>
        <a:srgbClr val="CC0000"/>
      </a:accent3>
      <a:accent4>
        <a:srgbClr val="CC0000"/>
      </a:accent4>
      <a:accent5>
        <a:srgbClr val="E4D1B4"/>
      </a:accent5>
      <a:accent6>
        <a:srgbClr val="D0B58A"/>
      </a:accent6>
      <a:hlink>
        <a:srgbClr val="A9D8DA"/>
      </a:hlink>
      <a:folHlink>
        <a:srgbClr val="65B1A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6350">
          <a:solidFill>
            <a:schemeClr val="bg1">
              <a:lumMod val="65000"/>
            </a:schemeClr>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chor="ctr">
        <a:noAutofit/>
      </a:bodyPr>
      <a:lstStyle>
        <a:defPPr>
          <a:defRPr sz="2800" b="0" dirty="0" smtClean="0"/>
        </a:defPPr>
      </a:lstStyle>
    </a:txDef>
  </a:objectDefaults>
  <a:extraClrSchemeLst/>
  <a:extLst>
    <a:ext uri="{05A4C25C-085E-4340-85A3-A5531E510DB2}">
      <thm15:themeFamily xmlns:thm15="http://schemas.microsoft.com/office/thememl/2012/main" name="Presentation4" id="{084A9C30-382D-2140-AAF5-293E3360670D}" vid="{5F9E19E4-5C4D-594A-8C78-53AAA61CE46E}"/>
    </a:ext>
  </a:extLst>
</a:theme>
</file>

<file path=ppt/theme/theme2.xml><?xml version="1.0" encoding="utf-8"?>
<a:theme xmlns:a="http://schemas.openxmlformats.org/drawingml/2006/main" name="2_Office Theme">
  <a:themeElements>
    <a:clrScheme name="Store Operations 2">
      <a:dk1>
        <a:srgbClr val="000000"/>
      </a:dk1>
      <a:lt1>
        <a:srgbClr val="FFFFFF"/>
      </a:lt1>
      <a:dk2>
        <a:srgbClr val="585958"/>
      </a:dk2>
      <a:lt2>
        <a:srgbClr val="E9E9E9"/>
      </a:lt2>
      <a:accent1>
        <a:srgbClr val="CC0000"/>
      </a:accent1>
      <a:accent2>
        <a:srgbClr val="BFBFBF"/>
      </a:accent2>
      <a:accent3>
        <a:srgbClr val="E0E0E0"/>
      </a:accent3>
      <a:accent4>
        <a:srgbClr val="515151"/>
      </a:accent4>
      <a:accent5>
        <a:srgbClr val="910000"/>
      </a:accent5>
      <a:accent6>
        <a:srgbClr val="FFFFFF"/>
      </a:accent6>
      <a:hlink>
        <a:srgbClr val="37A2E8"/>
      </a:hlink>
      <a:folHlink>
        <a:srgbClr val="37A2E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3103</TotalTime>
  <Words>972</Words>
  <Application>Microsoft Office PowerPoint</Application>
  <PresentationFormat>Widescreen</PresentationFormat>
  <Paragraphs>129</Paragraphs>
  <Slides>11</Slides>
  <Notes>8</Notes>
  <HiddenSlides>0</HiddenSlides>
  <MMClips>1</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.AppleSystemUIFont</vt:lpstr>
      <vt:lpstr>Arial</vt:lpstr>
      <vt:lpstr>Calibri</vt:lpstr>
      <vt:lpstr>Century Gothic</vt:lpstr>
      <vt:lpstr>HelveticaforTarget-Bold</vt:lpstr>
      <vt:lpstr>Times New Roman</vt:lpstr>
      <vt:lpstr>1_Office Theme</vt:lpstr>
      <vt:lpstr>2_Office Theme</vt:lpstr>
      <vt:lpstr>Axon &amp; Shipt Audit App</vt:lpstr>
      <vt:lpstr>What is Axon?</vt:lpstr>
      <vt:lpstr>Why is Axon important?</vt:lpstr>
      <vt:lpstr>Vision</vt:lpstr>
      <vt:lpstr>How do we get there?</vt:lpstr>
      <vt:lpstr>Meet the Axon team</vt:lpstr>
      <vt:lpstr>PowerPoint Presentation</vt:lpstr>
      <vt:lpstr>Shipt Audit App</vt:lpstr>
      <vt:lpstr>Shipt Audit Demo (Non AB)</vt:lpstr>
      <vt:lpstr>Shipt Audit – Adult Beverage Flows</vt:lpstr>
      <vt:lpstr>PowerPoint Presentation</vt:lpstr>
    </vt:vector>
  </TitlesOfParts>
  <Company>Target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Store Fulfillment Data Platform</dc:title>
  <dc:creator>Ali.Obler</dc:creator>
  <cp:lastModifiedBy>Ali.Obler</cp:lastModifiedBy>
  <cp:revision>116</cp:revision>
  <dcterms:created xsi:type="dcterms:W3CDTF">2021-11-05T14:58:53Z</dcterms:created>
  <dcterms:modified xsi:type="dcterms:W3CDTF">2022-03-31T16:15:52Z</dcterms:modified>
</cp:coreProperties>
</file>