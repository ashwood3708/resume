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81" r:id="rId5"/>
    <p:sldId id="273" r:id="rId6"/>
    <p:sldId id="279" r:id="rId7"/>
    <p:sldId id="261" r:id="rId8"/>
    <p:sldId id="293" r:id="rId9"/>
    <p:sldId id="294" r:id="rId10"/>
    <p:sldId id="265" r:id="rId11"/>
    <p:sldId id="280" r:id="rId12"/>
    <p:sldId id="28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55440A-B3F6-34E6-EDEA-255A5FC57F2C}" v="47" dt="2026-02-23T17:26:00.382"/>
    <p1510:client id="{AB4A4427-5227-17CB-14C1-7F3B76F82EA2}" v="344" dt="2026-02-23T18:46:53.467"/>
    <p1510:client id="{DD4E847B-F2A6-E62C-896D-6911335F7D6A}" v="1" dt="2026-02-24T19:21:23.180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94879" autoAdjust="0"/>
  </p:normalViewPr>
  <p:slideViewPr>
    <p:cSldViewPr snapToGrid="0">
      <p:cViewPr>
        <p:scale>
          <a:sx n="100" d="100"/>
          <a:sy n="100" d="100"/>
        </p:scale>
        <p:origin x="-370" y="14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.Ashwood" userId="S::abdul.ashwood@target.com::d776ecbd-7ab3-40e5-835d-1e928a2d273b" providerId="AD" clId="Web-{1855440A-B3F6-34E6-EDEA-255A5FC57F2C}"/>
    <pc:docChg chg="delSld modSld sldOrd">
      <pc:chgData name="Abdul.Ashwood" userId="S::abdul.ashwood@target.com::d776ecbd-7ab3-40e5-835d-1e928a2d273b" providerId="AD" clId="Web-{1855440A-B3F6-34E6-EDEA-255A5FC57F2C}" dt="2026-02-23T17:26:00.382" v="50"/>
      <pc:docMkLst>
        <pc:docMk/>
      </pc:docMkLst>
      <pc:sldChg chg="ord">
        <pc:chgData name="Abdul.Ashwood" userId="S::abdul.ashwood@target.com::d776ecbd-7ab3-40e5-835d-1e928a2d273b" providerId="AD" clId="Web-{1855440A-B3F6-34E6-EDEA-255A5FC57F2C}" dt="2026-02-23T17:26:00.382" v="50"/>
        <pc:sldMkLst>
          <pc:docMk/>
          <pc:sldMk cId="1679936628" sldId="273"/>
        </pc:sldMkLst>
      </pc:sldChg>
      <pc:sldChg chg="modSp del mod ord modClrScheme chgLayout">
        <pc:chgData name="Abdul.Ashwood" userId="S::abdul.ashwood@target.com::d776ecbd-7ab3-40e5-835d-1e928a2d273b" providerId="AD" clId="Web-{1855440A-B3F6-34E6-EDEA-255A5FC57F2C}" dt="2026-02-23T17:24:10.686" v="49"/>
        <pc:sldMkLst>
          <pc:docMk/>
          <pc:sldMk cId="3930438526" sldId="278"/>
        </pc:sldMkLst>
        <pc:spChg chg="mod">
          <ac:chgData name="Abdul.Ashwood" userId="S::abdul.ashwood@target.com::d776ecbd-7ab3-40e5-835d-1e928a2d273b" providerId="AD" clId="Web-{1855440A-B3F6-34E6-EDEA-255A5FC57F2C}" dt="2026-02-23T17:23:30.856" v="40"/>
          <ac:spMkLst>
            <pc:docMk/>
            <pc:sldMk cId="3930438526" sldId="278"/>
            <ac:spMk id="2" creationId="{954ABE40-AA00-F366-A36A-B3F1AADBF025}"/>
          </ac:spMkLst>
        </pc:spChg>
        <pc:spChg chg="mod">
          <ac:chgData name="Abdul.Ashwood" userId="S::abdul.ashwood@target.com::d776ecbd-7ab3-40e5-835d-1e928a2d273b" providerId="AD" clId="Web-{1855440A-B3F6-34E6-EDEA-255A5FC57F2C}" dt="2026-02-23T17:23:30.856" v="40"/>
          <ac:spMkLst>
            <pc:docMk/>
            <pc:sldMk cId="3930438526" sldId="278"/>
            <ac:spMk id="15" creationId="{9C373000-EEA1-D16F-189A-338FFDA2E708}"/>
          </ac:spMkLst>
        </pc:spChg>
        <pc:picChg chg="mod">
          <ac:chgData name="Abdul.Ashwood" userId="S::abdul.ashwood@target.com::d776ecbd-7ab3-40e5-835d-1e928a2d273b" providerId="AD" clId="Web-{1855440A-B3F6-34E6-EDEA-255A5FC57F2C}" dt="2026-02-23T17:23:30.856" v="40"/>
          <ac:picMkLst>
            <pc:docMk/>
            <pc:sldMk cId="3930438526" sldId="278"/>
            <ac:picMk id="91" creationId="{BC622EA4-CCB7-907A-0126-D0A68A5DC780}"/>
          </ac:picMkLst>
        </pc:picChg>
      </pc:sldChg>
      <pc:sldChg chg="modSp ord">
        <pc:chgData name="Abdul.Ashwood" userId="S::abdul.ashwood@target.com::d776ecbd-7ab3-40e5-835d-1e928a2d273b" providerId="AD" clId="Web-{1855440A-B3F6-34E6-EDEA-255A5FC57F2C}" dt="2026-02-23T17:24:01.388" v="48" actId="20577"/>
        <pc:sldMkLst>
          <pc:docMk/>
          <pc:sldMk cId="467869221" sldId="280"/>
        </pc:sldMkLst>
        <pc:spChg chg="mod">
          <ac:chgData name="Abdul.Ashwood" userId="S::abdul.ashwood@target.com::d776ecbd-7ab3-40e5-835d-1e928a2d273b" providerId="AD" clId="Web-{1855440A-B3F6-34E6-EDEA-255A5FC57F2C}" dt="2026-02-23T17:24:01.388" v="48" actId="20577"/>
          <ac:spMkLst>
            <pc:docMk/>
            <pc:sldMk cId="467869221" sldId="280"/>
            <ac:spMk id="3" creationId="{B2F3FA79-DE26-1F2A-0CF7-5671B73C8B6F}"/>
          </ac:spMkLst>
        </pc:spChg>
      </pc:sldChg>
      <pc:sldChg chg="addSp delSp modSp mod modClrScheme chgLayout">
        <pc:chgData name="Abdul.Ashwood" userId="S::abdul.ashwood@target.com::d776ecbd-7ab3-40e5-835d-1e928a2d273b" providerId="AD" clId="Web-{1855440A-B3F6-34E6-EDEA-255A5FC57F2C}" dt="2026-02-23T17:20:49.291" v="22" actId="20577"/>
        <pc:sldMkLst>
          <pc:docMk/>
          <pc:sldMk cId="639264769" sldId="281"/>
        </pc:sldMkLst>
        <pc:spChg chg="mod">
          <ac:chgData name="Abdul.Ashwood" userId="S::abdul.ashwood@target.com::d776ecbd-7ab3-40e5-835d-1e928a2d273b" providerId="AD" clId="Web-{1855440A-B3F6-34E6-EDEA-255A5FC57F2C}" dt="2026-02-23T17:20:49.291" v="22" actId="20577"/>
          <ac:spMkLst>
            <pc:docMk/>
            <pc:sldMk cId="639264769" sldId="281"/>
            <ac:spMk id="6" creationId="{F20A922B-22EC-7FD8-FA8C-2FFAC558BD66}"/>
          </ac:spMkLst>
        </pc:spChg>
        <pc:spChg chg="add del mod">
          <ac:chgData name="Abdul.Ashwood" userId="S::abdul.ashwood@target.com::d776ecbd-7ab3-40e5-835d-1e928a2d273b" providerId="AD" clId="Web-{1855440A-B3F6-34E6-EDEA-255A5FC57F2C}" dt="2026-02-23T17:20:08.524" v="5"/>
          <ac:spMkLst>
            <pc:docMk/>
            <pc:sldMk cId="639264769" sldId="281"/>
            <ac:spMk id="11" creationId="{9C46FF13-0D8A-6F0A-8FC2-12FF947967FF}"/>
          </ac:spMkLst>
        </pc:spChg>
        <pc:picChg chg="mod">
          <ac:chgData name="Abdul.Ashwood" userId="S::abdul.ashwood@target.com::d776ecbd-7ab3-40e5-835d-1e928a2d273b" providerId="AD" clId="Web-{1855440A-B3F6-34E6-EDEA-255A5FC57F2C}" dt="2026-02-23T17:20:08.540" v="6"/>
          <ac:picMkLst>
            <pc:docMk/>
            <pc:sldMk cId="639264769" sldId="281"/>
            <ac:picMk id="4" creationId="{782ED2F6-AFB3-9199-3999-2B5E4BAF2423}"/>
          </ac:picMkLst>
        </pc:picChg>
      </pc:sldChg>
      <pc:sldChg chg="modSp">
        <pc:chgData name="Abdul.Ashwood" userId="S::abdul.ashwood@target.com::d776ecbd-7ab3-40e5-835d-1e928a2d273b" providerId="AD" clId="Web-{1855440A-B3F6-34E6-EDEA-255A5FC57F2C}" dt="2026-02-23T17:22:30.964" v="38" actId="20577"/>
        <pc:sldMkLst>
          <pc:docMk/>
          <pc:sldMk cId="2184472291" sldId="282"/>
        </pc:sldMkLst>
        <pc:spChg chg="mod">
          <ac:chgData name="Abdul.Ashwood" userId="S::abdul.ashwood@target.com::d776ecbd-7ab3-40e5-835d-1e928a2d273b" providerId="AD" clId="Web-{1855440A-B3F6-34E6-EDEA-255A5FC57F2C}" dt="2026-02-23T17:22:30.964" v="38" actId="20577"/>
          <ac:spMkLst>
            <pc:docMk/>
            <pc:sldMk cId="2184472291" sldId="282"/>
            <ac:spMk id="8" creationId="{86613063-168A-02B8-4326-BB842F3B83E2}"/>
          </ac:spMkLst>
        </pc:spChg>
      </pc:sldChg>
    </pc:docChg>
  </pc:docChgLst>
  <pc:docChgLst>
    <pc:chgData name="Abdul.Ashwood" userId="S::abdul.ashwood@target.com::d776ecbd-7ab3-40e5-835d-1e928a2d273b" providerId="AD" clId="Web-{AB4A4427-5227-17CB-14C1-7F3B76F82EA2}"/>
    <pc:docChg chg="addSld delSld modSld sldOrd">
      <pc:chgData name="Abdul.Ashwood" userId="S::abdul.ashwood@target.com::d776ecbd-7ab3-40e5-835d-1e928a2d273b" providerId="AD" clId="Web-{AB4A4427-5227-17CB-14C1-7F3B76F82EA2}" dt="2026-02-23T18:46:53.467" v="368" actId="20577"/>
      <pc:docMkLst>
        <pc:docMk/>
      </pc:docMkLst>
      <pc:sldChg chg="modSp">
        <pc:chgData name="Abdul.Ashwood" userId="S::abdul.ashwood@target.com::d776ecbd-7ab3-40e5-835d-1e928a2d273b" providerId="AD" clId="Web-{AB4A4427-5227-17CB-14C1-7F3B76F82EA2}" dt="2026-02-23T18:40:20.970" v="302" actId="20577"/>
        <pc:sldMkLst>
          <pc:docMk/>
          <pc:sldMk cId="3666674671" sldId="261"/>
        </pc:sldMkLst>
        <pc:spChg chg="mod">
          <ac:chgData name="Abdul.Ashwood" userId="S::abdul.ashwood@target.com::d776ecbd-7ab3-40e5-835d-1e928a2d273b" providerId="AD" clId="Web-{AB4A4427-5227-17CB-14C1-7F3B76F82EA2}" dt="2026-02-23T18:38:11.254" v="282" actId="20577"/>
          <ac:spMkLst>
            <pc:docMk/>
            <pc:sldMk cId="3666674671" sldId="261"/>
            <ac:spMk id="2" creationId="{9635F5E3-2B1C-7C0A-8581-67A9052D13AA}"/>
          </ac:spMkLst>
        </pc:spChg>
        <pc:spChg chg="mod">
          <ac:chgData name="Abdul.Ashwood" userId="S::abdul.ashwood@target.com::d776ecbd-7ab3-40e5-835d-1e928a2d273b" providerId="AD" clId="Web-{AB4A4427-5227-17CB-14C1-7F3B76F82EA2}" dt="2026-02-23T18:40:20.970" v="302" actId="20577"/>
          <ac:spMkLst>
            <pc:docMk/>
            <pc:sldMk cId="3666674671" sldId="261"/>
            <ac:spMk id="3" creationId="{A6A33159-D030-2F82-A142-F75940728319}"/>
          </ac:spMkLst>
        </pc:spChg>
      </pc:sldChg>
      <pc:sldChg chg="addSp delSp modSp">
        <pc:chgData name="Abdul.Ashwood" userId="S::abdul.ashwood@target.com::d776ecbd-7ab3-40e5-835d-1e928a2d273b" providerId="AD" clId="Web-{AB4A4427-5227-17CB-14C1-7F3B76F82EA2}" dt="2026-02-23T18:42:42.250" v="316"/>
        <pc:sldMkLst>
          <pc:docMk/>
          <pc:sldMk cId="729609147" sldId="265"/>
        </pc:sldMkLst>
        <pc:spChg chg="mod">
          <ac:chgData name="Abdul.Ashwood" userId="S::abdul.ashwood@target.com::d776ecbd-7ab3-40e5-835d-1e928a2d273b" providerId="AD" clId="Web-{AB4A4427-5227-17CB-14C1-7F3B76F82EA2}" dt="2026-02-23T18:41:45.969" v="308" actId="20577"/>
          <ac:spMkLst>
            <pc:docMk/>
            <pc:sldMk cId="729609147" sldId="265"/>
            <ac:spMk id="2" creationId="{314C27C8-165C-5513-DB4B-9D840097C545}"/>
          </ac:spMkLst>
        </pc:spChg>
        <pc:spChg chg="del">
          <ac:chgData name="Abdul.Ashwood" userId="S::abdul.ashwood@target.com::d776ecbd-7ab3-40e5-835d-1e928a2d273b" providerId="AD" clId="Web-{AB4A4427-5227-17CB-14C1-7F3B76F82EA2}" dt="2026-02-23T18:42:15.828" v="311"/>
          <ac:spMkLst>
            <pc:docMk/>
            <pc:sldMk cId="729609147" sldId="265"/>
            <ac:spMk id="4" creationId="{83302BFD-960F-CBB3-E984-CDC12813A10C}"/>
          </ac:spMkLst>
        </pc:spChg>
        <pc:spChg chg="add del mod">
          <ac:chgData name="Abdul.Ashwood" userId="S::abdul.ashwood@target.com::d776ecbd-7ab3-40e5-835d-1e928a2d273b" providerId="AD" clId="Web-{AB4A4427-5227-17CB-14C1-7F3B76F82EA2}" dt="2026-02-23T18:42:42.250" v="316"/>
          <ac:spMkLst>
            <pc:docMk/>
            <pc:sldMk cId="729609147" sldId="265"/>
            <ac:spMk id="6" creationId="{485FBB52-2C8C-940F-476A-E516A0BE18F9}"/>
          </ac:spMkLst>
        </pc:spChg>
        <pc:spChg chg="mod">
          <ac:chgData name="Abdul.Ashwood" userId="S::abdul.ashwood@target.com::d776ecbd-7ab3-40e5-835d-1e928a2d273b" providerId="AD" clId="Web-{AB4A4427-5227-17CB-14C1-7F3B76F82EA2}" dt="2026-02-23T18:42:32.187" v="315" actId="20577"/>
          <ac:spMkLst>
            <pc:docMk/>
            <pc:sldMk cId="729609147" sldId="265"/>
            <ac:spMk id="52" creationId="{F2CCE123-860F-8623-781F-12CEA66980F5}"/>
          </ac:spMkLst>
        </pc:spChg>
      </pc:sldChg>
      <pc:sldChg chg="del">
        <pc:chgData name="Abdul.Ashwood" userId="S::abdul.ashwood@target.com::d776ecbd-7ab3-40e5-835d-1e928a2d273b" providerId="AD" clId="Web-{AB4A4427-5227-17CB-14C1-7F3B76F82EA2}" dt="2026-02-23T18:44:22.405" v="318"/>
        <pc:sldMkLst>
          <pc:docMk/>
          <pc:sldMk cId="643777997" sldId="266"/>
        </pc:sldMkLst>
      </pc:sldChg>
      <pc:sldChg chg="del">
        <pc:chgData name="Abdul.Ashwood" userId="S::abdul.ashwood@target.com::d776ecbd-7ab3-40e5-835d-1e928a2d273b" providerId="AD" clId="Web-{AB4A4427-5227-17CB-14C1-7F3B76F82EA2}" dt="2026-02-23T18:40:57.641" v="304"/>
        <pc:sldMkLst>
          <pc:docMk/>
          <pc:sldMk cId="4259977132" sldId="268"/>
        </pc:sldMkLst>
      </pc:sldChg>
      <pc:sldChg chg="addSp delSp modSp mod modClrScheme chgLayout">
        <pc:chgData name="Abdul.Ashwood" userId="S::abdul.ashwood@target.com::d776ecbd-7ab3-40e5-835d-1e928a2d273b" providerId="AD" clId="Web-{AB4A4427-5227-17CB-14C1-7F3B76F82EA2}" dt="2026-02-23T17:45:25.508" v="105"/>
        <pc:sldMkLst>
          <pc:docMk/>
          <pc:sldMk cId="1679936628" sldId="273"/>
        </pc:sldMkLst>
        <pc:spChg chg="mod ord">
          <ac:chgData name="Abdul.Ashwood" userId="S::abdul.ashwood@target.com::d776ecbd-7ab3-40e5-835d-1e928a2d273b" providerId="AD" clId="Web-{AB4A4427-5227-17CB-14C1-7F3B76F82EA2}" dt="2026-02-23T17:43:27.619" v="90"/>
          <ac:spMkLst>
            <pc:docMk/>
            <pc:sldMk cId="1679936628" sldId="273"/>
            <ac:spMk id="2" creationId="{BF463CB3-2956-E8D2-C23D-A3BAA7295DEC}"/>
          </ac:spMkLst>
        </pc:spChg>
        <pc:spChg chg="add del mod ord">
          <ac:chgData name="Abdul.Ashwood" userId="S::abdul.ashwood@target.com::d776ecbd-7ab3-40e5-835d-1e928a2d273b" providerId="AD" clId="Web-{AB4A4427-5227-17CB-14C1-7F3B76F82EA2}" dt="2026-02-23T17:27:16.147" v="3"/>
          <ac:spMkLst>
            <pc:docMk/>
            <pc:sldMk cId="1679936628" sldId="273"/>
            <ac:spMk id="3" creationId="{A33BB2B0-B3D7-645E-253B-DE281D1919F7}"/>
          </ac:spMkLst>
        </pc:spChg>
        <pc:spChg chg="add del mod">
          <ac:chgData name="Abdul.Ashwood" userId="S::abdul.ashwood@target.com::d776ecbd-7ab3-40e5-835d-1e928a2d273b" providerId="AD" clId="Web-{AB4A4427-5227-17CB-14C1-7F3B76F82EA2}" dt="2026-02-23T17:39:37.667" v="83"/>
          <ac:spMkLst>
            <pc:docMk/>
            <pc:sldMk cId="1679936628" sldId="273"/>
            <ac:spMk id="6" creationId="{4CDE9D3D-7A3C-A4BF-6401-7C54E7015220}"/>
          </ac:spMkLst>
        </pc:spChg>
        <pc:spChg chg="add del mod">
          <ac:chgData name="Abdul.Ashwood" userId="S::abdul.ashwood@target.com::d776ecbd-7ab3-40e5-835d-1e928a2d273b" providerId="AD" clId="Web-{AB4A4427-5227-17CB-14C1-7F3B76F82EA2}" dt="2026-02-23T17:43:13.385" v="86"/>
          <ac:spMkLst>
            <pc:docMk/>
            <pc:sldMk cId="1679936628" sldId="273"/>
            <ac:spMk id="9" creationId="{73120E19-59A1-BDA9-2D2A-9645B41E254E}"/>
          </ac:spMkLst>
        </pc:spChg>
        <pc:spChg chg="del mod ord">
          <ac:chgData name="Abdul.Ashwood" userId="S::abdul.ashwood@target.com::d776ecbd-7ab3-40e5-835d-1e928a2d273b" providerId="AD" clId="Web-{AB4A4427-5227-17CB-14C1-7F3B76F82EA2}" dt="2026-02-23T17:43:56.916" v="100"/>
          <ac:spMkLst>
            <pc:docMk/>
            <pc:sldMk cId="1679936628" sldId="273"/>
            <ac:spMk id="12" creationId="{A336FEA9-C85A-3569-16F0-5ECBABBE0BEC}"/>
          </ac:spMkLst>
        </pc:spChg>
        <pc:spChg chg="add mod">
          <ac:chgData name="Abdul.Ashwood" userId="S::abdul.ashwood@target.com::d776ecbd-7ab3-40e5-835d-1e928a2d273b" providerId="AD" clId="Web-{AB4A4427-5227-17CB-14C1-7F3B76F82EA2}" dt="2026-02-23T17:43:56.916" v="100"/>
          <ac:spMkLst>
            <pc:docMk/>
            <pc:sldMk cId="1679936628" sldId="273"/>
            <ac:spMk id="13" creationId="{99EBE4CE-2529-E95F-D758-EBE571608BE0}"/>
          </ac:spMkLst>
        </pc:spChg>
        <pc:spChg chg="add del mod">
          <ac:chgData name="Abdul.Ashwood" userId="S::abdul.ashwood@target.com::d776ecbd-7ab3-40e5-835d-1e928a2d273b" providerId="AD" clId="Web-{AB4A4427-5227-17CB-14C1-7F3B76F82EA2}" dt="2026-02-23T17:27:16.147" v="2"/>
          <ac:spMkLst>
            <pc:docMk/>
            <pc:sldMk cId="1679936628" sldId="273"/>
            <ac:spMk id="17" creationId="{3373679A-B9CD-35FB-D764-D0846D9F4EFC}"/>
          </ac:spMkLst>
        </pc:spChg>
        <pc:spChg chg="add del mod">
          <ac:chgData name="Abdul.Ashwood" userId="S::abdul.ashwood@target.com::d776ecbd-7ab3-40e5-835d-1e928a2d273b" providerId="AD" clId="Web-{AB4A4427-5227-17CB-14C1-7F3B76F82EA2}" dt="2026-02-23T17:38:02.949" v="20"/>
          <ac:spMkLst>
            <pc:docMk/>
            <pc:sldMk cId="1679936628" sldId="273"/>
            <ac:spMk id="19" creationId="{C0D3508C-88B0-604F-A0CD-F1B542EF518E}"/>
          </ac:spMkLst>
        </pc:spChg>
        <pc:picChg chg="add del mod ord">
          <ac:chgData name="Abdul.Ashwood" userId="S::abdul.ashwood@target.com::d776ecbd-7ab3-40e5-835d-1e928a2d273b" providerId="AD" clId="Web-{AB4A4427-5227-17CB-14C1-7F3B76F82EA2}" dt="2026-02-23T17:39:16.682" v="82"/>
          <ac:picMkLst>
            <pc:docMk/>
            <pc:sldMk cId="1679936628" sldId="273"/>
            <ac:picMk id="4" creationId="{137C63CC-0321-D220-805C-32582133A6E4}"/>
          </ac:picMkLst>
        </pc:picChg>
        <pc:picChg chg="add del mod ord">
          <ac:chgData name="Abdul.Ashwood" userId="S::abdul.ashwood@target.com::d776ecbd-7ab3-40e5-835d-1e928a2d273b" providerId="AD" clId="Web-{AB4A4427-5227-17CB-14C1-7F3B76F82EA2}" dt="2026-02-23T17:39:53.589" v="85"/>
          <ac:picMkLst>
            <pc:docMk/>
            <pc:sldMk cId="1679936628" sldId="273"/>
            <ac:picMk id="7" creationId="{5B7F1FD0-E54E-6C3B-B5AE-0EBC17C43E5B}"/>
          </ac:picMkLst>
        </pc:picChg>
        <pc:picChg chg="add mod ord modCrop">
          <ac:chgData name="Abdul.Ashwood" userId="S::abdul.ashwood@target.com::d776ecbd-7ab3-40e5-835d-1e928a2d273b" providerId="AD" clId="Web-{AB4A4427-5227-17CB-14C1-7F3B76F82EA2}" dt="2026-02-23T17:45:25.508" v="105"/>
          <ac:picMkLst>
            <pc:docMk/>
            <pc:sldMk cId="1679936628" sldId="273"/>
            <ac:picMk id="10" creationId="{E4BD3CE0-FDB8-86B0-E62E-E2124EF1B75E}"/>
          </ac:picMkLst>
        </pc:picChg>
      </pc:sldChg>
      <pc:sldChg chg="del">
        <pc:chgData name="Abdul.Ashwood" userId="S::abdul.ashwood@target.com::d776ecbd-7ab3-40e5-835d-1e928a2d273b" providerId="AD" clId="Web-{AB4A4427-5227-17CB-14C1-7F3B76F82EA2}" dt="2026-02-23T18:44:16.452" v="317"/>
        <pc:sldMkLst>
          <pc:docMk/>
          <pc:sldMk cId="1649597717" sldId="277"/>
        </pc:sldMkLst>
      </pc:sldChg>
      <pc:sldChg chg="modSp mod ord modClrScheme chgLayout">
        <pc:chgData name="Abdul.Ashwood" userId="S::abdul.ashwood@target.com::d776ecbd-7ab3-40e5-835d-1e928a2d273b" providerId="AD" clId="Web-{AB4A4427-5227-17CB-14C1-7F3B76F82EA2}" dt="2026-02-23T18:37:24.708" v="281"/>
        <pc:sldMkLst>
          <pc:docMk/>
          <pc:sldMk cId="2243159397" sldId="279"/>
        </pc:sldMkLst>
        <pc:spChg chg="mod">
          <ac:chgData name="Abdul.Ashwood" userId="S::abdul.ashwood@target.com::d776ecbd-7ab3-40e5-835d-1e928a2d273b" providerId="AD" clId="Web-{AB4A4427-5227-17CB-14C1-7F3B76F82EA2}" dt="2026-02-23T18:36:26.569" v="273"/>
          <ac:spMkLst>
            <pc:docMk/>
            <pc:sldMk cId="2243159397" sldId="279"/>
            <ac:spMk id="2" creationId="{47A9874B-BCA9-8420-1595-EDD1865A099A}"/>
          </ac:spMkLst>
        </pc:spChg>
        <pc:spChg chg="mod ord">
          <ac:chgData name="Abdul.Ashwood" userId="S::abdul.ashwood@target.com::d776ecbd-7ab3-40e5-835d-1e928a2d273b" providerId="AD" clId="Web-{AB4A4427-5227-17CB-14C1-7F3B76F82EA2}" dt="2026-02-23T18:37:04.411" v="279" actId="1076"/>
          <ac:spMkLst>
            <pc:docMk/>
            <pc:sldMk cId="2243159397" sldId="279"/>
            <ac:spMk id="3" creationId="{68A5FD2B-E3E5-1C2B-0151-21F216B14A33}"/>
          </ac:spMkLst>
        </pc:spChg>
        <pc:spChg chg="mod">
          <ac:chgData name="Abdul.Ashwood" userId="S::abdul.ashwood@target.com::d776ecbd-7ab3-40e5-835d-1e928a2d273b" providerId="AD" clId="Web-{AB4A4427-5227-17CB-14C1-7F3B76F82EA2}" dt="2026-02-23T18:37:00.146" v="278" actId="1076"/>
          <ac:spMkLst>
            <pc:docMk/>
            <pc:sldMk cId="2243159397" sldId="279"/>
            <ac:spMk id="4" creationId="{ACFBB810-3430-2C29-1AA0-9744AA0A1AA3}"/>
          </ac:spMkLst>
        </pc:spChg>
      </pc:sldChg>
      <pc:sldChg chg="addSp delSp modSp mod modClrScheme chgLayout">
        <pc:chgData name="Abdul.Ashwood" userId="S::abdul.ashwood@target.com::d776ecbd-7ab3-40e5-835d-1e928a2d273b" providerId="AD" clId="Web-{AB4A4427-5227-17CB-14C1-7F3B76F82EA2}" dt="2026-02-23T18:46:44.576" v="366" actId="20577"/>
        <pc:sldMkLst>
          <pc:docMk/>
          <pc:sldMk cId="639264769" sldId="281"/>
        </pc:sldMkLst>
        <pc:spChg chg="mod">
          <ac:chgData name="Abdul.Ashwood" userId="S::abdul.ashwood@target.com::d776ecbd-7ab3-40e5-835d-1e928a2d273b" providerId="AD" clId="Web-{AB4A4427-5227-17CB-14C1-7F3B76F82EA2}" dt="2026-02-23T18:46:05.092" v="347"/>
          <ac:spMkLst>
            <pc:docMk/>
            <pc:sldMk cId="639264769" sldId="281"/>
            <ac:spMk id="6" creationId="{F20A922B-22EC-7FD8-FA8C-2FFAC558BD66}"/>
          </ac:spMkLst>
        </pc:spChg>
        <pc:spChg chg="add del mod">
          <ac:chgData name="Abdul.Ashwood" userId="S::abdul.ashwood@target.com::d776ecbd-7ab3-40e5-835d-1e928a2d273b" providerId="AD" clId="Web-{AB4A4427-5227-17CB-14C1-7F3B76F82EA2}" dt="2026-02-23T18:46:01.983" v="344"/>
          <ac:spMkLst>
            <pc:docMk/>
            <pc:sldMk cId="639264769" sldId="281"/>
            <ac:spMk id="8" creationId="{5DD1C3C0-19E3-D2AA-EDA9-4FA314B95D37}"/>
          </ac:spMkLst>
        </pc:spChg>
        <pc:spChg chg="add del mod">
          <ac:chgData name="Abdul.Ashwood" userId="S::abdul.ashwood@target.com::d776ecbd-7ab3-40e5-835d-1e928a2d273b" providerId="AD" clId="Web-{AB4A4427-5227-17CB-14C1-7F3B76F82EA2}" dt="2026-02-23T18:46:05.092" v="346"/>
          <ac:spMkLst>
            <pc:docMk/>
            <pc:sldMk cId="639264769" sldId="281"/>
            <ac:spMk id="10" creationId="{2993466C-CD0D-EACE-203B-FE13415DD778}"/>
          </ac:spMkLst>
        </pc:spChg>
        <pc:spChg chg="add mod">
          <ac:chgData name="Abdul.Ashwood" userId="S::abdul.ashwood@target.com::d776ecbd-7ab3-40e5-835d-1e928a2d273b" providerId="AD" clId="Web-{AB4A4427-5227-17CB-14C1-7F3B76F82EA2}" dt="2026-02-23T18:46:44.576" v="366" actId="20577"/>
          <ac:spMkLst>
            <pc:docMk/>
            <pc:sldMk cId="639264769" sldId="281"/>
            <ac:spMk id="12" creationId="{5DD1C3C0-19E3-D2AA-EDA9-4FA314B95D37}"/>
          </ac:spMkLst>
        </pc:spChg>
        <pc:picChg chg="mod">
          <ac:chgData name="Abdul.Ashwood" userId="S::abdul.ashwood@target.com::d776ecbd-7ab3-40e5-835d-1e928a2d273b" providerId="AD" clId="Web-{AB4A4427-5227-17CB-14C1-7F3B76F82EA2}" dt="2026-02-23T18:46:05.092" v="347"/>
          <ac:picMkLst>
            <pc:docMk/>
            <pc:sldMk cId="639264769" sldId="281"/>
            <ac:picMk id="4" creationId="{782ED2F6-AFB3-9199-3999-2B5E4BAF2423}"/>
          </ac:picMkLst>
        </pc:picChg>
      </pc:sldChg>
      <pc:sldChg chg="modSp">
        <pc:chgData name="Abdul.Ashwood" userId="S::abdul.ashwood@target.com::d776ecbd-7ab3-40e5-835d-1e928a2d273b" providerId="AD" clId="Web-{AB4A4427-5227-17CB-14C1-7F3B76F82EA2}" dt="2026-02-23T18:46:53.467" v="368" actId="20577"/>
        <pc:sldMkLst>
          <pc:docMk/>
          <pc:sldMk cId="2184472291" sldId="282"/>
        </pc:sldMkLst>
        <pc:spChg chg="mod">
          <ac:chgData name="Abdul.Ashwood" userId="S::abdul.ashwood@target.com::d776ecbd-7ab3-40e5-835d-1e928a2d273b" providerId="AD" clId="Web-{AB4A4427-5227-17CB-14C1-7F3B76F82EA2}" dt="2026-02-23T18:46:53.467" v="368" actId="20577"/>
          <ac:spMkLst>
            <pc:docMk/>
            <pc:sldMk cId="2184472291" sldId="282"/>
            <ac:spMk id="8" creationId="{86613063-168A-02B8-4326-BB842F3B83E2}"/>
          </ac:spMkLst>
        </pc:spChg>
      </pc:sldChg>
      <pc:sldChg chg="del">
        <pc:chgData name="Abdul.Ashwood" userId="S::abdul.ashwood@target.com::d776ecbd-7ab3-40e5-835d-1e928a2d273b" providerId="AD" clId="Web-{AB4A4427-5227-17CB-14C1-7F3B76F82EA2}" dt="2026-02-23T18:40:29.392" v="303"/>
        <pc:sldMkLst>
          <pc:docMk/>
          <pc:sldMk cId="1672017990" sldId="284"/>
        </pc:sldMkLst>
      </pc:sldChg>
      <pc:sldChg chg="del">
        <pc:chgData name="Abdul.Ashwood" userId="S::abdul.ashwood@target.com::d776ecbd-7ab3-40e5-835d-1e928a2d273b" providerId="AD" clId="Web-{AB4A4427-5227-17CB-14C1-7F3B76F82EA2}" dt="2026-02-23T18:41:01.595" v="305"/>
        <pc:sldMkLst>
          <pc:docMk/>
          <pc:sldMk cId="4233691277" sldId="292"/>
        </pc:sldMkLst>
      </pc:sldChg>
      <pc:sldChg chg="addSp delSp modSp add mod replId modClrScheme chgLayout">
        <pc:chgData name="Abdul.Ashwood" userId="S::abdul.ashwood@target.com::d776ecbd-7ab3-40e5-835d-1e928a2d273b" providerId="AD" clId="Web-{AB4A4427-5227-17CB-14C1-7F3B76F82EA2}" dt="2026-02-23T17:50:46.112" v="138"/>
        <pc:sldMkLst>
          <pc:docMk/>
          <pc:sldMk cId="2201194519" sldId="293"/>
        </pc:sldMkLst>
        <pc:spChg chg="mod">
          <ac:chgData name="Abdul.Ashwood" userId="S::abdul.ashwood@target.com::d776ecbd-7ab3-40e5-835d-1e928a2d273b" providerId="AD" clId="Web-{AB4A4427-5227-17CB-14C1-7F3B76F82EA2}" dt="2026-02-23T17:50:46.112" v="138"/>
          <ac:spMkLst>
            <pc:docMk/>
            <pc:sldMk cId="2201194519" sldId="293"/>
            <ac:spMk id="2" creationId="{990A4E6D-4EB6-7AC2-EB9E-83D7D9BE761D}"/>
          </ac:spMkLst>
        </pc:spChg>
        <pc:spChg chg="add del mod">
          <ac:chgData name="Abdul.Ashwood" userId="S::abdul.ashwood@target.com::d776ecbd-7ab3-40e5-835d-1e928a2d273b" providerId="AD" clId="Web-{AB4A4427-5227-17CB-14C1-7F3B76F82EA2}" dt="2026-02-23T17:50:46.112" v="138"/>
          <ac:spMkLst>
            <pc:docMk/>
            <pc:sldMk cId="2201194519" sldId="293"/>
            <ac:spMk id="4" creationId="{0F6A5F32-0ADC-17AB-B50B-85440B0E8E66}"/>
          </ac:spMkLst>
        </pc:spChg>
        <pc:spChg chg="add mod">
          <ac:chgData name="Abdul.Ashwood" userId="S::abdul.ashwood@target.com::d776ecbd-7ab3-40e5-835d-1e928a2d273b" providerId="AD" clId="Web-{AB4A4427-5227-17CB-14C1-7F3B76F82EA2}" dt="2026-02-23T17:50:46.112" v="138"/>
          <ac:spMkLst>
            <pc:docMk/>
            <pc:sldMk cId="2201194519" sldId="293"/>
            <ac:spMk id="7" creationId="{8D2F0E89-9855-FB79-633D-BA1ADD14257A}"/>
          </ac:spMkLst>
        </pc:spChg>
        <pc:spChg chg="del">
          <ac:chgData name="Abdul.Ashwood" userId="S::abdul.ashwood@target.com::d776ecbd-7ab3-40e5-835d-1e928a2d273b" providerId="AD" clId="Web-{AB4A4427-5227-17CB-14C1-7F3B76F82EA2}" dt="2026-02-23T17:49:01.129" v="121"/>
          <ac:spMkLst>
            <pc:docMk/>
            <pc:sldMk cId="2201194519" sldId="293"/>
            <ac:spMk id="13" creationId="{FC39C2B7-DFB4-67DF-E29E-CF2003D7EDFD}"/>
          </ac:spMkLst>
        </pc:spChg>
        <pc:picChg chg="add mod ord">
          <ac:chgData name="Abdul.Ashwood" userId="S::abdul.ashwood@target.com::d776ecbd-7ab3-40e5-835d-1e928a2d273b" providerId="AD" clId="Web-{AB4A4427-5227-17CB-14C1-7F3B76F82EA2}" dt="2026-02-23T17:50:46.112" v="138"/>
          <ac:picMkLst>
            <pc:docMk/>
            <pc:sldMk cId="2201194519" sldId="293"/>
            <ac:picMk id="5" creationId="{4029C3E7-7A38-6C6C-7000-1BADF5A0A599}"/>
          </ac:picMkLst>
        </pc:picChg>
        <pc:picChg chg="del">
          <ac:chgData name="Abdul.Ashwood" userId="S::abdul.ashwood@target.com::d776ecbd-7ab3-40e5-835d-1e928a2d273b" providerId="AD" clId="Web-{AB4A4427-5227-17CB-14C1-7F3B76F82EA2}" dt="2026-02-23T17:48:50.020" v="120"/>
          <ac:picMkLst>
            <pc:docMk/>
            <pc:sldMk cId="2201194519" sldId="293"/>
            <ac:picMk id="10" creationId="{3AFAED43-38A6-929A-3BAF-CD89BC6F22B3}"/>
          </ac:picMkLst>
        </pc:picChg>
      </pc:sldChg>
      <pc:sldChg chg="modSp add replId">
        <pc:chgData name="Abdul.Ashwood" userId="S::abdul.ashwood@target.com::d776ecbd-7ab3-40e5-835d-1e928a2d273b" providerId="AD" clId="Web-{AB4A4427-5227-17CB-14C1-7F3B76F82EA2}" dt="2026-02-23T17:51:18.565" v="143"/>
        <pc:sldMkLst>
          <pc:docMk/>
          <pc:sldMk cId="3168463157" sldId="294"/>
        </pc:sldMkLst>
        <pc:spChg chg="mod">
          <ac:chgData name="Abdul.Ashwood" userId="S::abdul.ashwood@target.com::d776ecbd-7ab3-40e5-835d-1e928a2d273b" providerId="AD" clId="Web-{AB4A4427-5227-17CB-14C1-7F3B76F82EA2}" dt="2026-02-23T17:51:04.956" v="142" actId="20577"/>
          <ac:spMkLst>
            <pc:docMk/>
            <pc:sldMk cId="3168463157" sldId="294"/>
            <ac:spMk id="2" creationId="{18C8FCDE-BCC5-48E5-AAD9-AA8F4DA945B7}"/>
          </ac:spMkLst>
        </pc:spChg>
        <pc:picChg chg="mod">
          <ac:chgData name="Abdul.Ashwood" userId="S::abdul.ashwood@target.com::d776ecbd-7ab3-40e5-835d-1e928a2d273b" providerId="AD" clId="Web-{AB4A4427-5227-17CB-14C1-7F3B76F82EA2}" dt="2026-02-23T17:51:18.565" v="143"/>
          <ac:picMkLst>
            <pc:docMk/>
            <pc:sldMk cId="3168463157" sldId="294"/>
            <ac:picMk id="5" creationId="{408C40D3-EDA2-1C97-03D2-766E2CF462FC}"/>
          </ac:picMkLst>
        </pc:picChg>
      </pc:sldChg>
    </pc:docChg>
  </pc:docChgLst>
  <pc:docChgLst>
    <pc:chgData name="Abdul.Ashwood" userId="S::abdul.ashwood@target.com::d776ecbd-7ab3-40e5-835d-1e928a2d273b" providerId="AD" clId="Web-{DD4E847B-F2A6-E62C-896D-6911335F7D6A}"/>
    <pc:docChg chg="sldOrd">
      <pc:chgData name="Abdul.Ashwood" userId="S::abdul.ashwood@target.com::d776ecbd-7ab3-40e5-835d-1e928a2d273b" providerId="AD" clId="Web-{DD4E847B-F2A6-E62C-896D-6911335F7D6A}" dt="2026-02-24T19:21:23.180" v="0"/>
      <pc:docMkLst>
        <pc:docMk/>
      </pc:docMkLst>
      <pc:sldChg chg="ord">
        <pc:chgData name="Abdul.Ashwood" userId="S::abdul.ashwood@target.com::d776ecbd-7ab3-40e5-835d-1e928a2d273b" providerId="AD" clId="Web-{DD4E847B-F2A6-E62C-896D-6911335F7D6A}" dt="2026-02-24T19:21:23.180" v="0"/>
        <pc:sldMkLst>
          <pc:docMk/>
          <pc:sldMk cId="3666674671" sldId="26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431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39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E0474-1344-E20D-3519-A58FC1956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C5806B-7A91-33A0-2D49-C6799FAAF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10DE58-3FCF-0D83-0DCB-1D07471DB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11205-20F1-7CB7-1118-FE3C9B3E7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342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3CF8E-6C7A-972B-167E-000040EF1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7BA800-08CC-9018-DE78-F19987C2CE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9731F-4A21-8D9E-D34D-E9D87828A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51BF1-07F1-89CF-DDEE-D4A33AEF7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98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13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17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r="-2" b="-2"/>
          <a:stretch>
            <a:fillRect/>
          </a:stretch>
        </p:blipFill>
        <p:spPr>
          <a:xfrm>
            <a:off x="20" y="10"/>
            <a:ext cx="12191980" cy="6857990"/>
          </a:xfr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37" y="400485"/>
            <a:ext cx="9467127" cy="2527911"/>
          </a:xfrm>
        </p:spPr>
        <p:txBody>
          <a:bodyPr anchor="b">
            <a:normAutofit/>
          </a:bodyPr>
          <a:lstStyle/>
          <a:p>
            <a:r>
              <a:rPr lang="en-US"/>
              <a:t>Config-scripts to </a:t>
            </a:r>
            <a:r>
              <a:rPr lang="en-US" err="1"/>
              <a:t>kotlin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DD1C3C0-19E3-D2AA-EDA9-4FA314B95D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075" y="3738622"/>
            <a:ext cx="9467850" cy="25279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Presenter: Abdul Ashwood</a:t>
            </a:r>
          </a:p>
          <a:p>
            <a:r>
              <a:rPr lang="en-US">
                <a:ea typeface="Calibri"/>
                <a:cs typeface="Calibri"/>
              </a:rPr>
              <a:t>Date: 02/23/26 </a:t>
            </a:r>
          </a:p>
          <a:p>
            <a:r>
              <a:rPr lang="en-US" dirty="0">
                <a:ea typeface="Calibri"/>
                <a:cs typeface="Calibri"/>
              </a:rPr>
              <a:t>Team: </a:t>
            </a:r>
            <a:r>
              <a:rPr lang="en-US" dirty="0" err="1">
                <a:ea typeface="Calibri"/>
                <a:cs typeface="Calibri"/>
              </a:rPr>
              <a:t>Wopr</a:t>
            </a: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anchor="ctr">
            <a:normAutofit/>
          </a:bodyPr>
          <a:lstStyle/>
          <a:p>
            <a:r>
              <a:rPr lang="en-US" dirty="0"/>
              <a:t>Config  </a:t>
            </a:r>
            <a:r>
              <a:rPr lang="en-US"/>
              <a:t>structure</a:t>
            </a:r>
            <a:endParaRPr lang="en-US" dirty="0"/>
          </a:p>
        </p:txBody>
      </p:sp>
      <p:pic>
        <p:nvPicPr>
          <p:cNvPr id="10" name="Picture Placeholder 9" descr="A diagram of a diagram&#10;&#10;AI-generated content may be incorrect.">
            <a:extLst>
              <a:ext uri="{FF2B5EF4-FFF2-40B4-BE49-F238E27FC236}">
                <a16:creationId xmlns:a16="http://schemas.microsoft.com/office/drawing/2014/main" id="{E4BD3CE0-FDB8-86B0-E62E-E2124EF1B75E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rcRect l="1508" r="-89"/>
          <a:stretch>
            <a:fillRect/>
          </a:stretch>
        </p:blipFill>
        <p:spPr>
          <a:xfrm>
            <a:off x="996349" y="1848138"/>
            <a:ext cx="10082746" cy="3465401"/>
          </a:xfrm>
          <a:prstGeom prst="rect">
            <a:avLst/>
          </a:prstGeom>
          <a:noFill/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9EBE4CE-2529-E95F-D758-EBE571608B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936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>
                <a:ea typeface="+mj-lt"/>
                <a:cs typeface="+mj-lt"/>
              </a:rPr>
              <a:t>JSON-Based Configuration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415" y="1689501"/>
            <a:ext cx="5212079" cy="4137189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1700"/>
              <a:t>Positives</a:t>
            </a:r>
            <a:endParaRPr lang="en-US" sz="1700">
              <a:ea typeface="Calibri"/>
              <a:cs typeface="Calibri"/>
            </a:endParaRPr>
          </a:p>
          <a:p>
            <a:pPr marL="285750">
              <a:spcBef>
                <a:spcPts val="500"/>
              </a:spcBef>
              <a:spcAft>
                <a:spcPts val="500"/>
              </a:spcAft>
              <a:buFont typeface="Arial"/>
              <a:buChar char="•"/>
            </a:pPr>
            <a:r>
              <a:rPr lang="en-US" sz="1700" b="1">
                <a:ea typeface="+mn-lt"/>
                <a:cs typeface="+mn-lt"/>
              </a:rPr>
              <a:t>Version Agnostic</a:t>
            </a:r>
            <a:endParaRPr lang="en-US" sz="1700" dirty="0">
              <a:ea typeface="Calibri"/>
              <a:cs typeface="Calibri"/>
            </a:endParaRPr>
          </a:p>
          <a:p>
            <a:pPr marL="742950" lvl="2" indent="0">
              <a:spcBef>
                <a:spcPts val="500"/>
              </a:spcBef>
              <a:spcAft>
                <a:spcPts val="500"/>
              </a:spcAft>
              <a:buFont typeface="Wingdings"/>
              <a:buChar char="§"/>
            </a:pPr>
            <a:r>
              <a:rPr lang="en-US" sz="1700">
                <a:ea typeface="+mn-lt"/>
                <a:cs typeface="+mn-lt"/>
              </a:rPr>
              <a:t>JSON not coupled to a specific library/domain version</a:t>
            </a:r>
            <a:endParaRPr lang="en-US" sz="1700" dirty="0">
              <a:ea typeface="Calibri"/>
              <a:cs typeface="Calibri"/>
            </a:endParaRPr>
          </a:p>
          <a:p>
            <a:pPr marL="742950" lvl="2" indent="0">
              <a:spcBef>
                <a:spcPts val="500"/>
              </a:spcBef>
              <a:spcAft>
                <a:spcPts val="500"/>
              </a:spcAft>
              <a:buFont typeface="Wingdings"/>
              <a:buChar char="§"/>
            </a:pPr>
            <a:r>
              <a:rPr lang="en-US" sz="1700">
                <a:ea typeface="+mn-lt"/>
                <a:cs typeface="+mn-lt"/>
              </a:rPr>
              <a:t>Multiple config schema variants could coexist</a:t>
            </a:r>
            <a:endParaRPr lang="en-US" sz="1700" dirty="0">
              <a:ea typeface="Calibri"/>
              <a:cs typeface="Calibri"/>
            </a:endParaRPr>
          </a:p>
          <a:p>
            <a:pPr marL="285750">
              <a:spcBef>
                <a:spcPts val="500"/>
              </a:spcBef>
              <a:spcAft>
                <a:spcPts val="500"/>
              </a:spcAft>
              <a:buFont typeface="Arial"/>
              <a:buChar char="•"/>
            </a:pPr>
            <a:r>
              <a:rPr lang="en-US" sz="1700" b="1">
                <a:ea typeface="+mn-lt"/>
                <a:cs typeface="+mn-lt"/>
              </a:rPr>
              <a:t>Flexible &amp; Rapid Iteration</a:t>
            </a:r>
            <a:endParaRPr lang="en-US" sz="1700" dirty="0">
              <a:ea typeface="Calibri"/>
              <a:cs typeface="Calibri"/>
            </a:endParaRPr>
          </a:p>
          <a:p>
            <a:pPr marL="742950" lvl="2" indent="0">
              <a:spcBef>
                <a:spcPts val="500"/>
              </a:spcBef>
              <a:spcAft>
                <a:spcPts val="500"/>
              </a:spcAft>
              <a:buFont typeface="Wingdings"/>
              <a:buChar char="§"/>
            </a:pPr>
            <a:r>
              <a:rPr lang="en-US" sz="1700" dirty="0">
                <a:ea typeface="+mn-lt"/>
                <a:cs typeface="+mn-lt"/>
              </a:rPr>
              <a:t>No compilation required</a:t>
            </a:r>
            <a:endParaRPr lang="en-US" sz="1700" dirty="0">
              <a:ea typeface="Calibri"/>
              <a:cs typeface="Calibri"/>
            </a:endParaRPr>
          </a:p>
          <a:p>
            <a:pPr marL="742950" lvl="2" indent="0">
              <a:spcBef>
                <a:spcPts val="500"/>
              </a:spcBef>
              <a:spcAft>
                <a:spcPts val="500"/>
              </a:spcAft>
              <a:buFont typeface="Wingdings"/>
              <a:buChar char="§"/>
            </a:pPr>
            <a:r>
              <a:rPr lang="en-US" sz="1700" dirty="0">
                <a:ea typeface="+mn-lt"/>
                <a:cs typeface="+mn-lt"/>
              </a:rPr>
              <a:t>Easy to modify and deploy new config structures</a:t>
            </a:r>
            <a:endParaRPr lang="en-US" sz="1700" dirty="0">
              <a:ea typeface="Calibri"/>
              <a:cs typeface="Calibri"/>
            </a:endParaRPr>
          </a:p>
          <a:p>
            <a:pPr marL="285750">
              <a:spcBef>
                <a:spcPts val="500"/>
              </a:spcBef>
              <a:spcAft>
                <a:spcPts val="500"/>
              </a:spcAft>
              <a:buFont typeface="Arial"/>
              <a:buChar char="•"/>
            </a:pPr>
            <a:r>
              <a:rPr lang="en-US" sz="1700" b="1">
                <a:ea typeface="+mn-lt"/>
                <a:cs typeface="+mn-lt"/>
              </a:rPr>
              <a:t>Low Barrier to Entry</a:t>
            </a:r>
            <a:endParaRPr lang="en-US" sz="1700" dirty="0">
              <a:ea typeface="Calibri"/>
              <a:cs typeface="Calibri"/>
            </a:endParaRPr>
          </a:p>
          <a:p>
            <a:pPr marL="742950" lvl="2" indent="0">
              <a:spcBef>
                <a:spcPts val="500"/>
              </a:spcBef>
              <a:spcAft>
                <a:spcPts val="500"/>
              </a:spcAft>
              <a:buFont typeface="Wingdings"/>
            </a:pPr>
            <a:r>
              <a:rPr lang="en-US" sz="1700">
                <a:ea typeface="+mn-lt"/>
                <a:cs typeface="+mn-lt"/>
              </a:rPr>
              <a:t>No strong typing constraints</a:t>
            </a:r>
            <a:endParaRPr lang="en-US" sz="1700" dirty="0">
              <a:ea typeface="Calibri"/>
              <a:cs typeface="Calibri"/>
            </a:endParaRPr>
          </a:p>
          <a:p>
            <a:pPr marL="742950" lvl="2" indent="0">
              <a:spcBef>
                <a:spcPts val="500"/>
              </a:spcBef>
              <a:spcAft>
                <a:spcPts val="500"/>
              </a:spcAft>
              <a:buFont typeface="Wingdings"/>
            </a:pPr>
            <a:r>
              <a:rPr lang="en-US" sz="1700">
                <a:ea typeface="+mn-lt"/>
                <a:cs typeface="+mn-lt"/>
              </a:rPr>
              <a:t>Simple serialization/deserialization model</a:t>
            </a:r>
            <a:endParaRPr lang="en-US" sz="1700" dirty="0">
              <a:ea typeface="Calibri"/>
              <a:cs typeface="Calibri"/>
            </a:endParaRPr>
          </a:p>
          <a:p>
            <a:pPr>
              <a:spcBef>
                <a:spcPts val="500"/>
              </a:spcBef>
              <a:spcAft>
                <a:spcPts val="500"/>
              </a:spcAft>
            </a:pPr>
            <a:endParaRPr lang="en-US" sz="1700" dirty="0">
              <a:ea typeface="Calibri"/>
              <a:cs typeface="Calibr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443" y="1518812"/>
            <a:ext cx="5235382" cy="4484661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lvl="1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>
                <a:ea typeface="Calibri"/>
                <a:cs typeface="Calibri"/>
              </a:rPr>
              <a:t>Negatives (Pain Points)</a:t>
            </a:r>
            <a:endParaRPr lang="en-US" sz="1700" dirty="0">
              <a:ea typeface="Calibri"/>
              <a:cs typeface="Calibri"/>
            </a:endParaRPr>
          </a:p>
          <a:p>
            <a:pPr marL="285750" lvl="1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Wingdings"/>
              <a:buChar char="§"/>
            </a:pPr>
            <a:r>
              <a:rPr lang="en-US" sz="1700" b="1">
                <a:ea typeface="Calibri"/>
                <a:cs typeface="Calibri"/>
              </a:rPr>
              <a:t>Weak Validation Model</a:t>
            </a:r>
            <a:endParaRPr lang="en-US" sz="1700">
              <a:ea typeface="Calibri"/>
              <a:cs typeface="Calibri"/>
            </a:endParaRPr>
          </a:p>
          <a:p>
            <a:pPr marL="971550" lvl="3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/>
              <a:buChar char="•"/>
            </a:pPr>
            <a:r>
              <a:rPr lang="en-US" sz="1700">
                <a:ea typeface="Calibri"/>
                <a:cs typeface="Calibri"/>
              </a:rPr>
              <a:t>No compile-time guarantees</a:t>
            </a:r>
          </a:p>
          <a:p>
            <a:pPr marL="971550" lvl="3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/>
              <a:buChar char="•"/>
            </a:pPr>
            <a:r>
              <a:rPr lang="en-US" sz="1700">
                <a:ea typeface="Calibri"/>
                <a:cs typeface="Calibri"/>
              </a:rPr>
              <a:t>Errors surfaced only at runtime</a:t>
            </a:r>
          </a:p>
          <a:p>
            <a:pPr marL="285750" lvl="1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Wingdings"/>
              <a:buChar char="§"/>
            </a:pPr>
            <a:r>
              <a:rPr lang="en-US" sz="1700" b="1">
                <a:ea typeface="Calibri"/>
                <a:cs typeface="Calibri"/>
              </a:rPr>
              <a:t>High Risk of Schema Drift</a:t>
            </a:r>
            <a:endParaRPr lang="en-US" sz="1700">
              <a:ea typeface="Calibri"/>
              <a:cs typeface="Calibri"/>
            </a:endParaRPr>
          </a:p>
          <a:p>
            <a:pPr marL="971550" lvl="3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/>
              <a:buChar char="•"/>
            </a:pPr>
            <a:r>
              <a:rPr lang="en-US" sz="1700">
                <a:ea typeface="Calibri"/>
                <a:cs typeface="Calibri"/>
              </a:rPr>
              <a:t>Spelling mistakes in keys</a:t>
            </a:r>
          </a:p>
          <a:p>
            <a:pPr marL="971550" lvl="3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/>
              <a:buChar char="•"/>
            </a:pPr>
            <a:r>
              <a:rPr lang="en-US" sz="1700">
                <a:ea typeface="Calibri"/>
                <a:cs typeface="Calibri"/>
              </a:rPr>
              <a:t>inconsistent field usage</a:t>
            </a:r>
          </a:p>
          <a:p>
            <a:pPr marL="285750" lvl="1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Wingdings"/>
              <a:buChar char="§"/>
            </a:pPr>
            <a:r>
              <a:rPr lang="en-US" sz="1700" b="1">
                <a:ea typeface="Calibri"/>
                <a:cs typeface="Calibri"/>
              </a:rPr>
              <a:t>Data Type Mismatches</a:t>
            </a:r>
            <a:endParaRPr lang="en-US" sz="1700">
              <a:ea typeface="Calibri"/>
              <a:cs typeface="Calibri"/>
            </a:endParaRPr>
          </a:p>
          <a:p>
            <a:pPr marL="971550" lvl="3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/>
              <a:buChar char="•"/>
            </a:pPr>
            <a:r>
              <a:rPr lang="en-US" sz="1700">
                <a:ea typeface="Calibri"/>
                <a:cs typeface="Calibri"/>
              </a:rPr>
              <a:t>Implicit casting or runtime mapping failures</a:t>
            </a:r>
          </a:p>
          <a:p>
            <a:pPr marL="971550" lvl="3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/>
              <a:buChar char="•"/>
            </a:pPr>
            <a:r>
              <a:rPr lang="en-US" sz="1700">
                <a:ea typeface="Calibri"/>
                <a:cs typeface="Calibri"/>
              </a:rPr>
              <a:t>Fragile mapping to strongly typed data models</a:t>
            </a:r>
          </a:p>
          <a:p>
            <a:pPr marL="285750" lvl="1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Wingdings"/>
              <a:buChar char="§"/>
            </a:pPr>
            <a:r>
              <a:rPr lang="en-US" sz="1700" b="1">
                <a:ea typeface="Calibri"/>
                <a:cs typeface="Calibri"/>
              </a:rPr>
              <a:t>Reviewer Burden</a:t>
            </a:r>
            <a:endParaRPr lang="en-US" sz="1700">
              <a:ea typeface="Calibri"/>
              <a:cs typeface="Calibri"/>
            </a:endParaRPr>
          </a:p>
          <a:p>
            <a:pPr marL="971550" lvl="3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/>
              <a:buChar char="•"/>
            </a:pPr>
            <a:r>
              <a:rPr lang="en-US" sz="1700">
                <a:ea typeface="Calibri"/>
                <a:cs typeface="Calibri"/>
              </a:rPr>
              <a:t>Manual verification of correctness</a:t>
            </a:r>
          </a:p>
          <a:p>
            <a:pPr marL="971550" lvl="3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/>
              <a:buChar char="•"/>
            </a:pPr>
            <a:r>
              <a:rPr lang="en-US" sz="1700">
                <a:ea typeface="Calibri"/>
                <a:cs typeface="Calibri"/>
              </a:rPr>
              <a:t>Hard to enforce team standards systematically</a:t>
            </a:r>
          </a:p>
          <a:p>
            <a:pPr marL="285750" lvl="1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Wingdings"/>
              <a:buChar char="§"/>
            </a:pPr>
            <a:endParaRPr lang="en-US" sz="1700" b="1" dirty="0">
              <a:ea typeface="Calibri"/>
              <a:cs typeface="Calibri"/>
            </a:endParaRPr>
          </a:p>
          <a:p>
            <a:pPr lvl="1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>
                <a:ea typeface="Calibri"/>
                <a:cs typeface="Calibri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AA2678-D2AD-6101-2A00-2289475AE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159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425" y="466344"/>
            <a:ext cx="6241651" cy="1710354"/>
          </a:xfrm>
          <a:noFill/>
        </p:spPr>
        <p:txBody>
          <a:bodyPr anchor="ctr"/>
          <a:lstStyle/>
          <a:p>
            <a:r>
              <a:rPr lang="en-US">
                <a:ea typeface="+mj-lt"/>
                <a:cs typeface="+mj-lt"/>
              </a:rPr>
              <a:t>Kotlin-Based Implementation</a:t>
            </a:r>
            <a:endParaRPr lang="en-US"/>
          </a:p>
        </p:txBody>
      </p:sp>
      <p:pic>
        <p:nvPicPr>
          <p:cNvPr id="20" name="Picture Placeholder 7" descr="A person talking to another person">
            <a:extLst>
              <a:ext uri="{FF2B5EF4-FFF2-40B4-BE49-F238E27FC236}">
                <a16:creationId xmlns:a16="http://schemas.microsoft.com/office/drawing/2014/main" id="{59669B42-CC26-1A2A-1FE7-526E425D019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0437" r="10437"/>
          <a:stretch/>
        </p:blipFill>
        <p:spPr>
          <a:xfrm>
            <a:off x="0" y="0"/>
            <a:ext cx="4287838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2426" y="2286000"/>
            <a:ext cx="6241650" cy="347472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Solves the Issues of Json </a:t>
            </a:r>
            <a:r>
              <a:rPr lang="en-US" b="1">
                <a:ea typeface="+mn-lt"/>
                <a:cs typeface="+mn-lt"/>
              </a:rPr>
              <a:t>Implementation</a:t>
            </a:r>
            <a:endParaRPr lang="en-US" b="1" dirty="0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Testable Configuration</a:t>
            </a:r>
            <a:endParaRPr lang="en-US">
              <a:ea typeface="Calibri"/>
              <a:cs typeface="Calibri"/>
            </a:endParaRPr>
          </a:p>
          <a:p>
            <a:pPr marL="457200" lvl="1">
              <a:buFont typeface="Courier New" panose="05000000000000000000" pitchFamily="2" charset="2"/>
              <a:buChar char="o"/>
            </a:pPr>
            <a:r>
              <a:rPr lang="en-US" dirty="0">
                <a:ea typeface="+mn-lt"/>
                <a:cs typeface="+mn-lt"/>
              </a:rPr>
              <a:t>Unit tests validate structure and semantics</a:t>
            </a:r>
            <a:endParaRPr lang="en-US" dirty="0">
              <a:ea typeface="Calibri"/>
              <a:cs typeface="Calibri"/>
            </a:endParaRPr>
          </a:p>
          <a:p>
            <a:pPr marL="457200" lvl="1">
              <a:buFont typeface="Courier New" panose="05000000000000000000" pitchFamily="2" charset="2"/>
              <a:buChar char="o"/>
            </a:pPr>
            <a:r>
              <a:rPr lang="en-US">
                <a:ea typeface="+mn-lt"/>
                <a:cs typeface="+mn-lt"/>
              </a:rPr>
              <a:t>Automated enforcement of team standards</a:t>
            </a:r>
            <a:endParaRPr lang="en-US">
              <a:ea typeface="Calibri"/>
              <a:cs typeface="Calibri"/>
            </a:endParaRPr>
          </a:p>
          <a:p>
            <a:r>
              <a:rPr lang="en-US" b="1">
                <a:ea typeface="+mn-lt"/>
                <a:cs typeface="+mn-lt"/>
              </a:rPr>
              <a:t>Reduced Reviewer Cognitive Load</a:t>
            </a:r>
            <a:endParaRPr lang="en-US"/>
          </a:p>
          <a:p>
            <a:pPr marL="457200" lvl="1">
              <a:buFont typeface="Courier New" panose="05000000000000000000" pitchFamily="2" charset="2"/>
              <a:buChar char="o"/>
            </a:pPr>
            <a:r>
              <a:rPr lang="en-US">
                <a:ea typeface="+mn-lt"/>
                <a:cs typeface="+mn-lt"/>
              </a:rPr>
              <a:t>Compiler + tests handle structural validation</a:t>
            </a:r>
            <a:endParaRPr lang="en-US">
              <a:ea typeface="Calibri"/>
              <a:cs typeface="Calibri"/>
            </a:endParaRPr>
          </a:p>
          <a:p>
            <a:pPr marL="457200" lvl="1">
              <a:buFont typeface="Courier New" panose="05000000000000000000" pitchFamily="2" charset="2"/>
              <a:buChar char="o"/>
            </a:pPr>
            <a:r>
              <a:rPr lang="en-US">
                <a:ea typeface="+mn-lt"/>
                <a:cs typeface="+mn-lt"/>
              </a:rPr>
              <a:t>Reviewers focus on business logic</a:t>
            </a:r>
            <a:endParaRPr lang="en-US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F2C7D-6D9D-7405-1350-B893825AC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A4E6D-4EB6-7AC2-EB9E-83D7D9BE7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2816" y="457200"/>
            <a:ext cx="4837176" cy="1993392"/>
          </a:xfrm>
        </p:spPr>
        <p:txBody>
          <a:bodyPr anchor="b">
            <a:normAutofit/>
          </a:bodyPr>
          <a:lstStyle/>
          <a:p>
            <a:r>
              <a:rPr lang="en-US" dirty="0"/>
              <a:t>Config as </a:t>
            </a:r>
            <a:r>
              <a:rPr lang="en-US" dirty="0" err="1"/>
              <a:t>json</a:t>
            </a:r>
            <a:endParaRPr lang="en-US"/>
          </a:p>
        </p:txBody>
      </p:sp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029C3E7-7A38-6C6C-7000-1BADF5A0A59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r="93"/>
          <a:stretch>
            <a:fillRect/>
          </a:stretch>
        </p:blipFill>
        <p:spPr>
          <a:xfrm>
            <a:off x="-28882" y="10"/>
            <a:ext cx="6115050" cy="6857990"/>
          </a:xfrm>
          <a:prstGeom prst="rect">
            <a:avLst/>
          </a:prstGeom>
          <a:noFill/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D2F0E89-9855-FB79-633D-BA1ADD142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818" y="2752344"/>
            <a:ext cx="4837174" cy="313639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94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8A467-55A6-ADE4-7402-2CB722EBE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8FCDE-BCC5-48E5-AAD9-AA8F4DA94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2816" y="457200"/>
            <a:ext cx="4837176" cy="1993392"/>
          </a:xfrm>
        </p:spPr>
        <p:txBody>
          <a:bodyPr anchor="b">
            <a:normAutofit/>
          </a:bodyPr>
          <a:lstStyle/>
          <a:p>
            <a:r>
              <a:rPr lang="en-US" dirty="0"/>
              <a:t>Config as </a:t>
            </a:r>
            <a:r>
              <a:rPr lang="en-US"/>
              <a:t>Kotlin</a:t>
            </a:r>
          </a:p>
        </p:txBody>
      </p:sp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08C40D3-EDA2-1C97-03D2-766E2CF462F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668" r="2668"/>
          <a:stretch>
            <a:fillRect/>
          </a:stretch>
        </p:blipFill>
        <p:spPr>
          <a:xfrm>
            <a:off x="-28882" y="10"/>
            <a:ext cx="6115050" cy="6857990"/>
          </a:xfrm>
          <a:prstGeom prst="rect">
            <a:avLst/>
          </a:prstGeom>
          <a:noFill/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9A8526D-E931-B188-D453-5E16F6754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818" y="2752344"/>
            <a:ext cx="4837174" cy="313639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63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/>
              <a:t>Outcomes</a:t>
            </a: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F2CCE123-860F-8623-781F-12CEA66980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2024781"/>
            <a:ext cx="10534970" cy="23388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We retained configurational versioning freedom while introducing compiler-enforced schema correctness.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0227B8-A24C-8C29-034A-D7700B887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close up of computer code">
            <a:extLst>
              <a:ext uri="{FF2B5EF4-FFF2-40B4-BE49-F238E27FC236}">
                <a16:creationId xmlns:a16="http://schemas.microsoft.com/office/drawing/2014/main" id="{94D43AA7-0244-2FEB-86AC-B5DECE0232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F3FA79-DE26-1F2A-0CF7-5671B73C8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>
                <a:ea typeface="Calibri Light"/>
                <a:cs typeface="Calibri Light"/>
              </a:rPr>
              <a:t>Questions</a:t>
            </a:r>
            <a:endParaRPr lang="en-US" dirty="0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67869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37" y="400485"/>
            <a:ext cx="9467127" cy="25279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6613063-168A-02B8-4326-BB842F3B83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075" y="3738622"/>
            <a:ext cx="9467850" cy="25279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Presenter: Abdul Ashwood</a:t>
            </a:r>
            <a:endParaRPr lang="en-US" dirty="0"/>
          </a:p>
          <a:p>
            <a:r>
              <a:rPr lang="en-US" dirty="0">
                <a:ea typeface="Calibri"/>
                <a:cs typeface="Calibri"/>
              </a:rPr>
              <a:t>Email: </a:t>
            </a:r>
            <a:r>
              <a:rPr lang="en-US">
                <a:ea typeface="Calibri"/>
                <a:cs typeface="Calibri"/>
              </a:rPr>
              <a:t>tt-wopr@target.com</a:t>
            </a: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in32_SL_V16" id="{C08B0D31-9878-4B86-9AA2-489D9D63805D}" vid="{DECC9CCA-8386-4D88-B03D-E024FA4FDF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TotalTime>0</TotalTime>
  <Words>420</Words>
  <Application>Microsoft Office PowerPoint</Application>
  <PresentationFormat>Widescreen</PresentationFormat>
  <Paragraphs>121</Paragraphs>
  <Slides>9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Custom</vt:lpstr>
      <vt:lpstr>Config-scripts to kotlin</vt:lpstr>
      <vt:lpstr>Config  structure</vt:lpstr>
      <vt:lpstr>JSON-Based Configuration</vt:lpstr>
      <vt:lpstr>Kotlin-Based Implementation</vt:lpstr>
      <vt:lpstr>Config as json</vt:lpstr>
      <vt:lpstr>Config as Kotlin</vt:lpstr>
      <vt:lpstr>Outcomes</vt:lpstr>
      <vt:lpstr>Questions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195</cp:revision>
  <dcterms:created xsi:type="dcterms:W3CDTF">2026-02-23T17:19:40Z</dcterms:created>
  <dcterms:modified xsi:type="dcterms:W3CDTF">2026-02-24T19:21:24Z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