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4" r:id="rId6"/>
    <p:sldId id="267" r:id="rId7"/>
    <p:sldId id="266" r:id="rId8"/>
    <p:sldId id="265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A3FA3C-3F77-253D-2174-418CDB4F167A}" v="333" dt="2024-09-03T16:54:59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5" autoAdjust="0"/>
  </p:normalViewPr>
  <p:slideViewPr>
    <p:cSldViewPr snapToGrid="0">
      <p:cViewPr>
        <p:scale>
          <a:sx n="100" d="100"/>
          <a:sy n="100" d="100"/>
        </p:scale>
        <p:origin x="58" y="-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.Ashwood" userId="S::abdul.ashwood@target.com::d776ecbd-7ab3-40e5-835d-1e928a2d273b" providerId="AD" clId="Web-{99A3FA3C-3F77-253D-2174-418CDB4F167A}"/>
    <pc:docChg chg="addSld delSld modSld sldOrd addMainMaster delMainMaster">
      <pc:chgData name="Abdul.Ashwood" userId="S::abdul.ashwood@target.com::d776ecbd-7ab3-40e5-835d-1e928a2d273b" providerId="AD" clId="Web-{99A3FA3C-3F77-253D-2174-418CDB4F167A}" dt="2024-09-03T16:54:59.379" v="319"/>
      <pc:docMkLst>
        <pc:docMk/>
      </pc:docMkLst>
      <pc:sldChg chg="delSp modSp mod modClrScheme delDesignElem chgLayout">
        <pc:chgData name="Abdul.Ashwood" userId="S::abdul.ashwood@target.com::d776ecbd-7ab3-40e5-835d-1e928a2d273b" providerId="AD" clId="Web-{99A3FA3C-3F77-253D-2174-418CDB4F167A}" dt="2024-09-03T16:51:21.527" v="309" actId="20577"/>
        <pc:sldMkLst>
          <pc:docMk/>
          <pc:sldMk cId="264202284" sldId="256"/>
        </pc:sldMkLst>
        <pc:spChg chg="mod ord">
          <ac:chgData name="Abdul.Ashwood" userId="S::abdul.ashwood@target.com::d776ecbd-7ab3-40e5-835d-1e928a2d273b" providerId="AD" clId="Web-{99A3FA3C-3F77-253D-2174-418CDB4F167A}" dt="2024-09-03T16:51:21.527" v="309" actId="20577"/>
          <ac:spMkLst>
            <pc:docMk/>
            <pc:sldMk cId="264202284" sldId="256"/>
            <ac:spMk id="2" creationId="{6BE7596B-F237-47DD-989E-9D8B0B49B4BB}"/>
          </ac:spMkLst>
        </pc:spChg>
        <pc:spChg chg="mod ord">
          <ac:chgData name="Abdul.Ashwood" userId="S::abdul.ashwood@target.com::d776ecbd-7ab3-40e5-835d-1e928a2d273b" providerId="AD" clId="Web-{99A3FA3C-3F77-253D-2174-418CDB4F167A}" dt="2024-09-03T16:13:30.251" v="31" actId="20577"/>
          <ac:spMkLst>
            <pc:docMk/>
            <pc:sldMk cId="264202284" sldId="256"/>
            <ac:spMk id="3" creationId="{6063915B-82A1-4F1C-B5C6-3E18DDD97232}"/>
          </ac:spMkLst>
        </pc:spChg>
        <pc:spChg chg="del">
          <ac:chgData name="Abdul.Ashwood" userId="S::abdul.ashwood@target.com::d776ecbd-7ab3-40e5-835d-1e928a2d273b" providerId="AD" clId="Web-{99A3FA3C-3F77-253D-2174-418CDB4F167A}" dt="2024-09-03T16:10:20.994" v="0"/>
          <ac:spMkLst>
            <pc:docMk/>
            <pc:sldMk cId="264202284" sldId="256"/>
            <ac:spMk id="10" creationId="{4A391C69-E52F-4DC0-B51A-0DABC5484014}"/>
          </ac:spMkLst>
        </pc:spChg>
        <pc:spChg chg="del">
          <ac:chgData name="Abdul.Ashwood" userId="S::abdul.ashwood@target.com::d776ecbd-7ab3-40e5-835d-1e928a2d273b" providerId="AD" clId="Web-{99A3FA3C-3F77-253D-2174-418CDB4F167A}" dt="2024-09-03T16:10:20.994" v="0"/>
          <ac:spMkLst>
            <pc:docMk/>
            <pc:sldMk cId="264202284" sldId="256"/>
            <ac:spMk id="14" creationId="{048390FD-448E-4FF2-AEE8-C46960568E34}"/>
          </ac:spMkLst>
        </pc:spChg>
        <pc:picChg chg="del">
          <ac:chgData name="Abdul.Ashwood" userId="S::abdul.ashwood@target.com::d776ecbd-7ab3-40e5-835d-1e928a2d273b" providerId="AD" clId="Web-{99A3FA3C-3F77-253D-2174-418CDB4F167A}" dt="2024-09-03T16:10:20.994" v="0"/>
          <ac:picMkLst>
            <pc:docMk/>
            <pc:sldMk cId="264202284" sldId="256"/>
            <ac:picMk id="12" creationId="{C3C7ED6A-DE7F-4002-9699-B659DE5512C6}"/>
          </ac:picMkLst>
        </pc:picChg>
        <pc:picChg chg="del">
          <ac:chgData name="Abdul.Ashwood" userId="S::abdul.ashwood@target.com::d776ecbd-7ab3-40e5-835d-1e928a2d273b" providerId="AD" clId="Web-{99A3FA3C-3F77-253D-2174-418CDB4F167A}" dt="2024-09-03T16:10:20.994" v="0"/>
          <ac:picMkLst>
            <pc:docMk/>
            <pc:sldMk cId="264202284" sldId="256"/>
            <ac:picMk id="16" creationId="{0BD259F2-A289-4420-B3EB-BBC6A904FC0B}"/>
          </ac:picMkLst>
        </pc:picChg>
      </pc:sldChg>
      <pc:sldChg chg="addSp delSp modSp del mod modClrScheme delDesignElem chgLayout">
        <pc:chgData name="Abdul.Ashwood" userId="S::abdul.ashwood@target.com::d776ecbd-7ab3-40e5-835d-1e928a2d273b" providerId="AD" clId="Web-{99A3FA3C-3F77-253D-2174-418CDB4F167A}" dt="2024-09-03T16:19:03.092" v="91"/>
        <pc:sldMkLst>
          <pc:docMk/>
          <pc:sldMk cId="4112772953" sldId="259"/>
        </pc:sldMkLst>
        <pc:spChg chg="mod ord">
          <ac:chgData name="Abdul.Ashwood" userId="S::abdul.ashwood@target.com::d776ecbd-7ab3-40e5-835d-1e928a2d273b" providerId="AD" clId="Web-{99A3FA3C-3F77-253D-2174-418CDB4F167A}" dt="2024-09-03T16:18:35.013" v="89" actId="1076"/>
          <ac:spMkLst>
            <pc:docMk/>
            <pc:sldMk cId="4112772953" sldId="259"/>
            <ac:spMk id="2" creationId="{5F3F6C66-D6D7-4A72-9928-967AEA400766}"/>
          </ac:spMkLst>
        </pc:spChg>
        <pc:spChg chg="add mod">
          <ac:chgData name="Abdul.Ashwood" userId="S::abdul.ashwood@target.com::d776ecbd-7ab3-40e5-835d-1e928a2d273b" providerId="AD" clId="Web-{99A3FA3C-3F77-253D-2174-418CDB4F167A}" dt="2024-09-03T16:18:22.091" v="87"/>
          <ac:spMkLst>
            <pc:docMk/>
            <pc:sldMk cId="4112772953" sldId="259"/>
            <ac:spMk id="4" creationId="{F6895C36-FA7F-75E4-5AEF-15BD6B1EDC78}"/>
          </ac:spMkLst>
        </pc:spChg>
        <pc:spChg chg="del">
          <ac:chgData name="Abdul.Ashwood" userId="S::abdul.ashwood@target.com::d776ecbd-7ab3-40e5-835d-1e928a2d273b" providerId="AD" clId="Web-{99A3FA3C-3F77-253D-2174-418CDB4F167A}" dt="2024-09-03T16:10:20.994" v="0"/>
          <ac:spMkLst>
            <pc:docMk/>
            <pc:sldMk cId="4112772953" sldId="259"/>
            <ac:spMk id="20" creationId="{5E630259-2E99-42C6-925A-ED71BD9ED2C7}"/>
          </ac:spMkLst>
        </pc:spChg>
        <pc:spChg chg="del">
          <ac:chgData name="Abdul.Ashwood" userId="S::abdul.ashwood@target.com::d776ecbd-7ab3-40e5-835d-1e928a2d273b" providerId="AD" clId="Web-{99A3FA3C-3F77-253D-2174-418CDB4F167A}" dt="2024-09-03T16:10:20.994" v="0"/>
          <ac:spMkLst>
            <pc:docMk/>
            <pc:sldMk cId="4112772953" sldId="259"/>
            <ac:spMk id="22" creationId="{CD7ECD05-B4E0-4A46-AE36-17B3B1B20892}"/>
          </ac:spMkLst>
        </pc:spChg>
        <pc:graphicFrameChg chg="del mod ord">
          <ac:chgData name="Abdul.Ashwood" userId="S::abdul.ashwood@target.com::d776ecbd-7ab3-40e5-835d-1e928a2d273b" providerId="AD" clId="Web-{99A3FA3C-3F77-253D-2174-418CDB4F167A}" dt="2024-09-03T16:18:22.091" v="87"/>
          <ac:graphicFrameMkLst>
            <pc:docMk/>
            <pc:sldMk cId="4112772953" sldId="259"/>
            <ac:graphicFrameMk id="6" creationId="{4F8339CB-596F-46C7-A612-EA1CB5750EDB}"/>
          </ac:graphicFrameMkLst>
        </pc:graphicFrameChg>
        <pc:picChg chg="del">
          <ac:chgData name="Abdul.Ashwood" userId="S::abdul.ashwood@target.com::d776ecbd-7ab3-40e5-835d-1e928a2d273b" providerId="AD" clId="Web-{99A3FA3C-3F77-253D-2174-418CDB4F167A}" dt="2024-09-03T16:10:20.994" v="0"/>
          <ac:picMkLst>
            <pc:docMk/>
            <pc:sldMk cId="4112772953" sldId="259"/>
            <ac:picMk id="24" creationId="{210643E1-7ABA-4C1E-A734-A26C5D704149}"/>
          </ac:picMkLst>
        </pc:picChg>
      </pc:sldChg>
      <pc:sldChg chg="delSp modSp mod modClrScheme delDesignElem chgLayout">
        <pc:chgData name="Abdul.Ashwood" userId="S::abdul.ashwood@target.com::d776ecbd-7ab3-40e5-835d-1e928a2d273b" providerId="AD" clId="Web-{99A3FA3C-3F77-253D-2174-418CDB4F167A}" dt="2024-09-03T16:33:50.642" v="184" actId="20577"/>
        <pc:sldMkLst>
          <pc:docMk/>
          <pc:sldMk cId="2984610312" sldId="260"/>
        </pc:sldMkLst>
        <pc:spChg chg="mod ord">
          <ac:chgData name="Abdul.Ashwood" userId="S::abdul.ashwood@target.com::d776ecbd-7ab3-40e5-835d-1e928a2d273b" providerId="AD" clId="Web-{99A3FA3C-3F77-253D-2174-418CDB4F167A}" dt="2024-09-03T16:33:46.392" v="183" actId="20577"/>
          <ac:spMkLst>
            <pc:docMk/>
            <pc:sldMk cId="2984610312" sldId="260"/>
            <ac:spMk id="2" creationId="{12B77B0A-41A1-428C-897D-2AEE4B4A56BD}"/>
          </ac:spMkLst>
        </pc:spChg>
        <pc:spChg chg="mod ord">
          <ac:chgData name="Abdul.Ashwood" userId="S::abdul.ashwood@target.com::d776ecbd-7ab3-40e5-835d-1e928a2d273b" providerId="AD" clId="Web-{99A3FA3C-3F77-253D-2174-418CDB4F167A}" dt="2024-09-03T16:33:50.642" v="184" actId="20577"/>
          <ac:spMkLst>
            <pc:docMk/>
            <pc:sldMk cId="2984610312" sldId="260"/>
            <ac:spMk id="4" creationId="{038BA689-20E2-4C6E-9788-5A871F3D197B}"/>
          </ac:spMkLst>
        </pc:spChg>
        <pc:spChg chg="del">
          <ac:chgData name="Abdul.Ashwood" userId="S::abdul.ashwood@target.com::d776ecbd-7ab3-40e5-835d-1e928a2d273b" providerId="AD" clId="Web-{99A3FA3C-3F77-253D-2174-418CDB4F167A}" dt="2024-09-03T16:10:20.994" v="0"/>
          <ac:spMkLst>
            <pc:docMk/>
            <pc:sldMk cId="2984610312" sldId="260"/>
            <ac:spMk id="50" creationId="{2255CADE-DCE0-447F-B290-2AE78E5E5598}"/>
          </ac:spMkLst>
        </pc:spChg>
        <pc:spChg chg="del">
          <ac:chgData name="Abdul.Ashwood" userId="S::abdul.ashwood@target.com::d776ecbd-7ab3-40e5-835d-1e928a2d273b" providerId="AD" clId="Web-{99A3FA3C-3F77-253D-2174-418CDB4F167A}" dt="2024-09-03T16:10:20.994" v="0"/>
          <ac:spMkLst>
            <pc:docMk/>
            <pc:sldMk cId="2984610312" sldId="260"/>
            <ac:spMk id="54" creationId="{4245587C-701C-48A1-9B6B-10C3DF81A876}"/>
          </ac:spMkLst>
        </pc:spChg>
        <pc:picChg chg="mod ord">
          <ac:chgData name="Abdul.Ashwood" userId="S::abdul.ashwood@target.com::d776ecbd-7ab3-40e5-835d-1e928a2d273b" providerId="AD" clId="Web-{99A3FA3C-3F77-253D-2174-418CDB4F167A}" dt="2024-09-03T16:11:47.763" v="5"/>
          <ac:picMkLst>
            <pc:docMk/>
            <pc:sldMk cId="2984610312" sldId="260"/>
            <ac:picMk id="6" creationId="{2543122C-30CE-4CD2-B15E-CA20AE39CC4D}"/>
          </ac:picMkLst>
        </pc:picChg>
        <pc:picChg chg="del">
          <ac:chgData name="Abdul.Ashwood" userId="S::abdul.ashwood@target.com::d776ecbd-7ab3-40e5-835d-1e928a2d273b" providerId="AD" clId="Web-{99A3FA3C-3F77-253D-2174-418CDB4F167A}" dt="2024-09-03T16:10:20.994" v="0"/>
          <ac:picMkLst>
            <pc:docMk/>
            <pc:sldMk cId="2984610312" sldId="260"/>
            <ac:picMk id="46" creationId="{22790EC5-ACA7-4536-8066-B60199F3C6DF}"/>
          </ac:picMkLst>
        </pc:picChg>
        <pc:picChg chg="del">
          <ac:chgData name="Abdul.Ashwood" userId="S::abdul.ashwood@target.com::d776ecbd-7ab3-40e5-835d-1e928a2d273b" providerId="AD" clId="Web-{99A3FA3C-3F77-253D-2174-418CDB4F167A}" dt="2024-09-03T16:10:20.994" v="0"/>
          <ac:picMkLst>
            <pc:docMk/>
            <pc:sldMk cId="2984610312" sldId="260"/>
            <ac:picMk id="48" creationId="{CAD20AEA-7CAF-4A83-BE2E-EAF010B8B7FC}"/>
          </ac:picMkLst>
        </pc:picChg>
        <pc:picChg chg="del">
          <ac:chgData name="Abdul.Ashwood" userId="S::abdul.ashwood@target.com::d776ecbd-7ab3-40e5-835d-1e928a2d273b" providerId="AD" clId="Web-{99A3FA3C-3F77-253D-2174-418CDB4F167A}" dt="2024-09-03T16:10:20.994" v="0"/>
          <ac:picMkLst>
            <pc:docMk/>
            <pc:sldMk cId="2984610312" sldId="260"/>
            <ac:picMk id="52" creationId="{240987D2-7FAC-4B65-A97B-0EAADE73BB32}"/>
          </ac:picMkLst>
        </pc:picChg>
        <pc:picChg chg="del">
          <ac:chgData name="Abdul.Ashwood" userId="S::abdul.ashwood@target.com::d776ecbd-7ab3-40e5-835d-1e928a2d273b" providerId="AD" clId="Web-{99A3FA3C-3F77-253D-2174-418CDB4F167A}" dt="2024-09-03T16:10:20.994" v="0"/>
          <ac:picMkLst>
            <pc:docMk/>
            <pc:sldMk cId="2984610312" sldId="260"/>
            <ac:picMk id="56" creationId="{2E5CF545-7AAF-4A13-8871-089E929E850A}"/>
          </ac:picMkLst>
        </pc:picChg>
      </pc:sldChg>
      <pc:sldChg chg="addSp delSp modSp mod modClrScheme delDesignElem chgLayout">
        <pc:chgData name="Abdul.Ashwood" userId="S::abdul.ashwood@target.com::d776ecbd-7ab3-40e5-835d-1e928a2d273b" providerId="AD" clId="Web-{99A3FA3C-3F77-253D-2174-418CDB4F167A}" dt="2024-09-03T16:51:46.184" v="315" actId="20577"/>
        <pc:sldMkLst>
          <pc:docMk/>
          <pc:sldMk cId="2026403315" sldId="264"/>
        </pc:sldMkLst>
        <pc:spChg chg="mod ord">
          <ac:chgData name="Abdul.Ashwood" userId="S::abdul.ashwood@target.com::d776ecbd-7ab3-40e5-835d-1e928a2d273b" providerId="AD" clId="Web-{99A3FA3C-3F77-253D-2174-418CDB4F167A}" dt="2024-09-03T16:51:46.184" v="315" actId="20577"/>
          <ac:spMkLst>
            <pc:docMk/>
            <pc:sldMk cId="2026403315" sldId="264"/>
            <ac:spMk id="2" creationId="{A850B972-0B7A-40CD-9E79-07E8A87AB03C}"/>
          </ac:spMkLst>
        </pc:spChg>
        <pc:spChg chg="del">
          <ac:chgData name="Abdul.Ashwood" userId="S::abdul.ashwood@target.com::d776ecbd-7ab3-40e5-835d-1e928a2d273b" providerId="AD" clId="Web-{99A3FA3C-3F77-253D-2174-418CDB4F167A}" dt="2024-09-03T16:10:20.994" v="0"/>
          <ac:spMkLst>
            <pc:docMk/>
            <pc:sldMk cId="2026403315" sldId="264"/>
            <ac:spMk id="113" creationId="{48FE65CB-EFD8-497D-A30A-093E20EACB05}"/>
          </ac:spMkLst>
        </pc:spChg>
        <pc:spChg chg="add mod">
          <ac:chgData name="Abdul.Ashwood" userId="S::abdul.ashwood@target.com::d776ecbd-7ab3-40e5-835d-1e928a2d273b" providerId="AD" clId="Web-{99A3FA3C-3F77-253D-2174-418CDB4F167A}" dt="2024-09-03T16:17:38.151" v="86" actId="14100"/>
          <ac:spMkLst>
            <pc:docMk/>
            <pc:sldMk cId="2026403315" sldId="264"/>
            <ac:spMk id="118" creationId="{CF9FCC62-F71A-9CE1-0A68-65AAE12CBA1F}"/>
          </ac:spMkLst>
        </pc:spChg>
        <pc:graphicFrameChg chg="del mod ord">
          <ac:chgData name="Abdul.Ashwood" userId="S::abdul.ashwood@target.com::d776ecbd-7ab3-40e5-835d-1e928a2d273b" providerId="AD" clId="Web-{99A3FA3C-3F77-253D-2174-418CDB4F167A}" dt="2024-09-03T16:14:31.879" v="39"/>
          <ac:graphicFrameMkLst>
            <pc:docMk/>
            <pc:sldMk cId="2026403315" sldId="264"/>
            <ac:graphicFrameMk id="9" creationId="{8FF6EDB8-0D3A-4193-BDFE-DD56CEA7DAB2}"/>
          </ac:graphicFrameMkLst>
        </pc:graphicFrameChg>
        <pc:picChg chg="del">
          <ac:chgData name="Abdul.Ashwood" userId="S::abdul.ashwood@target.com::d776ecbd-7ab3-40e5-835d-1e928a2d273b" providerId="AD" clId="Web-{99A3FA3C-3F77-253D-2174-418CDB4F167A}" dt="2024-09-03T16:10:20.994" v="0"/>
          <ac:picMkLst>
            <pc:docMk/>
            <pc:sldMk cId="2026403315" sldId="264"/>
            <ac:picMk id="115" creationId="{E3265C2A-0A58-43AD-A406-8F4478E28758}"/>
          </ac:picMkLst>
        </pc:picChg>
      </pc:sldChg>
      <pc:sldChg chg="addSp delSp modSp mod ord modClrScheme delDesignElem chgLayout">
        <pc:chgData name="Abdul.Ashwood" userId="S::abdul.ashwood@target.com::d776ecbd-7ab3-40e5-835d-1e928a2d273b" providerId="AD" clId="Web-{99A3FA3C-3F77-253D-2174-418CDB4F167A}" dt="2024-09-03T16:52:54.140" v="317"/>
        <pc:sldMkLst>
          <pc:docMk/>
          <pc:sldMk cId="3069036693" sldId="265"/>
        </pc:sldMkLst>
        <pc:spChg chg="mod ord">
          <ac:chgData name="Abdul.Ashwood" userId="S::abdul.ashwood@target.com::d776ecbd-7ab3-40e5-835d-1e928a2d273b" providerId="AD" clId="Web-{99A3FA3C-3F77-253D-2174-418CDB4F167A}" dt="2024-09-03T16:32:10.045" v="158" actId="20577"/>
          <ac:spMkLst>
            <pc:docMk/>
            <pc:sldMk cId="3069036693" sldId="265"/>
            <ac:spMk id="2" creationId="{558B2B72-EB44-4428-96AA-8636E4A4ADFD}"/>
          </ac:spMkLst>
        </pc:spChg>
        <pc:spChg chg="del">
          <ac:chgData name="Abdul.Ashwood" userId="S::abdul.ashwood@target.com::d776ecbd-7ab3-40e5-835d-1e928a2d273b" providerId="AD" clId="Web-{99A3FA3C-3F77-253D-2174-418CDB4F167A}" dt="2024-09-03T16:10:20.994" v="0"/>
          <ac:spMkLst>
            <pc:docMk/>
            <pc:sldMk cId="3069036693" sldId="265"/>
            <ac:spMk id="26" creationId="{DC3B8C6B-63CA-4384-8059-2036BE520277}"/>
          </ac:spMkLst>
        </pc:spChg>
        <pc:spChg chg="del">
          <ac:chgData name="Abdul.Ashwood" userId="S::abdul.ashwood@target.com::d776ecbd-7ab3-40e5-835d-1e928a2d273b" providerId="AD" clId="Web-{99A3FA3C-3F77-253D-2174-418CDB4F167A}" dt="2024-09-03T16:10:20.994" v="0"/>
          <ac:spMkLst>
            <pc:docMk/>
            <pc:sldMk cId="3069036693" sldId="265"/>
            <ac:spMk id="30" creationId="{C71B03AA-C0EB-4104-84F8-E1AB8BFBEF60}"/>
          </ac:spMkLst>
        </pc:spChg>
        <pc:spChg chg="add mod">
          <ac:chgData name="Abdul.Ashwood" userId="S::abdul.ashwood@target.com::d776ecbd-7ab3-40e5-835d-1e928a2d273b" providerId="AD" clId="Web-{99A3FA3C-3F77-253D-2174-418CDB4F167A}" dt="2024-09-03T16:44:27.855" v="290" actId="20577"/>
          <ac:spMkLst>
            <pc:docMk/>
            <pc:sldMk cId="3069036693" sldId="265"/>
            <ac:spMk id="110" creationId="{9BA50533-1D68-DA9D-E437-B10D8BCBF54A}"/>
          </ac:spMkLst>
        </pc:spChg>
        <pc:graphicFrameChg chg="del mod ord">
          <ac:chgData name="Abdul.Ashwood" userId="S::abdul.ashwood@target.com::d776ecbd-7ab3-40e5-835d-1e928a2d273b" providerId="AD" clId="Web-{99A3FA3C-3F77-253D-2174-418CDB4F167A}" dt="2024-09-03T16:30:49.182" v="149"/>
          <ac:graphicFrameMkLst>
            <pc:docMk/>
            <pc:sldMk cId="3069036693" sldId="265"/>
            <ac:graphicFrameMk id="12" creationId="{392A9BA3-CD8D-4E63-8279-5904B3797DA7}"/>
          </ac:graphicFrameMkLst>
        </pc:graphicFrameChg>
        <pc:picChg chg="mod ord">
          <ac:chgData name="Abdul.Ashwood" userId="S::abdul.ashwood@target.com::d776ecbd-7ab3-40e5-835d-1e928a2d273b" providerId="AD" clId="Web-{99A3FA3C-3F77-253D-2174-418CDB4F167A}" dt="2024-09-03T16:11:47.763" v="5"/>
          <ac:picMkLst>
            <pc:docMk/>
            <pc:sldMk cId="3069036693" sldId="265"/>
            <ac:picMk id="6" creationId="{29B78601-F415-4A48-AB86-2F6B81FA9136}"/>
          </ac:picMkLst>
        </pc:picChg>
        <pc:picChg chg="del">
          <ac:chgData name="Abdul.Ashwood" userId="S::abdul.ashwood@target.com::d776ecbd-7ab3-40e5-835d-1e928a2d273b" providerId="AD" clId="Web-{99A3FA3C-3F77-253D-2174-418CDB4F167A}" dt="2024-09-03T16:10:20.994" v="0"/>
          <ac:picMkLst>
            <pc:docMk/>
            <pc:sldMk cId="3069036693" sldId="265"/>
            <ac:picMk id="22" creationId="{22790EC5-ACA7-4536-8066-B60199F3C6DF}"/>
          </ac:picMkLst>
        </pc:picChg>
        <pc:picChg chg="del">
          <ac:chgData name="Abdul.Ashwood" userId="S::abdul.ashwood@target.com::d776ecbd-7ab3-40e5-835d-1e928a2d273b" providerId="AD" clId="Web-{99A3FA3C-3F77-253D-2174-418CDB4F167A}" dt="2024-09-03T16:10:20.994" v="0"/>
          <ac:picMkLst>
            <pc:docMk/>
            <pc:sldMk cId="3069036693" sldId="265"/>
            <ac:picMk id="24" creationId="{5F86BEAF-FD24-4827-AD37-6785EBC9C2A8}"/>
          </ac:picMkLst>
        </pc:picChg>
        <pc:picChg chg="del">
          <ac:chgData name="Abdul.Ashwood" userId="S::abdul.ashwood@target.com::d776ecbd-7ab3-40e5-835d-1e928a2d273b" providerId="AD" clId="Web-{99A3FA3C-3F77-253D-2174-418CDB4F167A}" dt="2024-09-03T16:10:20.994" v="0"/>
          <ac:picMkLst>
            <pc:docMk/>
            <pc:sldMk cId="3069036693" sldId="265"/>
            <ac:picMk id="28" creationId="{F5B52056-26AD-4841-8A16-C1D9E3C09936}"/>
          </ac:picMkLst>
        </pc:picChg>
        <pc:picChg chg="del">
          <ac:chgData name="Abdul.Ashwood" userId="S::abdul.ashwood@target.com::d776ecbd-7ab3-40e5-835d-1e928a2d273b" providerId="AD" clId="Web-{99A3FA3C-3F77-253D-2174-418CDB4F167A}" dt="2024-09-03T16:10:20.994" v="0"/>
          <ac:picMkLst>
            <pc:docMk/>
            <pc:sldMk cId="3069036693" sldId="265"/>
            <ac:picMk id="32" creationId="{09C2B723-6C2F-49DE-A429-50BDFD1ADB45}"/>
          </ac:picMkLst>
        </pc:picChg>
      </pc:sldChg>
      <pc:sldChg chg="modSp new ord">
        <pc:chgData name="Abdul.Ashwood" userId="S::abdul.ashwood@target.com::d776ecbd-7ab3-40e5-835d-1e928a2d273b" providerId="AD" clId="Web-{99A3FA3C-3F77-253D-2174-418CDB4F167A}" dt="2024-09-03T16:52:55.875" v="318"/>
        <pc:sldMkLst>
          <pc:docMk/>
          <pc:sldMk cId="3440762526" sldId="266"/>
        </pc:sldMkLst>
        <pc:spChg chg="mod">
          <ac:chgData name="Abdul.Ashwood" userId="S::abdul.ashwood@target.com::d776ecbd-7ab3-40e5-835d-1e928a2d273b" providerId="AD" clId="Web-{99A3FA3C-3F77-253D-2174-418CDB4F167A}" dt="2024-09-03T16:37:53.574" v="275" actId="20577"/>
          <ac:spMkLst>
            <pc:docMk/>
            <pc:sldMk cId="3440762526" sldId="266"/>
            <ac:spMk id="2" creationId="{DAD37C84-4A2D-14B4-374B-CFE94D6581ED}"/>
          </ac:spMkLst>
        </pc:spChg>
        <pc:spChg chg="mod">
          <ac:chgData name="Abdul.Ashwood" userId="S::abdul.ashwood@target.com::d776ecbd-7ab3-40e5-835d-1e928a2d273b" providerId="AD" clId="Web-{99A3FA3C-3F77-253D-2174-418CDB4F167A}" dt="2024-09-03T16:30:14.134" v="147" actId="20577"/>
          <ac:spMkLst>
            <pc:docMk/>
            <pc:sldMk cId="3440762526" sldId="266"/>
            <ac:spMk id="3" creationId="{16DFC36B-3C12-3C03-9CD9-40E0859EA51D}"/>
          </ac:spMkLst>
        </pc:spChg>
      </pc:sldChg>
      <pc:sldChg chg="new del">
        <pc:chgData name="Abdul.Ashwood" userId="S::abdul.ashwood@target.com::d776ecbd-7ab3-40e5-835d-1e928a2d273b" providerId="AD" clId="Web-{99A3FA3C-3F77-253D-2174-418CDB4F167A}" dt="2024-09-03T16:19:42.781" v="93"/>
        <pc:sldMkLst>
          <pc:docMk/>
          <pc:sldMk cId="1239477727" sldId="267"/>
        </pc:sldMkLst>
      </pc:sldChg>
      <pc:sldChg chg="modSp new">
        <pc:chgData name="Abdul.Ashwood" userId="S::abdul.ashwood@target.com::d776ecbd-7ab3-40e5-835d-1e928a2d273b" providerId="AD" clId="Web-{99A3FA3C-3F77-253D-2174-418CDB4F167A}" dt="2024-09-03T16:37:05.087" v="265" actId="20577"/>
        <pc:sldMkLst>
          <pc:docMk/>
          <pc:sldMk cId="3603782945" sldId="267"/>
        </pc:sldMkLst>
        <pc:spChg chg="mod">
          <ac:chgData name="Abdul.Ashwood" userId="S::abdul.ashwood@target.com::d776ecbd-7ab3-40e5-835d-1e928a2d273b" providerId="AD" clId="Web-{99A3FA3C-3F77-253D-2174-418CDB4F167A}" dt="2024-09-03T16:34:55.786" v="193" actId="20577"/>
          <ac:spMkLst>
            <pc:docMk/>
            <pc:sldMk cId="3603782945" sldId="267"/>
            <ac:spMk id="2" creationId="{790AAF90-CDBB-A830-D4D9-935544218514}"/>
          </ac:spMkLst>
        </pc:spChg>
        <pc:spChg chg="mod">
          <ac:chgData name="Abdul.Ashwood" userId="S::abdul.ashwood@target.com::d776ecbd-7ab3-40e5-835d-1e928a2d273b" providerId="AD" clId="Web-{99A3FA3C-3F77-253D-2174-418CDB4F167A}" dt="2024-09-03T16:37:05.087" v="265" actId="20577"/>
          <ac:spMkLst>
            <pc:docMk/>
            <pc:sldMk cId="3603782945" sldId="267"/>
            <ac:spMk id="3" creationId="{7BF6205B-3D5B-6F3A-39B1-51384CD61ADF}"/>
          </ac:spMkLst>
        </pc:spChg>
      </pc:sldChg>
      <pc:sldChg chg="addSp delSp modSp new del">
        <pc:chgData name="Abdul.Ashwood" userId="S::abdul.ashwood@target.com::d776ecbd-7ab3-40e5-835d-1e928a2d273b" providerId="AD" clId="Web-{99A3FA3C-3F77-253D-2174-418CDB4F167A}" dt="2024-09-03T16:54:59.379" v="319"/>
        <pc:sldMkLst>
          <pc:docMk/>
          <pc:sldMk cId="1131755372" sldId="268"/>
        </pc:sldMkLst>
        <pc:spChg chg="mod">
          <ac:chgData name="Abdul.Ashwood" userId="S::abdul.ashwood@target.com::d776ecbd-7ab3-40e5-835d-1e928a2d273b" providerId="AD" clId="Web-{99A3FA3C-3F77-253D-2174-418CDB4F167A}" dt="2024-09-03T16:42:28.756" v="283" actId="20577"/>
          <ac:spMkLst>
            <pc:docMk/>
            <pc:sldMk cId="1131755372" sldId="268"/>
            <ac:spMk id="2" creationId="{432008CD-7FE7-3C35-FECA-EB6A74A029EE}"/>
          </ac:spMkLst>
        </pc:spChg>
        <pc:spChg chg="del">
          <ac:chgData name="Abdul.Ashwood" userId="S::abdul.ashwood@target.com::d776ecbd-7ab3-40e5-835d-1e928a2d273b" providerId="AD" clId="Web-{99A3FA3C-3F77-253D-2174-418CDB4F167A}" dt="2024-09-03T16:41:15.144" v="277"/>
          <ac:spMkLst>
            <pc:docMk/>
            <pc:sldMk cId="1131755372" sldId="268"/>
            <ac:spMk id="3" creationId="{E63FD784-5F52-39A3-E111-77C09520E3F0}"/>
          </ac:spMkLst>
        </pc:spChg>
        <pc:spChg chg="del">
          <ac:chgData name="Abdul.Ashwood" userId="S::abdul.ashwood@target.com::d776ecbd-7ab3-40e5-835d-1e928a2d273b" providerId="AD" clId="Web-{99A3FA3C-3F77-253D-2174-418CDB4F167A}" dt="2024-09-03T16:45:28.045" v="291"/>
          <ac:spMkLst>
            <pc:docMk/>
            <pc:sldMk cId="1131755372" sldId="268"/>
            <ac:spMk id="4" creationId="{3270269E-639E-474A-9203-D5A32114B0EC}"/>
          </ac:spMkLst>
        </pc:spChg>
        <pc:picChg chg="add mod ord">
          <ac:chgData name="Abdul.Ashwood" userId="S::abdul.ashwood@target.com::d776ecbd-7ab3-40e5-835d-1e928a2d273b" providerId="AD" clId="Web-{99A3FA3C-3F77-253D-2174-418CDB4F167A}" dt="2024-09-03T16:41:17.550" v="278" actId="1076"/>
          <ac:picMkLst>
            <pc:docMk/>
            <pc:sldMk cId="1131755372" sldId="268"/>
            <ac:picMk id="8" creationId="{A3FAA96B-BE27-4ADB-472D-B19E1AA91C14}"/>
          </ac:picMkLst>
        </pc:picChg>
        <pc:picChg chg="add mod ord">
          <ac:chgData name="Abdul.Ashwood" userId="S::abdul.ashwood@target.com::d776ecbd-7ab3-40e5-835d-1e928a2d273b" providerId="AD" clId="Web-{99A3FA3C-3F77-253D-2174-418CDB4F167A}" dt="2024-09-03T16:45:37.295" v="293" actId="14100"/>
          <ac:picMkLst>
            <pc:docMk/>
            <pc:sldMk cId="1131755372" sldId="268"/>
            <ac:picMk id="9" creationId="{C8DB1398-E4CC-3017-DB2B-20C5E5D43008}"/>
          </ac:picMkLst>
        </pc:picChg>
      </pc:sldChg>
      <pc:sldMasterChg chg="del delSldLayout">
        <pc:chgData name="Abdul.Ashwood" userId="S::abdul.ashwood@target.com::d776ecbd-7ab3-40e5-835d-1e928a2d273b" providerId="AD" clId="Web-{99A3FA3C-3F77-253D-2174-418CDB4F167A}" dt="2024-09-03T16:10:20.994" v="0"/>
        <pc:sldMasterMkLst>
          <pc:docMk/>
          <pc:sldMasterMk cId="1752261784" sldId="2147483669"/>
        </pc:sldMasterMkLst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4287403070" sldId="2147483670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3062707397" sldId="2147483671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3875351678" sldId="2147483672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551646241" sldId="2147483673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3720249899" sldId="2147483674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613326897" sldId="2147483675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2753794346" sldId="2147483676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1885185821" sldId="2147483677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2082491209" sldId="2147483678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3576979587" sldId="2147483679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412422925" sldId="2147483680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2331610843" sldId="2147483681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279213451" sldId="2147483682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2188399829" sldId="2147483683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3797418654" sldId="2147483684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3339669967" sldId="2147483685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555640015" sldId="2147483686"/>
          </pc:sldLayoutMkLst>
        </pc:sldLayoutChg>
        <pc:sldLayoutChg chg="del">
          <pc:chgData name="Abdul.Ashwood" userId="S::abdul.ashwood@target.com::d776ecbd-7ab3-40e5-835d-1e928a2d273b" providerId="AD" clId="Web-{99A3FA3C-3F77-253D-2174-418CDB4F167A}" dt="2024-09-03T16:10:20.994" v="0"/>
          <pc:sldLayoutMkLst>
            <pc:docMk/>
            <pc:sldMasterMk cId="1752261784" sldId="2147483669"/>
            <pc:sldLayoutMk cId="3024972807" sldId="2147483705"/>
          </pc:sldLayoutMkLst>
        </pc:sldLayoutChg>
      </pc:sldMasterChg>
      <pc:sldMasterChg chg="add del addSldLayout delSldLayout modSldLayout">
        <pc:chgData name="Abdul.Ashwood" userId="S::abdul.ashwood@target.com::d776ecbd-7ab3-40e5-835d-1e928a2d273b" providerId="AD" clId="Web-{99A3FA3C-3F77-253D-2174-418CDB4F167A}" dt="2024-09-03T16:10:26.181" v="1"/>
        <pc:sldMasterMkLst>
          <pc:docMk/>
          <pc:sldMasterMk cId="1405509627" sldId="2147483706"/>
        </pc:sldMasterMkLst>
        <pc:sldLayoutChg chg="add del mod replId">
          <pc:chgData name="Abdul.Ashwood" userId="S::abdul.ashwood@target.com::d776ecbd-7ab3-40e5-835d-1e928a2d273b" providerId="AD" clId="Web-{99A3FA3C-3F77-253D-2174-418CDB4F167A}" dt="2024-09-03T16:10:26.181" v="1"/>
          <pc:sldLayoutMkLst>
            <pc:docMk/>
            <pc:sldMasterMk cId="1405509627" sldId="2147483706"/>
            <pc:sldLayoutMk cId="2809497932" sldId="2147483707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26.181" v="1"/>
          <pc:sldLayoutMkLst>
            <pc:docMk/>
            <pc:sldMasterMk cId="1405509627" sldId="2147483706"/>
            <pc:sldLayoutMk cId="118792234" sldId="2147483708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26.181" v="1"/>
          <pc:sldLayoutMkLst>
            <pc:docMk/>
            <pc:sldMasterMk cId="1405509627" sldId="2147483706"/>
            <pc:sldLayoutMk cId="3257411961" sldId="2147483709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26.181" v="1"/>
          <pc:sldLayoutMkLst>
            <pc:docMk/>
            <pc:sldMasterMk cId="1405509627" sldId="2147483706"/>
            <pc:sldLayoutMk cId="313706891" sldId="2147483710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26.181" v="1"/>
          <pc:sldLayoutMkLst>
            <pc:docMk/>
            <pc:sldMasterMk cId="1405509627" sldId="2147483706"/>
            <pc:sldLayoutMk cId="1805972834" sldId="2147483711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26.181" v="1"/>
          <pc:sldLayoutMkLst>
            <pc:docMk/>
            <pc:sldMasterMk cId="1405509627" sldId="2147483706"/>
            <pc:sldLayoutMk cId="64287874" sldId="2147483712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26.181" v="1"/>
          <pc:sldLayoutMkLst>
            <pc:docMk/>
            <pc:sldMasterMk cId="1405509627" sldId="2147483706"/>
            <pc:sldLayoutMk cId="3478251570" sldId="2147483713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26.181" v="1"/>
          <pc:sldLayoutMkLst>
            <pc:docMk/>
            <pc:sldMasterMk cId="1405509627" sldId="2147483706"/>
            <pc:sldLayoutMk cId="165553686" sldId="2147483714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26.181" v="1"/>
          <pc:sldLayoutMkLst>
            <pc:docMk/>
            <pc:sldMasterMk cId="1405509627" sldId="2147483706"/>
            <pc:sldLayoutMk cId="925515803" sldId="2147483715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26.181" v="1"/>
          <pc:sldLayoutMkLst>
            <pc:docMk/>
            <pc:sldMasterMk cId="1405509627" sldId="2147483706"/>
            <pc:sldLayoutMk cId="1476696958" sldId="2147483716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26.181" v="1"/>
          <pc:sldLayoutMkLst>
            <pc:docMk/>
            <pc:sldMasterMk cId="1405509627" sldId="2147483706"/>
            <pc:sldLayoutMk cId="1921969177" sldId="2147483717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26.181" v="1"/>
          <pc:sldLayoutMkLst>
            <pc:docMk/>
            <pc:sldMasterMk cId="1405509627" sldId="2147483706"/>
            <pc:sldLayoutMk cId="564412408" sldId="2147483718"/>
          </pc:sldLayoutMkLst>
        </pc:sldLayoutChg>
      </pc:sldMasterChg>
      <pc:sldMasterChg chg="add del addSldLayout delSldLayout modSldLayout">
        <pc:chgData name="Abdul.Ashwood" userId="S::abdul.ashwood@target.com::d776ecbd-7ab3-40e5-835d-1e928a2d273b" providerId="AD" clId="Web-{99A3FA3C-3F77-253D-2174-418CDB4F167A}" dt="2024-09-03T16:10:30.494" v="2"/>
        <pc:sldMasterMkLst>
          <pc:docMk/>
          <pc:sldMasterMk cId="1732029254" sldId="2147483719"/>
        </pc:sldMasterMkLst>
        <pc:sldLayoutChg chg="add del mod replId">
          <pc:chgData name="Abdul.Ashwood" userId="S::abdul.ashwood@target.com::d776ecbd-7ab3-40e5-835d-1e928a2d273b" providerId="AD" clId="Web-{99A3FA3C-3F77-253D-2174-418CDB4F167A}" dt="2024-09-03T16:10:30.494" v="2"/>
          <pc:sldLayoutMkLst>
            <pc:docMk/>
            <pc:sldMasterMk cId="1732029254" sldId="2147483719"/>
            <pc:sldLayoutMk cId="1660940584" sldId="2147483720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30.494" v="2"/>
          <pc:sldLayoutMkLst>
            <pc:docMk/>
            <pc:sldMasterMk cId="1732029254" sldId="2147483719"/>
            <pc:sldLayoutMk cId="709956522" sldId="2147483721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30.494" v="2"/>
          <pc:sldLayoutMkLst>
            <pc:docMk/>
            <pc:sldMasterMk cId="1732029254" sldId="2147483719"/>
            <pc:sldLayoutMk cId="1261030172" sldId="2147483722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30.494" v="2"/>
          <pc:sldLayoutMkLst>
            <pc:docMk/>
            <pc:sldMasterMk cId="1732029254" sldId="2147483719"/>
            <pc:sldLayoutMk cId="2846889544" sldId="2147483723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30.494" v="2"/>
          <pc:sldLayoutMkLst>
            <pc:docMk/>
            <pc:sldMasterMk cId="1732029254" sldId="2147483719"/>
            <pc:sldLayoutMk cId="4024785447" sldId="2147483724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30.494" v="2"/>
          <pc:sldLayoutMkLst>
            <pc:docMk/>
            <pc:sldMasterMk cId="1732029254" sldId="2147483719"/>
            <pc:sldLayoutMk cId="3029047567" sldId="2147483725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30.494" v="2"/>
          <pc:sldLayoutMkLst>
            <pc:docMk/>
            <pc:sldMasterMk cId="1732029254" sldId="2147483719"/>
            <pc:sldLayoutMk cId="2085203652" sldId="2147483726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30.494" v="2"/>
          <pc:sldLayoutMkLst>
            <pc:docMk/>
            <pc:sldMasterMk cId="1732029254" sldId="2147483719"/>
            <pc:sldLayoutMk cId="1466027129" sldId="2147483727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30.494" v="2"/>
          <pc:sldLayoutMkLst>
            <pc:docMk/>
            <pc:sldMasterMk cId="1732029254" sldId="2147483719"/>
            <pc:sldLayoutMk cId="989349631" sldId="2147483728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30.494" v="2"/>
          <pc:sldLayoutMkLst>
            <pc:docMk/>
            <pc:sldMasterMk cId="1732029254" sldId="2147483719"/>
            <pc:sldLayoutMk cId="849589906" sldId="2147483729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30.494" v="2"/>
          <pc:sldLayoutMkLst>
            <pc:docMk/>
            <pc:sldMasterMk cId="1732029254" sldId="2147483719"/>
            <pc:sldLayoutMk cId="535617005" sldId="2147483730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30.494" v="2"/>
          <pc:sldLayoutMkLst>
            <pc:docMk/>
            <pc:sldMasterMk cId="1732029254" sldId="2147483719"/>
            <pc:sldLayoutMk cId="2788125784" sldId="2147483731"/>
          </pc:sldLayoutMkLst>
        </pc:sldLayoutChg>
      </pc:sldMasterChg>
      <pc:sldMasterChg chg="add del addSldLayout delSldLayout modSldLayout">
        <pc:chgData name="Abdul.Ashwood" userId="S::abdul.ashwood@target.com::d776ecbd-7ab3-40e5-835d-1e928a2d273b" providerId="AD" clId="Web-{99A3FA3C-3F77-253D-2174-418CDB4F167A}" dt="2024-09-03T16:10:44.417" v="3"/>
        <pc:sldMasterMkLst>
          <pc:docMk/>
          <pc:sldMasterMk cId="1626857583" sldId="2147483732"/>
        </pc:sldMasterMkLst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4007928078" sldId="2147483733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689725595" sldId="2147483734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1428903859" sldId="2147483735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3259718157" sldId="2147483736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1079582290" sldId="2147483737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1003678622" sldId="2147483738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2223077385" sldId="2147483739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3404503998" sldId="2147483740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188147385" sldId="2147483741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1285914435" sldId="2147483742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2719553242" sldId="2147483743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1424211283" sldId="2147483744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1357003658" sldId="2147483745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3369041496" sldId="2147483746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3758212653" sldId="2147483747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4129688371" sldId="2147483748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4243812372" sldId="2147483749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0:44.417" v="3"/>
          <pc:sldLayoutMkLst>
            <pc:docMk/>
            <pc:sldMasterMk cId="1626857583" sldId="2147483732"/>
            <pc:sldLayoutMk cId="851787363" sldId="2147483750"/>
          </pc:sldLayoutMkLst>
        </pc:sldLayoutChg>
      </pc:sldMasterChg>
      <pc:sldMasterChg chg="add del addSldLayout delSldLayout modSldLayout">
        <pc:chgData name="Abdul.Ashwood" userId="S::abdul.ashwood@target.com::d776ecbd-7ab3-40e5-835d-1e928a2d273b" providerId="AD" clId="Web-{99A3FA3C-3F77-253D-2174-418CDB4F167A}" dt="2024-09-03T16:11:43.934" v="4"/>
        <pc:sldMasterMkLst>
          <pc:docMk/>
          <pc:sldMasterMk cId="3026233464" sldId="2147483751"/>
        </pc:sldMasterMkLst>
        <pc:sldLayoutChg chg="add del mod replId">
          <pc:chgData name="Abdul.Ashwood" userId="S::abdul.ashwood@target.com::d776ecbd-7ab3-40e5-835d-1e928a2d273b" providerId="AD" clId="Web-{99A3FA3C-3F77-253D-2174-418CDB4F167A}" dt="2024-09-03T16:11:43.934" v="4"/>
          <pc:sldLayoutMkLst>
            <pc:docMk/>
            <pc:sldMasterMk cId="3026233464" sldId="2147483751"/>
            <pc:sldLayoutMk cId="3613709147" sldId="2147483752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3.934" v="4"/>
          <pc:sldLayoutMkLst>
            <pc:docMk/>
            <pc:sldMasterMk cId="3026233464" sldId="2147483751"/>
            <pc:sldLayoutMk cId="2559521071" sldId="2147483753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3.934" v="4"/>
          <pc:sldLayoutMkLst>
            <pc:docMk/>
            <pc:sldMasterMk cId="3026233464" sldId="2147483751"/>
            <pc:sldLayoutMk cId="3810606624" sldId="2147483754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3.934" v="4"/>
          <pc:sldLayoutMkLst>
            <pc:docMk/>
            <pc:sldMasterMk cId="3026233464" sldId="2147483751"/>
            <pc:sldLayoutMk cId="1399800941" sldId="2147483755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3.934" v="4"/>
          <pc:sldLayoutMkLst>
            <pc:docMk/>
            <pc:sldMasterMk cId="3026233464" sldId="2147483751"/>
            <pc:sldLayoutMk cId="2911296586" sldId="2147483756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3.934" v="4"/>
          <pc:sldLayoutMkLst>
            <pc:docMk/>
            <pc:sldMasterMk cId="3026233464" sldId="2147483751"/>
            <pc:sldLayoutMk cId="1203802501" sldId="2147483757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3.934" v="4"/>
          <pc:sldLayoutMkLst>
            <pc:docMk/>
            <pc:sldMasterMk cId="3026233464" sldId="2147483751"/>
            <pc:sldLayoutMk cId="1839790340" sldId="2147483758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3.934" v="4"/>
          <pc:sldLayoutMkLst>
            <pc:docMk/>
            <pc:sldMasterMk cId="3026233464" sldId="2147483751"/>
            <pc:sldLayoutMk cId="3037299035" sldId="2147483759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3.934" v="4"/>
          <pc:sldLayoutMkLst>
            <pc:docMk/>
            <pc:sldMasterMk cId="3026233464" sldId="2147483751"/>
            <pc:sldLayoutMk cId="3060529218" sldId="2147483760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3.934" v="4"/>
          <pc:sldLayoutMkLst>
            <pc:docMk/>
            <pc:sldMasterMk cId="3026233464" sldId="2147483751"/>
            <pc:sldLayoutMk cId="2143135489" sldId="2147483761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3.934" v="4"/>
          <pc:sldLayoutMkLst>
            <pc:docMk/>
            <pc:sldMasterMk cId="3026233464" sldId="2147483751"/>
            <pc:sldLayoutMk cId="4015397168" sldId="2147483762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3.934" v="4"/>
          <pc:sldLayoutMkLst>
            <pc:docMk/>
            <pc:sldMasterMk cId="3026233464" sldId="2147483751"/>
            <pc:sldLayoutMk cId="475211223" sldId="2147483763"/>
          </pc:sldLayoutMkLst>
        </pc:sldLayoutChg>
      </pc:sldMasterChg>
      <pc:sldMasterChg chg="add del addSldLayout delSldLayout modSldLayout">
        <pc:chgData name="Abdul.Ashwood" userId="S::abdul.ashwood@target.com::d776ecbd-7ab3-40e5-835d-1e928a2d273b" providerId="AD" clId="Web-{99A3FA3C-3F77-253D-2174-418CDB4F167A}" dt="2024-09-03T16:11:47.763" v="5"/>
        <pc:sldMasterMkLst>
          <pc:docMk/>
          <pc:sldMasterMk cId="383136241" sldId="2147483764"/>
        </pc:sldMasterMkLst>
        <pc:sldLayoutChg chg="add del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83136241" sldId="2147483764"/>
            <pc:sldLayoutMk cId="3137811848" sldId="2147483765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83136241" sldId="2147483764"/>
            <pc:sldLayoutMk cId="1406407821" sldId="2147483766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83136241" sldId="2147483764"/>
            <pc:sldLayoutMk cId="3459979646" sldId="2147483767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83136241" sldId="2147483764"/>
            <pc:sldLayoutMk cId="2254512846" sldId="2147483768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83136241" sldId="2147483764"/>
            <pc:sldLayoutMk cId="864897066" sldId="2147483769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83136241" sldId="2147483764"/>
            <pc:sldLayoutMk cId="1114555243" sldId="2147483770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83136241" sldId="2147483764"/>
            <pc:sldLayoutMk cId="1765713586" sldId="2147483771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83136241" sldId="2147483764"/>
            <pc:sldLayoutMk cId="3333718731" sldId="2147483772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83136241" sldId="2147483764"/>
            <pc:sldLayoutMk cId="3821795151" sldId="2147483773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83136241" sldId="2147483764"/>
            <pc:sldLayoutMk cId="1036225391" sldId="2147483774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83136241" sldId="2147483764"/>
            <pc:sldLayoutMk cId="1685525028" sldId="2147483775"/>
          </pc:sldLayoutMkLst>
        </pc:sldLayoutChg>
        <pc:sldLayoutChg chg="add del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83136241" sldId="2147483764"/>
            <pc:sldLayoutMk cId="464527436" sldId="2147483776"/>
          </pc:sldLayoutMkLst>
        </pc:sldLayoutChg>
      </pc:sldMasterChg>
      <pc:sldMasterChg chg="add addSldLayout modSldLayout">
        <pc:chgData name="Abdul.Ashwood" userId="S::abdul.ashwood@target.com::d776ecbd-7ab3-40e5-835d-1e928a2d273b" providerId="AD" clId="Web-{99A3FA3C-3F77-253D-2174-418CDB4F167A}" dt="2024-09-03T16:11:47.763" v="5"/>
        <pc:sldMasterMkLst>
          <pc:docMk/>
          <pc:sldMasterMk cId="3197593338" sldId="2147483777"/>
        </pc:sldMasterMkLst>
        <pc:sldLayoutChg chg="add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197593338" sldId="2147483777"/>
            <pc:sldLayoutMk cId="3019058245" sldId="2147483778"/>
          </pc:sldLayoutMkLst>
        </pc:sldLayoutChg>
        <pc:sldLayoutChg chg="add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197593338" sldId="2147483777"/>
            <pc:sldLayoutMk cId="463990728" sldId="2147483779"/>
          </pc:sldLayoutMkLst>
        </pc:sldLayoutChg>
        <pc:sldLayoutChg chg="add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197593338" sldId="2147483777"/>
            <pc:sldLayoutMk cId="754253862" sldId="2147483780"/>
          </pc:sldLayoutMkLst>
        </pc:sldLayoutChg>
        <pc:sldLayoutChg chg="add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197593338" sldId="2147483777"/>
            <pc:sldLayoutMk cId="2807639876" sldId="2147483781"/>
          </pc:sldLayoutMkLst>
        </pc:sldLayoutChg>
        <pc:sldLayoutChg chg="add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197593338" sldId="2147483777"/>
            <pc:sldLayoutMk cId="3389110221" sldId="2147483782"/>
          </pc:sldLayoutMkLst>
        </pc:sldLayoutChg>
        <pc:sldLayoutChg chg="add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197593338" sldId="2147483777"/>
            <pc:sldLayoutMk cId="2353565841" sldId="2147483783"/>
          </pc:sldLayoutMkLst>
        </pc:sldLayoutChg>
        <pc:sldLayoutChg chg="add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197593338" sldId="2147483777"/>
            <pc:sldLayoutMk cId="1704794620" sldId="2147483784"/>
          </pc:sldLayoutMkLst>
        </pc:sldLayoutChg>
        <pc:sldLayoutChg chg="add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197593338" sldId="2147483777"/>
            <pc:sldLayoutMk cId="1283875627" sldId="2147483785"/>
          </pc:sldLayoutMkLst>
        </pc:sldLayoutChg>
        <pc:sldLayoutChg chg="add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197593338" sldId="2147483777"/>
            <pc:sldLayoutMk cId="3422799186" sldId="2147483786"/>
          </pc:sldLayoutMkLst>
        </pc:sldLayoutChg>
        <pc:sldLayoutChg chg="add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197593338" sldId="2147483777"/>
            <pc:sldLayoutMk cId="4196891488" sldId="2147483787"/>
          </pc:sldLayoutMkLst>
        </pc:sldLayoutChg>
        <pc:sldLayoutChg chg="add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197593338" sldId="2147483777"/>
            <pc:sldLayoutMk cId="3288108378" sldId="2147483788"/>
          </pc:sldLayoutMkLst>
        </pc:sldLayoutChg>
        <pc:sldLayoutChg chg="add mod replId">
          <pc:chgData name="Abdul.Ashwood" userId="S::abdul.ashwood@target.com::d776ecbd-7ab3-40e5-835d-1e928a2d273b" providerId="AD" clId="Web-{99A3FA3C-3F77-253D-2174-418CDB4F167A}" dt="2024-09-03T16:11:47.763" v="5"/>
          <pc:sldLayoutMkLst>
            <pc:docMk/>
            <pc:sldMasterMk cId="3197593338" sldId="2147483777"/>
            <pc:sldLayoutMk cId="1940453687" sldId="214748378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AEF700-9B0B-4359-8356-DCE7EE4E4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BF05B-06DB-4EC8-B476-CF95F9BD85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D6361-1E3C-4214-95E1-B8DE93421F8F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1952E-79CD-4E03-AAEB-C22680419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CA65F-8548-4E36-8331-FD471638BD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E0281-66A0-46B8-BDE2-AEF0C74537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3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9CFFA-1E2F-4435-8DD6-9B5CC3FF4505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DED1C-4656-4CF8-AD34-DC4A65BB3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42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30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078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17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058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990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253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639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110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565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79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87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799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891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108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45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5933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tri Dish">
            <a:extLst>
              <a:ext uri="{FF2B5EF4-FFF2-40B4-BE49-F238E27FC236}">
                <a16:creationId xmlns:a16="http://schemas.microsoft.com/office/drawing/2014/main" id="{D16B27C4-A9C2-4AC4-9DD3-88F63F48E8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7274" y="10"/>
            <a:ext cx="4834726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E7596B-F237-47DD-989E-9D8B0B49B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5" y="1358901"/>
            <a:ext cx="5280026" cy="2730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DUWT </a:t>
            </a:r>
            <a:r>
              <a:rPr lang="en-US" dirty="0">
                <a:solidFill>
                  <a:srgbClr val="E8E6E3"/>
                </a:solidFill>
              </a:rPr>
              <a:t>Percent data validation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3915B-82A1-4F1C-B5C6-3E18DDD97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5" y="4165600"/>
            <a:ext cx="5280027" cy="13715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Date: 2024-09-03</a:t>
            </a:r>
          </a:p>
          <a:p>
            <a:r>
              <a:rPr lang="en-US" dirty="0"/>
              <a:t>By: Abdul Ashwood</a:t>
            </a:r>
          </a:p>
        </p:txBody>
      </p:sp>
    </p:spTree>
    <p:extLst>
      <p:ext uri="{BB962C8B-B14F-4D97-AF65-F5344CB8AC3E}">
        <p14:creationId xmlns:p14="http://schemas.microsoft.com/office/powerpoint/2010/main" val="26420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ience Lab">
            <a:extLst>
              <a:ext uri="{FF2B5EF4-FFF2-40B4-BE49-F238E27FC236}">
                <a16:creationId xmlns:a16="http://schemas.microsoft.com/office/drawing/2014/main" id="{7E185DA8-778E-49D9-863D-7DB5660424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754" r="25902"/>
          <a:stretch/>
        </p:blipFill>
        <p:spPr>
          <a:xfrm>
            <a:off x="1028342" y="618517"/>
            <a:ext cx="6139725" cy="5629884"/>
          </a:xfrm>
          <a:prstGeom prst="roundRect">
            <a:avLst>
              <a:gd name="adj" fmla="val 298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>
            <a:normAutofit/>
          </a:bodyPr>
          <a:lstStyle/>
          <a:p>
            <a:r>
              <a:rPr lang="en-US" dirty="0"/>
              <a:t>Drive up wait time Percent</a:t>
            </a:r>
          </a:p>
        </p:txBody>
      </p:sp>
      <p:sp>
        <p:nvSpPr>
          <p:cNvPr id="118" name="Content Placeholder 117">
            <a:extLst>
              <a:ext uri="{FF2B5EF4-FFF2-40B4-BE49-F238E27FC236}">
                <a16:creationId xmlns:a16="http://schemas.microsoft.com/office/drawing/2014/main" id="{CF9FCC62-F71A-9CE1-0A68-65AAE12CB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6293" y="2335481"/>
            <a:ext cx="4438823" cy="3810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DUWT % = orders  &lt; 3mins / total orders</a:t>
            </a:r>
          </a:p>
        </p:txBody>
      </p:sp>
    </p:spTree>
    <p:extLst>
      <p:ext uri="{BB962C8B-B14F-4D97-AF65-F5344CB8AC3E}">
        <p14:creationId xmlns:p14="http://schemas.microsoft.com/office/powerpoint/2010/main" val="202640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AAF90-CDBB-A830-D4D9-935544218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6205B-3D5B-6F3A-39B1-51384CD61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GF and Axon numbers did not match</a:t>
            </a:r>
          </a:p>
          <a:p>
            <a:pPr marL="285750" indent="-285750"/>
            <a:r>
              <a:rPr lang="en-US" dirty="0"/>
              <a:t>The</a:t>
            </a:r>
            <a:r>
              <a:rPr lang="en-US" b="0" dirty="0"/>
              <a:t> variance caused many to be confused on the metrics </a:t>
            </a:r>
            <a:r>
              <a:rPr lang="en-US" dirty="0"/>
              <a:t>authenticity</a:t>
            </a:r>
          </a:p>
          <a:p>
            <a:pPr marL="285750" indent="-285750"/>
            <a:endParaRPr lang="en-US" dirty="0"/>
          </a:p>
          <a:p>
            <a:pPr marL="285750" indent="-28575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D6483-B05A-D4E9-1AD9-B1205963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1B0FB-832F-4079-A1E8-0C3C684097B3}" type="datetime1"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30100-BA80-A0F3-B2A5-78DE77A19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1AEC1-F869-29DB-4E95-96F04C54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82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7C84-4A2D-14B4-374B-CFE94D658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867315"/>
            <a:ext cx="9238434" cy="857559"/>
          </a:xfrm>
        </p:spPr>
        <p:txBody>
          <a:bodyPr/>
          <a:lstStyle/>
          <a:p>
            <a:r>
              <a:rPr lang="en-US" sz="1700" b="0" dirty="0">
                <a:latin typeface="Trade Gothic Next"/>
              </a:rPr>
              <a:t>DUWT Resolved Issues</a:t>
            </a:r>
            <a:endParaRPr lang="en-US" dirty="0">
              <a:latin typeface="Trade Gothic Nex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FC36B-3C12-3C03-9CD9-40E0859EA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36520"/>
            <a:ext cx="8991032" cy="38594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rade Gothic Next"/>
              </a:rPr>
              <a:t>Greenfield</a:t>
            </a:r>
          </a:p>
          <a:p>
            <a:r>
              <a:rPr lang="en-US" dirty="0">
                <a:latin typeface="Trade Gothic Next"/>
              </a:rPr>
              <a:t>GF not grouping by </a:t>
            </a:r>
            <a:r>
              <a:rPr lang="en-US" err="1">
                <a:latin typeface="Trade Gothic Next"/>
              </a:rPr>
              <a:t>guest_id</a:t>
            </a:r>
            <a:r>
              <a:rPr lang="en-US" dirty="0">
                <a:latin typeface="Trade Gothic Next"/>
              </a:rPr>
              <a:t> </a:t>
            </a:r>
          </a:p>
          <a:p>
            <a:r>
              <a:rPr lang="en-US" dirty="0">
                <a:latin typeface="Trade Gothic Next"/>
              </a:rPr>
              <a:t>GF has multiple orders by the same guest that were picked at the same time</a:t>
            </a:r>
          </a:p>
          <a:p>
            <a:r>
              <a:rPr lang="en-US" dirty="0">
                <a:latin typeface="Trade Gothic Next"/>
              </a:rPr>
              <a:t>GF not grouping orders where OnMyWay timestamp is null</a:t>
            </a:r>
          </a:p>
          <a:p>
            <a:r>
              <a:rPr lang="en-US" dirty="0">
                <a:latin typeface="Trade Gothic Next"/>
              </a:rPr>
              <a:t>GF source dataset of drive up orders is missing orders that should be included because their item potency is order number vs </a:t>
            </a:r>
            <a:r>
              <a:rPr lang="en-US" err="1">
                <a:latin typeface="Trade Gothic Next"/>
              </a:rPr>
              <a:t>shipment_id</a:t>
            </a:r>
            <a:endParaRPr lang="en-US">
              <a:latin typeface="Trade Gothic Next"/>
            </a:endParaRPr>
          </a:p>
          <a:p>
            <a:pPr marL="0" indent="0">
              <a:buNone/>
            </a:pPr>
            <a:r>
              <a:rPr lang="en-US" dirty="0">
                <a:latin typeface="Trade Gothic Next"/>
              </a:rPr>
              <a:t>Axon</a:t>
            </a:r>
          </a:p>
          <a:p>
            <a:r>
              <a:rPr lang="en-US" dirty="0">
                <a:latin typeface="Trade Gothic Next"/>
              </a:rPr>
              <a:t>edge case where 2 orders were completed 1 second apart and shows separately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8CF81-8B9A-249A-4271-0E7132D26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A3567-7E02-497D-9D0B-859ACBBF8D20}" type="datetime1"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89C09-D70C-F0CB-1F78-BEC65DD0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DF98C-7948-A390-F922-18D1FF28B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6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2B72-EB44-4428-96AA-8636E4A4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3373" y="618518"/>
            <a:ext cx="7236963" cy="79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Successful Testing Tools</a:t>
            </a:r>
          </a:p>
        </p:txBody>
      </p:sp>
      <p:pic>
        <p:nvPicPr>
          <p:cNvPr id="6" name="Content Placeholder 5" descr="Formula">
            <a:extLst>
              <a:ext uri="{FF2B5EF4-FFF2-40B4-BE49-F238E27FC236}">
                <a16:creationId xmlns:a16="http://schemas.microsoft.com/office/drawing/2014/main" id="{29B78601-F415-4A48-AB86-2F6B81FA913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20" y="10"/>
            <a:ext cx="4024741" cy="6857990"/>
          </a:xfrm>
          <a:prstGeom prst="rect">
            <a:avLst/>
          </a:prstGeom>
        </p:spPr>
      </p:pic>
      <p:sp>
        <p:nvSpPr>
          <p:cNvPr id="110" name="Content Placeholder 109">
            <a:extLst>
              <a:ext uri="{FF2B5EF4-FFF2-40B4-BE49-F238E27FC236}">
                <a16:creationId xmlns:a16="http://schemas.microsoft.com/office/drawing/2014/main" id="{9BA50533-1D68-DA9D-E437-B10D8BCBF5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369" y="2119689"/>
            <a:ext cx="5105400" cy="34241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Mongo Aggregations</a:t>
            </a:r>
          </a:p>
          <a:p>
            <a:r>
              <a:rPr lang="en-US" dirty="0"/>
              <a:t>Greenfield</a:t>
            </a:r>
          </a:p>
          <a:p>
            <a:r>
              <a:rPr lang="en-US" dirty="0"/>
              <a:t>Microsoft Excel</a:t>
            </a:r>
          </a:p>
          <a:p>
            <a:r>
              <a:rPr lang="en-US" dirty="0"/>
              <a:t>Chat GPT</a:t>
            </a:r>
          </a:p>
        </p:txBody>
      </p:sp>
    </p:spTree>
    <p:extLst>
      <p:ext uri="{BB962C8B-B14F-4D97-AF65-F5344CB8AC3E}">
        <p14:creationId xmlns:p14="http://schemas.microsoft.com/office/powerpoint/2010/main" val="3069036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7B0A-41A1-428C-897D-2AEE4B4A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382" y="1358901"/>
            <a:ext cx="3707844" cy="27304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The End</a:t>
            </a:r>
            <a:endParaRPr lang="en-US" dirty="0"/>
          </a:p>
        </p:txBody>
      </p:sp>
      <p:pic>
        <p:nvPicPr>
          <p:cNvPr id="6" name="Picture Placeholder 5" descr="Science Lab">
            <a:extLst>
              <a:ext uri="{FF2B5EF4-FFF2-40B4-BE49-F238E27FC236}">
                <a16:creationId xmlns:a16="http://schemas.microsoft.com/office/drawing/2014/main" id="{2543122C-30CE-4CD2-B15E-CA20AE39CC4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64" r="2" b="2"/>
          <a:stretch/>
        </p:blipFill>
        <p:spPr>
          <a:xfrm>
            <a:off x="8860" y="10"/>
            <a:ext cx="6924201" cy="685799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BA689-20E2-4C6E-9788-5A871F3D1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6707" y="4165601"/>
            <a:ext cx="3487479" cy="78917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610312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E03586-8184-4C49-8FA3-B20AB4AE10E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B5FC6BB-A55E-4545-8619-7F7F30CFA1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8C37A7-4AB7-40E8-AFED-CECDD3C7E0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</Words>
  <Application>Microsoft Office PowerPoint</Application>
  <PresentationFormat>Widescreen</PresentationFormat>
  <Paragraphs>17</Paragraphs>
  <Slides>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PortalVTI</vt:lpstr>
      <vt:lpstr>DUWT Percent data validation</vt:lpstr>
      <vt:lpstr>Drive up wait time Percent</vt:lpstr>
      <vt:lpstr>Issues </vt:lpstr>
      <vt:lpstr>DUWT Resolved Issues</vt:lpstr>
      <vt:lpstr>Successful Testing Tools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Design</dc:title>
  <dc:creator/>
  <cp:lastModifiedBy/>
  <cp:revision>124</cp:revision>
  <dcterms:created xsi:type="dcterms:W3CDTF">2024-09-03T16:09:44Z</dcterms:created>
  <dcterms:modified xsi:type="dcterms:W3CDTF">2024-09-03T16:54:59Z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