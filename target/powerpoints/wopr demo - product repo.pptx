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29D08E-BA90-15F8-FDB9-F178B73E12BC}" v="23" dt="2026-06-30T15:53:46.098"/>
    <p1510:client id="{86F2D435-98B0-E5BC-165C-42D90775BE54}" v="7" dt="2026-06-29T18:23:49.967"/>
    <p1510:client id="{E75004C2-3B6F-D39D-87DB-E993080CAE77}" v="177" dt="2026-06-29T19:44:2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02" d="100"/>
          <a:sy n="102" d="100"/>
        </p:scale>
        <p:origin x="954" y="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183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15516-589F-487D-BF51-9635DCEA90D5}" type="datetime1">
              <a:rPr lang="en-US" smtClean="0"/>
              <a:t>6/30/2026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33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49808"/>
            <a:ext cx="6236208" cy="369417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477256"/>
            <a:ext cx="6236208" cy="11155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3504" y="207982"/>
            <a:ext cx="1682496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E6234A-55DB-493D-B5E3-FA55E3CA245B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09801" y="207982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8624" y="0"/>
            <a:ext cx="4913373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083F37-054B-54D7-2AD5-6DFFCC79603C}"/>
              </a:ext>
            </a:extLst>
          </p:cNvPr>
          <p:cNvCxnSpPr>
            <a:cxnSpLocks/>
          </p:cNvCxnSpPr>
          <p:nvPr/>
        </p:nvCxnSpPr>
        <p:spPr>
          <a:xfrm>
            <a:off x="0" y="5287974"/>
            <a:ext cx="7277621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9AB8D9-761C-35FC-CA6D-1317D71DF6BE}"/>
              </a:ext>
            </a:extLst>
          </p:cNvPr>
          <p:cNvCxnSpPr>
            <a:cxnSpLocks/>
          </p:cNvCxnSpPr>
          <p:nvPr/>
        </p:nvCxnSpPr>
        <p:spPr>
          <a:xfrm flipV="1">
            <a:off x="7277621" y="0"/>
            <a:ext cx="0" cy="6858001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245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762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EB3F954-B0A7-AD5D-A897-AAA57CEEA7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6858000"/>
          </a:xfrm>
          <a:custGeom>
            <a:avLst/>
            <a:gdLst>
              <a:gd name="connsiteX0" fmla="*/ 6914322 w 12198096"/>
              <a:gd name="connsiteY0" fmla="*/ 789558 h 6858000"/>
              <a:gd name="connsiteX1" fmla="*/ 6914322 w 12198096"/>
              <a:gd name="connsiteY1" fmla="*/ 6106620 h 6858000"/>
              <a:gd name="connsiteX2" fmla="*/ 11547659 w 12198096"/>
              <a:gd name="connsiteY2" fmla="*/ 6106620 h 6858000"/>
              <a:gd name="connsiteX3" fmla="*/ 11547659 w 12198096"/>
              <a:gd name="connsiteY3" fmla="*/ 789558 h 6858000"/>
              <a:gd name="connsiteX4" fmla="*/ 0 w 12198096"/>
              <a:gd name="connsiteY4" fmla="*/ 0 h 6858000"/>
              <a:gd name="connsiteX5" fmla="*/ 12198096 w 12198096"/>
              <a:gd name="connsiteY5" fmla="*/ 0 h 6858000"/>
              <a:gd name="connsiteX6" fmla="*/ 12198096 w 12198096"/>
              <a:gd name="connsiteY6" fmla="*/ 6858000 h 6858000"/>
              <a:gd name="connsiteX7" fmla="*/ 0 w 1219809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8096" h="6858000">
                <a:moveTo>
                  <a:pt x="6914322" y="789558"/>
                </a:moveTo>
                <a:lnTo>
                  <a:pt x="6914322" y="6106620"/>
                </a:lnTo>
                <a:lnTo>
                  <a:pt x="11547659" y="6106620"/>
                </a:lnTo>
                <a:lnTo>
                  <a:pt x="11547659" y="789558"/>
                </a:lnTo>
                <a:close/>
                <a:moveTo>
                  <a:pt x="0" y="0"/>
                </a:moveTo>
                <a:lnTo>
                  <a:pt x="12198096" y="0"/>
                </a:lnTo>
                <a:lnTo>
                  <a:pt x="1219809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4324" y="789558"/>
            <a:ext cx="4633337" cy="4212210"/>
          </a:xfrm>
          <a:solidFill>
            <a:schemeClr val="bg2"/>
          </a:solidFill>
          <a:ln>
            <a:solidFill>
              <a:schemeClr val="tx2"/>
            </a:solidFill>
          </a:ln>
        </p:spPr>
        <p:txBody>
          <a:bodyPr vert="horz" lIns="320040" tIns="347472" rIns="22860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4322" y="4994648"/>
            <a:ext cx="4633338" cy="1111972"/>
          </a:xfrm>
          <a:solidFill>
            <a:schemeClr val="bg2"/>
          </a:solidFill>
          <a:ln>
            <a:solidFill>
              <a:schemeClr val="tx2"/>
            </a:solidFill>
          </a:ln>
        </p:spPr>
        <p:txBody>
          <a:bodyPr vert="horz" lIns="320040" tIns="45720" rIns="27432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4323" y="207982"/>
            <a:ext cx="2687062" cy="41336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C13FD3B-23EF-4174-AD3C-BC50B64D7857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54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49808"/>
            <a:ext cx="5422392" cy="38221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486400"/>
            <a:ext cx="5422391" cy="97840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15840" y="207982"/>
            <a:ext cx="1280160" cy="413360"/>
          </a:xfrm>
        </p:spPr>
        <p:txBody>
          <a:bodyPr/>
          <a:lstStyle/>
          <a:p>
            <a:fld id="{630E96CE-B7D5-4325-A1C8-DFEADC4BE081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82383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35554" y="0"/>
            <a:ext cx="5156444" cy="6858000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B20121-9211-E62C-6EDF-8301AE0A0865}"/>
              </a:ext>
            </a:extLst>
          </p:cNvPr>
          <p:cNvCxnSpPr>
            <a:cxnSpLocks/>
          </p:cNvCxnSpPr>
          <p:nvPr/>
        </p:nvCxnSpPr>
        <p:spPr>
          <a:xfrm>
            <a:off x="-4130" y="5215687"/>
            <a:ext cx="703225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A69D92-87B2-B41F-6979-69668092108B}"/>
              </a:ext>
            </a:extLst>
          </p:cNvPr>
          <p:cNvCxnSpPr>
            <a:cxnSpLocks/>
          </p:cNvCxnSpPr>
          <p:nvPr/>
        </p:nvCxnSpPr>
        <p:spPr>
          <a:xfrm flipV="1">
            <a:off x="7028120" y="0"/>
            <a:ext cx="0" cy="685800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754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49808"/>
            <a:ext cx="9287134" cy="34107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477256"/>
            <a:ext cx="11155680" cy="11155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DAD850-6AC5-466F-AC13-19EF30EEFBC3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0B70F0-3BE4-FD57-7260-3612F25DFB6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588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F94E15-B448-489B-871D-A40527BFA7B7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478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1426464"/>
            <a:ext cx="9528048" cy="418346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779008"/>
            <a:ext cx="9528047" cy="9235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207982"/>
            <a:ext cx="2168017" cy="413360"/>
          </a:xfrm>
        </p:spPr>
        <p:txBody>
          <a:bodyPr/>
          <a:lstStyle/>
          <a:p>
            <a:fld id="{D9253186-4750-42D8-B836-81746FB2A999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6B2E7A-179E-B6D8-4F25-0673E53A95D4}"/>
              </a:ext>
            </a:extLst>
          </p:cNvPr>
          <p:cNvCxnSpPr>
            <a:cxnSpLocks/>
          </p:cNvCxnSpPr>
          <p:nvPr/>
        </p:nvCxnSpPr>
        <p:spPr>
          <a:xfrm>
            <a:off x="1" y="790415"/>
            <a:ext cx="12191999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775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058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B393500-FDAE-4B7A-8E90-4B7ED0649363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700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11C3-93DB-42DC-917F-4386F19A1E3B}" type="datetime1">
              <a:rPr lang="en-US" smtClean="0"/>
              <a:t>6/30/2026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211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948C47DC-C479-4517-B1B0-94DB01BA76E7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0129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368" y="1589105"/>
            <a:ext cx="5403264" cy="1622994"/>
          </a:xfr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956E9D4-3B6F-5DDD-5E3B-A829B10E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68" y="3395398"/>
            <a:ext cx="5403264" cy="1837985"/>
          </a:xfrm>
        </p:spPr>
        <p:txBody>
          <a:bodyPr anchor="t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60BAB4-BB08-FD4A-678D-2FFE35A0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F1FC4-E055-4072-90AD-B359FC529E8A}" type="datetime1">
              <a:rPr lang="en-US" smtClean="0"/>
              <a:t>6/30/2026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F6EF0E-4178-1F33-0BF9-2A2B4C33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C4E92-1D0B-ABAB-54CA-016BB17A93FD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01A3D6-493E-2CE6-4153-5A2D3C978311}"/>
              </a:ext>
            </a:extLst>
          </p:cNvPr>
          <p:cNvCxnSpPr>
            <a:cxnSpLocks/>
          </p:cNvCxnSpPr>
          <p:nvPr/>
        </p:nvCxnSpPr>
        <p:spPr>
          <a:xfrm>
            <a:off x="2673336" y="781627"/>
            <a:ext cx="0" cy="52762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7E29DE-22CD-1512-C9E7-51C4D8B5F337}"/>
              </a:ext>
            </a:extLst>
          </p:cNvPr>
          <p:cNvCxnSpPr>
            <a:cxnSpLocks/>
          </p:cNvCxnSpPr>
          <p:nvPr/>
        </p:nvCxnSpPr>
        <p:spPr>
          <a:xfrm>
            <a:off x="9526413" y="781627"/>
            <a:ext cx="0" cy="52762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27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1100834"/>
            <a:ext cx="8533261" cy="23148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6B2ADB6-8B11-5463-D307-3F4916CA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6893" y="3442324"/>
            <a:ext cx="3894179" cy="227488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A9A27FE-5C62-0E4C-1D35-2B5BE6521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50BB-FE55-4F45-B460-B5BF3CD2BA72}" type="datetime1">
              <a:rPr lang="en-US" smtClean="0"/>
              <a:t>6/30/2026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47450B0-6060-60C9-5AC2-20186A24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C4E92-1D0B-ABAB-54CA-016BB17A93FD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993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F92C9D0B-C1A3-434D-9CF9-A666A14DD8A1}" type="datetime1">
              <a:rPr lang="en-US" smtClean="0"/>
              <a:t>6/30/2026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998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1264785"/>
            <a:ext cx="4479107" cy="431591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2A59EF-3E61-0654-D289-2E1D6B738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1264782"/>
            <a:ext cx="5869293" cy="43159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E4E1FBF-A73A-1962-4961-FD2DDB21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A160C79D-A598-4F1A-884F-A703D5B0FD7B}" type="datetime1">
              <a:rPr lang="en-US" smtClean="0"/>
              <a:t>6/30/2026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B5754BB-F3CF-1B1E-E0B8-85D0578C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787587"/>
            <a:ext cx="0" cy="527031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3667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742A22FE-7CAA-4561-B3B2-F8D8C37BE3D2}" type="datetime1">
              <a:rPr lang="en-US" smtClean="0"/>
              <a:t>6/30/2026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8543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1034473"/>
            <a:ext cx="11420337" cy="1582221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974109"/>
            <a:ext cx="11420336" cy="34015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E617F9A-AF72-E9F9-FE67-264CFD0B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0522668-B624-9A0D-743B-874B6468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7DB9-842B-4031-A4D5-ECF9E159B606}" type="datetime1">
              <a:rPr lang="en-US" smtClean="0"/>
              <a:t>6/30/2026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9EC300-3CBF-3BA7-991F-4143EBA2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2703185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6480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088" y="1249959"/>
            <a:ext cx="3578905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4E7AB67-A25E-F99D-7053-223A31AB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958" y="1249958"/>
            <a:ext cx="7022846" cy="53629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4B773E1-C0C5-10BC-5283-0943095D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75958" y="207982"/>
            <a:ext cx="1921315" cy="413360"/>
          </a:xfrm>
        </p:spPr>
        <p:txBody>
          <a:bodyPr/>
          <a:lstStyle/>
          <a:p>
            <a:fld id="{CBE35CD3-9190-4B1C-AA9F-C899B0873567}" type="datetime1">
              <a:rPr lang="en-US" smtClean="0"/>
              <a:t>6/30/2026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615B6D-D0FF-BC11-9C32-FDA7B7D08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336321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0253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83140"/>
            <a:ext cx="11452341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3CC60A8-3DE8-B0E7-1EC5-2B337CF2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8" y="1743311"/>
            <a:ext cx="11452342" cy="4916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7EB01C-FB71-1416-6F69-B25D90D39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7ABF8-FBB9-4C71-BBD7-96C5E24AE291}" type="datetime1">
              <a:rPr lang="en-US" smtClean="0"/>
              <a:t>6/30/2026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E842DA4-700F-A2D4-6AB8-0BAEDF321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BF1F3F-87E2-1270-FB4D-FD251AD7E63C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3715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491FA625-EDE8-4CCD-93F2-36B8EAED6AA1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3895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649965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1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64879" y="210311"/>
            <a:ext cx="1679642" cy="411480"/>
          </a:xfrm>
        </p:spPr>
        <p:txBody>
          <a:bodyPr/>
          <a:lstStyle/>
          <a:p>
            <a:fld id="{18520A44-1A63-4FB7-80E4-61FF907A138E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47480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8" y="2944368"/>
            <a:ext cx="6499657" cy="35822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621" y="0"/>
            <a:ext cx="4914379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272857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667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824A7B9-17B9-4425-9158-739F678A55EB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5810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28E8FF4C-7F6A-4962-9270-F797B8959287}" type="datetime1">
              <a:rPr lang="en-US" smtClean="0"/>
              <a:t>6/30/2026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029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749808"/>
            <a:ext cx="416367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7520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73675" y="210312"/>
            <a:ext cx="1058111" cy="411480"/>
          </a:xfrm>
        </p:spPr>
        <p:txBody>
          <a:bodyPr/>
          <a:lstStyle/>
          <a:p>
            <a:fld id="{A2955807-6726-42C9-B7D5-F5CAD1E31DC0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54543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61" y="2944368"/>
            <a:ext cx="4163674" cy="35822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881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1013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064F86E1-145A-4683-AD05-97E7E41B4995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6881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0308" y="853949"/>
            <a:ext cx="4102574" cy="151607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7285976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70308" y="213482"/>
            <a:ext cx="2129674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0367" y="210312"/>
            <a:ext cx="1216834" cy="411480"/>
          </a:xfrm>
        </p:spPr>
        <p:txBody>
          <a:bodyPr/>
          <a:lstStyle/>
          <a:p>
            <a:fld id="{3E021DF1-F92E-444A-9AEF-304BD60FF6DA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6453" y="210312"/>
            <a:ext cx="679998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308" y="2578607"/>
            <a:ext cx="4102585" cy="3950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E9D652-D7DE-25C0-FCD7-3031AEEB0C6C}"/>
              </a:ext>
            </a:extLst>
          </p:cNvPr>
          <p:cNvCxnSpPr>
            <a:cxnSpLocks/>
          </p:cNvCxnSpPr>
          <p:nvPr/>
        </p:nvCxnSpPr>
        <p:spPr>
          <a:xfrm>
            <a:off x="7291894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9826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96B14CE5-CB23-4F24-AF40-FFA10F25B799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1346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39A3FF-4925-4C53-B6D9-F2B1807D4179}" type="datetime1">
              <a:rPr lang="en-US" smtClean="0"/>
              <a:t>6/30/2026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2840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3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8B12C2E-FD87-6FEB-F35D-ABCDF00C8D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656A87-5539-46DA-CF5D-F2506ECA3F8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A045AE-50EB-46C6-B8D1-C8DF92FBD24F}" type="datetime1">
              <a:rPr lang="en-US" smtClean="0"/>
              <a:t>6/30/2026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AB7173-DF2F-B8EA-F83D-4C7263C765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34525"/>
            <a:ext cx="490594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911" y="2180556"/>
            <a:ext cx="6435936" cy="430476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4914379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3545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7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BEAB049-8AFC-5262-0ECB-2E9CDA2066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26863A-85CF-52FA-E2B2-AF70382C692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1987558-2E71-415A-A90B-E63D7A0329F1}" type="datetime1">
              <a:rPr lang="en-US" smtClean="0"/>
              <a:t>6/30/2026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DF7822C-4885-9FA2-F9E5-E0B61BDDB4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6419605" cy="437535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86058" y="1834525"/>
            <a:ext cx="490594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7286058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4491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220747AD-BB60-464B-B16B-6CC7DCEAA31E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4247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4364336"/>
            <a:ext cx="3593592" cy="16477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3985863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0" y="4321099"/>
            <a:ext cx="7136195" cy="2067424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5"/>
            <a:ext cx="2962656" cy="36576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0" y="6437375"/>
            <a:ext cx="4549414" cy="365760"/>
          </a:xfrm>
        </p:spPr>
        <p:txBody>
          <a:bodyPr/>
          <a:lstStyle/>
          <a:p>
            <a:fld id="{9215AEAD-579C-4AC1-88F0-8AB8BCFD43FD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3657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3985863"/>
            <a:ext cx="0" cy="287213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3985863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0600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3593592" cy="16421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210311"/>
            <a:ext cx="4549413" cy="411480"/>
          </a:xfrm>
        </p:spPr>
        <p:txBody>
          <a:bodyPr/>
          <a:lstStyle/>
          <a:p>
            <a:fld id="{6F2DDD3F-C716-416F-92A0-B3CC5AC8AFF6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717941"/>
            <a:ext cx="7073776" cy="2066544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048520"/>
            <a:ext cx="12198096" cy="380948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0"/>
            <a:ext cx="0" cy="3045465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3045465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2242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4392B674-7AB8-8272-87B1-5B7038F7CB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6" cy="6858000"/>
          </a:xfrm>
          <a:custGeom>
            <a:avLst/>
            <a:gdLst>
              <a:gd name="connsiteX0" fmla="*/ 795631 w 12191996"/>
              <a:gd name="connsiteY0" fmla="*/ 789997 h 6858000"/>
              <a:gd name="connsiteX1" fmla="*/ 795631 w 12191996"/>
              <a:gd name="connsiteY1" fmla="*/ 6068003 h 6858000"/>
              <a:gd name="connsiteX2" fmla="*/ 4649508 w 12191996"/>
              <a:gd name="connsiteY2" fmla="*/ 6068003 h 6858000"/>
              <a:gd name="connsiteX3" fmla="*/ 4649508 w 12191996"/>
              <a:gd name="connsiteY3" fmla="*/ 789997 h 6858000"/>
              <a:gd name="connsiteX4" fmla="*/ 0 w 12191996"/>
              <a:gd name="connsiteY4" fmla="*/ 0 h 6858000"/>
              <a:gd name="connsiteX5" fmla="*/ 12191996 w 12191996"/>
              <a:gd name="connsiteY5" fmla="*/ 0 h 6858000"/>
              <a:gd name="connsiteX6" fmla="*/ 12191996 w 12191996"/>
              <a:gd name="connsiteY6" fmla="*/ 6858000 h 6858000"/>
              <a:gd name="connsiteX7" fmla="*/ 0 w 1219199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6" h="6858000">
                <a:moveTo>
                  <a:pt x="795631" y="789997"/>
                </a:moveTo>
                <a:lnTo>
                  <a:pt x="795631" y="6068003"/>
                </a:lnTo>
                <a:lnTo>
                  <a:pt x="4649508" y="6068003"/>
                </a:lnTo>
                <a:lnTo>
                  <a:pt x="4649508" y="789997"/>
                </a:lnTo>
                <a:close/>
                <a:moveTo>
                  <a:pt x="0" y="0"/>
                </a:moveTo>
                <a:lnTo>
                  <a:pt x="12191996" y="0"/>
                </a:lnTo>
                <a:lnTo>
                  <a:pt x="1219199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631" y="789997"/>
            <a:ext cx="3853877" cy="5280546"/>
          </a:xfrm>
          <a:solidFill>
            <a:schemeClr val="bg2"/>
          </a:solidFill>
          <a:ln>
            <a:solidFill>
              <a:schemeClr val="tx2"/>
            </a:solidFill>
          </a:ln>
        </p:spPr>
        <p:txBody>
          <a:bodyPr vert="horz" lIns="45720" tIns="320040" rIns="91440" bIns="3840480" rtlCol="0" anchor="t">
            <a:normAutofit/>
          </a:bodyPr>
          <a:lstStyle>
            <a:lvl1pPr marL="182880"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688899" cy="41148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29520" y="210312"/>
            <a:ext cx="1060704" cy="41148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1EA33C4-6E91-4A95-864E-A6A838FBE588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03061" y="210312"/>
            <a:ext cx="546447" cy="41336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559" y="2356793"/>
            <a:ext cx="3364992" cy="3467535"/>
          </a:xfrm>
          <a:solidFill>
            <a:schemeClr val="bg2"/>
          </a:solidFill>
          <a:ln>
            <a:noFill/>
          </a:ln>
          <a:effectLst>
            <a:outerShdw dist="12700" dir="16200000" rotWithShape="0">
              <a:prstClr val="black"/>
            </a:outerShdw>
          </a:effectLst>
        </p:spPr>
        <p:txBody>
          <a:bodyPr lIns="45720" tIns="137160" rIns="45720" anchor="ctr">
            <a:normAutofit/>
          </a:bodyPr>
          <a:lstStyle>
            <a:lvl1pPr marL="0">
              <a:defRPr/>
            </a:lvl1pPr>
            <a:lvl2pPr marL="0">
              <a:defRPr/>
            </a:lvl2pPr>
            <a:lvl3pPr marL="0">
              <a:defRPr/>
            </a:lvl3pPr>
            <a:lvl4pPr marL="0">
              <a:defRPr/>
            </a:lvl4pPr>
            <a:lvl5pPr marL="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603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40F08F-40FA-4D3B-96CF-F8FAF483E9A7}" type="datetime1">
              <a:rPr lang="en-US" smtClean="0"/>
              <a:t>6/30/2026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0730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762002"/>
            <a:ext cx="5294939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0F70C4A-BA92-6BFC-3B1F-307DC253CC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2862A36-3103-C394-ACDE-9712D22EC1E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340642" y="207982"/>
            <a:ext cx="1921315" cy="413360"/>
          </a:xfrm>
        </p:spPr>
        <p:txBody>
          <a:bodyPr/>
          <a:lstStyle/>
          <a:p>
            <a:fld id="{025BF5DA-9B72-4C47-B5EF-1EED5B08EE79}" type="datetime1">
              <a:rPr lang="en-US" smtClean="0"/>
              <a:t>6/30/2026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054C547-CF4F-67F9-FBC5-A0BE282578D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442689"/>
            <a:ext cx="5875421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642" y="762000"/>
            <a:ext cx="5432239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5875421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5875423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6766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EB5EDF0F-3515-4895-B663-882304741893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9638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1152143"/>
            <a:ext cx="4350052" cy="262095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4000" y="210312"/>
            <a:ext cx="1569350" cy="411480"/>
          </a:xfrm>
        </p:spPr>
        <p:txBody>
          <a:bodyPr/>
          <a:lstStyle/>
          <a:p>
            <a:fld id="{B534C9EB-6793-4BE3-BB6C-BE53FADDC8D1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089769"/>
            <a:ext cx="4921917" cy="277775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3" y="1152144"/>
            <a:ext cx="6414499" cy="5401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4083425"/>
            <a:ext cx="492191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7E856F-6265-38B0-6F7D-95063C760CBC}"/>
              </a:ext>
            </a:extLst>
          </p:cNvPr>
          <p:cNvCxnSpPr>
            <a:cxnSpLocks/>
          </p:cNvCxnSpPr>
          <p:nvPr/>
        </p:nvCxnSpPr>
        <p:spPr>
          <a:xfrm>
            <a:off x="4925804" y="784893"/>
            <a:ext cx="0" cy="607310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5792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74" y="5197449"/>
            <a:ext cx="4244126" cy="14630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58383" y="210312"/>
            <a:ext cx="1569350" cy="411480"/>
          </a:xfrm>
        </p:spPr>
        <p:txBody>
          <a:bodyPr/>
          <a:lstStyle/>
          <a:p>
            <a:fld id="{0E608933-3727-45F8-8E35-F46170696AC2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794335"/>
            <a:ext cx="4921917" cy="4047478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152144"/>
            <a:ext cx="6382512" cy="5340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4841814"/>
            <a:ext cx="492191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7E856F-6265-38B0-6F7D-95063C760CBC}"/>
              </a:ext>
            </a:extLst>
          </p:cNvPr>
          <p:cNvCxnSpPr>
            <a:cxnSpLocks/>
          </p:cNvCxnSpPr>
          <p:nvPr/>
        </p:nvCxnSpPr>
        <p:spPr>
          <a:xfrm>
            <a:off x="4925804" y="784893"/>
            <a:ext cx="0" cy="607310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7670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B29ED0-7871-4976-8402-1756C1FAC1EA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948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5349240"/>
            <a:ext cx="11414692" cy="1225296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4000" cap="all" spc="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455" y="1188321"/>
            <a:ext cx="11615861" cy="425807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70000"/>
              </a:lnSpc>
              <a:buNone/>
              <a:defRPr lang="en-US" sz="40100" dirty="0">
                <a:ln>
                  <a:solidFill>
                    <a:schemeClr val="tx2"/>
                  </a:solidFill>
                </a:ln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B8A85C-40AB-478D-AA51-CA7D29CEF737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7407E9-9629-73EA-8583-87EC092046E4}"/>
              </a:ext>
            </a:extLst>
          </p:cNvPr>
          <p:cNvCxnSpPr>
            <a:cxnSpLocks/>
          </p:cNvCxnSpPr>
          <p:nvPr/>
        </p:nvCxnSpPr>
        <p:spPr>
          <a:xfrm>
            <a:off x="0" y="5055918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EB09F8-0C93-A873-28FE-48A38B4CEAD9}"/>
              </a:ext>
            </a:extLst>
          </p:cNvPr>
          <p:cNvCxnSpPr>
            <a:cxnSpLocks/>
          </p:cNvCxnSpPr>
          <p:nvPr/>
        </p:nvCxnSpPr>
        <p:spPr>
          <a:xfrm>
            <a:off x="0" y="788718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759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A22AB6-0BB7-4DCA-85DA-8246194506D3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809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172725"/>
            <a:ext cx="11356848" cy="777240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cap="all" spc="100" baseline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22960" y="1201036"/>
            <a:ext cx="10543032" cy="405079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lnSpc>
                <a:spcPct val="70000"/>
              </a:lnSpc>
              <a:buNone/>
              <a:defRPr lang="en-US" sz="401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54495"/>
            <a:ext cx="2962656" cy="411480"/>
          </a:xfrm>
        </p:spPr>
        <p:txBody>
          <a:bodyPr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6254495"/>
            <a:ext cx="1679642" cy="411480"/>
          </a:xfrm>
        </p:spPr>
        <p:txBody>
          <a:bodyPr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5FEC425-38EB-4C31-A115-909870F4944E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59084B-1C57-0F86-56B0-E7DC2934BA40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44636A-F38C-DF3B-6439-B5B73A797B53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270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453B8C54-B76A-4DD8-BD0B-11200408342B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823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76945" y="1341912"/>
            <a:ext cx="7024439" cy="4120737"/>
          </a:xfrm>
        </p:spPr>
        <p:txBody>
          <a:bodyPr anchor="ctr">
            <a:normAutofit/>
          </a:bodyPr>
          <a:lstStyle>
            <a:lvl1pPr marL="0" indent="0" algn="ctr">
              <a:lnSpc>
                <a:spcPct val="75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75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75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75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75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4164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64164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BE189A-7DFE-4578-A781-50D475212B90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4164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6ED6FE-B4BC-74F3-6CA8-3B4200CEE7FD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08063B-506A-41A1-A6EA-745A876C5191}"/>
              </a:ext>
            </a:extLst>
          </p:cNvPr>
          <p:cNvCxnSpPr>
            <a:cxnSpLocks/>
          </p:cNvCxnSpPr>
          <p:nvPr/>
        </p:nvCxnSpPr>
        <p:spPr>
          <a:xfrm>
            <a:off x="0" y="78162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758C90-B148-7153-9C80-0F1076997894}"/>
              </a:ext>
            </a:extLst>
          </p:cNvPr>
          <p:cNvCxnSpPr>
            <a:cxnSpLocks/>
          </p:cNvCxnSpPr>
          <p:nvPr/>
        </p:nvCxnSpPr>
        <p:spPr>
          <a:xfrm>
            <a:off x="1693484" y="781627"/>
            <a:ext cx="0" cy="52762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474C37-D361-EDB7-BCC5-35E1A6EC3D9B}"/>
              </a:ext>
            </a:extLst>
          </p:cNvPr>
          <p:cNvCxnSpPr>
            <a:cxnSpLocks/>
          </p:cNvCxnSpPr>
          <p:nvPr/>
        </p:nvCxnSpPr>
        <p:spPr>
          <a:xfrm>
            <a:off x="10491119" y="781627"/>
            <a:ext cx="0" cy="5276273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901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1725" y="1940090"/>
            <a:ext cx="10392476" cy="4614714"/>
          </a:xfrm>
        </p:spPr>
        <p:txBody>
          <a:bodyPr anchor="b">
            <a:noAutofit/>
          </a:bodyPr>
          <a:lstStyle>
            <a:lvl1pPr marL="0" indent="0">
              <a:lnSpc>
                <a:spcPct val="73000"/>
              </a:lnSpc>
              <a:buNone/>
              <a:defRPr sz="96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  <a:lvl2pPr marL="228600" indent="0">
              <a:lnSpc>
                <a:spcPct val="73000"/>
              </a:lnSpc>
              <a:buNone/>
              <a:defRPr sz="88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457200" indent="0">
              <a:lnSpc>
                <a:spcPct val="73000"/>
              </a:lnSpc>
              <a:buNone/>
              <a:defRPr sz="80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685800" indent="0">
              <a:lnSpc>
                <a:spcPct val="73000"/>
              </a:lnSpc>
              <a:buNone/>
              <a:defRPr sz="72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4pPr>
            <a:lvl5pPr marL="914400" indent="0">
              <a:lnSpc>
                <a:spcPct val="73000"/>
              </a:lnSpc>
              <a:buNone/>
              <a:defRPr sz="6600" b="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86F9640-8612-4EBB-94A3-9F5B3C3C1651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BBBFEC-32A4-8333-CEC0-6858CB1833EF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178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098" y="-1133856"/>
            <a:ext cx="10090646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384048"/>
            <a:ext cx="10090646" cy="478375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7200" b="0">
                <a:solidFill>
                  <a:schemeClr val="accent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6600" b="0">
                <a:solidFill>
                  <a:schemeClr val="accent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6000" b="0">
                <a:solidFill>
                  <a:schemeClr val="accent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400" b="0">
                <a:solidFill>
                  <a:schemeClr val="accent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48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4164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1" y="6264164"/>
            <a:ext cx="248667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3EC378-394E-4653-8FC8-8296D202D659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4164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6ED6FE-B4BC-74F3-6CA8-3B4200CEE7FD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0510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448BDD-274C-4BED-8350-833672089118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412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288" y="5232212"/>
            <a:ext cx="10515600" cy="749808"/>
          </a:xfrm>
        </p:spPr>
        <p:txBody>
          <a:bodyPr anchor="ctr">
            <a:normAutofit/>
          </a:bodyPr>
          <a:lstStyle>
            <a:lvl1pPr>
              <a:defRPr sz="1600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380011"/>
            <a:ext cx="9400032" cy="4164557"/>
          </a:xfrm>
        </p:spPr>
        <p:txBody>
          <a:bodyPr anchor="t">
            <a:normAutofit/>
          </a:bodyPr>
          <a:lstStyle>
            <a:lvl1pPr marL="274320" indent="-274320">
              <a:lnSpc>
                <a:spcPct val="80000"/>
              </a:lnSpc>
              <a:buNone/>
              <a:defRPr sz="6000" cap="none" baseline="0">
                <a:solidFill>
                  <a:schemeClr val="accent1"/>
                </a:solidFill>
                <a:latin typeface="+mj-lt"/>
              </a:defRPr>
            </a:lvl1pPr>
            <a:lvl2pPr marL="274320" indent="-274320">
              <a:lnSpc>
                <a:spcPct val="80000"/>
              </a:lnSpc>
              <a:buNone/>
              <a:defRPr sz="5400" cap="none" baseline="0">
                <a:solidFill>
                  <a:schemeClr val="accent1"/>
                </a:solidFill>
                <a:latin typeface="+mj-lt"/>
              </a:defRPr>
            </a:lvl2pPr>
            <a:lvl3pPr marL="274320" indent="-274320">
              <a:lnSpc>
                <a:spcPct val="80000"/>
              </a:lnSpc>
              <a:buNone/>
              <a:defRPr sz="4800" cap="none" baseline="0">
                <a:solidFill>
                  <a:schemeClr val="accent1"/>
                </a:solidFill>
                <a:latin typeface="+mj-lt"/>
              </a:defRPr>
            </a:lvl3pPr>
            <a:lvl4pPr marL="274320" indent="-274320">
              <a:lnSpc>
                <a:spcPct val="80000"/>
              </a:lnSpc>
              <a:buNone/>
              <a:defRPr sz="4400" cap="none" baseline="0">
                <a:solidFill>
                  <a:schemeClr val="accent1"/>
                </a:solidFill>
                <a:latin typeface="+mj-lt"/>
              </a:defRPr>
            </a:lvl4pPr>
            <a:lvl5pPr marL="274320" indent="-274320">
              <a:lnSpc>
                <a:spcPct val="80000"/>
              </a:lnSpc>
              <a:buNone/>
              <a:defRPr sz="4400" cap="none" baseline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87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6263640"/>
            <a:ext cx="2151180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523C14-B8E0-486C-AF8F-4829635E6A50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9507B5-45FD-E0F8-4B50-156739F3ED87}"/>
              </a:ext>
            </a:extLst>
          </p:cNvPr>
          <p:cNvCxnSpPr>
            <a:cxnSpLocks/>
          </p:cNvCxnSpPr>
          <p:nvPr/>
        </p:nvCxnSpPr>
        <p:spPr>
          <a:xfrm>
            <a:off x="0" y="48627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5964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51105"/>
            <a:ext cx="9299448" cy="1005109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24712"/>
            <a:ext cx="9692640" cy="4187952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9600" cap="all" baseline="0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8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4572B0E-9936-490C-85D7-20C76E88EE7A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82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900" y="5209160"/>
            <a:ext cx="10698480" cy="832104"/>
          </a:xfrm>
        </p:spPr>
        <p:txBody>
          <a:bodyPr anchor="ctr">
            <a:normAutofit/>
          </a:bodyPr>
          <a:lstStyle>
            <a:lvl1pPr>
              <a:defRPr sz="2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749808"/>
            <a:ext cx="9400032" cy="3867912"/>
          </a:xfrm>
        </p:spPr>
        <p:txBody>
          <a:bodyPr>
            <a:normAutofit/>
          </a:bodyPr>
          <a:lstStyle>
            <a:lvl1pPr marL="182880" indent="-182880">
              <a:lnSpc>
                <a:spcPct val="100000"/>
              </a:lnSpc>
              <a:buNone/>
              <a:defRPr sz="4000" cap="none" baseline="0">
                <a:solidFill>
                  <a:schemeClr val="tx2"/>
                </a:solidFill>
                <a:latin typeface="+mn-lt"/>
              </a:defRPr>
            </a:lvl1pPr>
            <a:lvl2pPr marL="182880" indent="-182880">
              <a:lnSpc>
                <a:spcPct val="100000"/>
              </a:lnSpc>
              <a:buNone/>
              <a:defRPr sz="3600" cap="none" baseline="0">
                <a:solidFill>
                  <a:schemeClr val="tx2"/>
                </a:solidFill>
                <a:latin typeface="+mn-lt"/>
              </a:defRPr>
            </a:lvl2pPr>
            <a:lvl3pPr marL="182880" indent="-182880">
              <a:lnSpc>
                <a:spcPct val="100000"/>
              </a:lnSpc>
              <a:buNone/>
              <a:defRPr sz="3200" cap="none" baseline="0">
                <a:solidFill>
                  <a:schemeClr val="tx2"/>
                </a:solidFill>
                <a:latin typeface="+mn-lt"/>
              </a:defRPr>
            </a:lvl3pPr>
            <a:lvl4pPr marL="182880" indent="-182880">
              <a:lnSpc>
                <a:spcPct val="100000"/>
              </a:lnSpc>
              <a:buNone/>
              <a:defRPr sz="2800" cap="none" baseline="0">
                <a:solidFill>
                  <a:schemeClr val="tx2"/>
                </a:solidFill>
                <a:latin typeface="+mn-lt"/>
              </a:defRPr>
            </a:lvl4pPr>
            <a:lvl5pPr marL="182880" indent="-182880">
              <a:lnSpc>
                <a:spcPct val="100000"/>
              </a:lnSpc>
              <a:buNone/>
              <a:defRPr sz="2800" cap="none" baseline="0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ECF368-9FBC-4241-9AEA-ADD9AF02F7A8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49C774-4A6A-D32B-59FA-2442E2B308E5}"/>
              </a:ext>
            </a:extLst>
          </p:cNvPr>
          <p:cNvCxnSpPr>
            <a:cxnSpLocks/>
          </p:cNvCxnSpPr>
          <p:nvPr/>
        </p:nvCxnSpPr>
        <p:spPr>
          <a:xfrm>
            <a:off x="0" y="5062769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23A142-B021-C473-CBA7-E0C9AA4E71D5}"/>
              </a:ext>
            </a:extLst>
          </p:cNvPr>
          <p:cNvCxnSpPr>
            <a:cxnSpLocks/>
          </p:cNvCxnSpPr>
          <p:nvPr/>
        </p:nvCxnSpPr>
        <p:spPr>
          <a:xfrm>
            <a:off x="0" y="6066955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44848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527F-9C49-4481-A18C-80BA2EA99E79}" type="datetime1">
              <a:rPr lang="en-US" smtClean="0"/>
              <a:t>6/30/2026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8740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039EB-95FD-42A0-BF06-87A9D15142C9}" type="datetime1">
              <a:rPr lang="en-US" smtClean="0"/>
              <a:t>6/30/2026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64347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701D-AA71-4F6F-B74A-236E07E9ABE4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91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D589-8B08-4190-9F3B-BA01ED2999CB}" type="datetime1">
              <a:rPr lang="en-US" smtClean="0"/>
              <a:t>6/30/2026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9093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BEA7-A772-B39C-F049-D8BA2D3F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4" y="1092200"/>
            <a:ext cx="3749040" cy="29077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ADC46-B01E-DA2E-F24C-C48F5253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A6063-F591-A804-79FE-A80AD399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4336" y="207982"/>
            <a:ext cx="1921315" cy="413360"/>
          </a:xfrm>
        </p:spPr>
        <p:txBody>
          <a:bodyPr/>
          <a:lstStyle/>
          <a:p>
            <a:fld id="{F550E5DF-8560-4E07-A403-19861023D638}" type="datetime1">
              <a:rPr lang="en-US" smtClean="0"/>
              <a:t>6/30/2026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FF439-6DA2-A61B-C94C-BEDC2411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693C4-36AD-07F9-763E-EE5FC9DFB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774" y="4096512"/>
            <a:ext cx="3749040" cy="232257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B4614-4148-D757-88D0-D93E5E1E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4336" y="1092200"/>
            <a:ext cx="6858000" cy="534009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1833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FA5E-0A3D-E6AD-3C21-DC40BCDEC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1088136"/>
            <a:ext cx="3467048" cy="29057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485A3-3BFA-4B57-F6E5-5F41542B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AC9F0-6744-73C8-54FC-5C12BA7B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2854" y="207982"/>
            <a:ext cx="2605980" cy="413360"/>
          </a:xfrm>
        </p:spPr>
        <p:txBody>
          <a:bodyPr/>
          <a:lstStyle/>
          <a:p>
            <a:fld id="{5629972A-00A4-4626-8EEC-CE2966C6B0BF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AB9F6-C801-466A-4C39-23DCB1CD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A8418-7980-9A18-053B-82E4F16E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7773" y="4099034"/>
            <a:ext cx="3467048" cy="2325621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6F9F06-BE63-8EE7-74C5-6D0E3F9B757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292853" y="793729"/>
            <a:ext cx="7899147" cy="6073107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44ED1E-1404-EA59-99E6-D28F5236A529}"/>
              </a:ext>
            </a:extLst>
          </p:cNvPr>
          <p:cNvCxnSpPr>
            <a:cxnSpLocks/>
          </p:cNvCxnSpPr>
          <p:nvPr/>
        </p:nvCxnSpPr>
        <p:spPr>
          <a:xfrm>
            <a:off x="4292853" y="784893"/>
            <a:ext cx="0" cy="607310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35496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A08923-D58E-4822-B554-6A1173FCE25D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475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50BF9E0-60DA-4D6D-8F14-825F152220D6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4962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18A4B20A-718A-4149-B5D2-676E857EB828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5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</p:sldLayoutIdLst>
  <p:hf hdr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tt-wopr@target.com" TargetMode="Externa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ABE3-CF13-EF01-0B1B-0FFD4A52DB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Transition to Product Repo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1B3BF-4639-E991-A959-A7BFF6529F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F9A71-6AED-6EA1-093A-86A5FD366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pic>
        <p:nvPicPr>
          <p:cNvPr id="11" name="Picture Placeholder 10" descr="A person flying in the air&#10;&#10;AI-generated content may be incorrect.">
            <a:extLst>
              <a:ext uri="{FF2B5EF4-FFF2-40B4-BE49-F238E27FC236}">
                <a16:creationId xmlns:a16="http://schemas.microsoft.com/office/drawing/2014/main" id="{72729ABE-ED8C-F028-C82F-809F9EA32D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4" r="9114"/>
          <a:stretch>
            <a:fillRect/>
          </a:stretch>
        </p:blipFill>
        <p:spPr/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EE93FA-EC82-1659-82F6-4D594664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8170F-0370-4A38-8BF3-83D69476AE62}" type="datetime1">
              <a:rPr lang="en-US" smtClean="0"/>
              <a:t>6/30/2026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54B8B-12A2-AC01-1B53-5E0FB08D6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5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D70384C5-7B5F-C931-815C-9683458C9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1034473"/>
            <a:ext cx="11420337" cy="1582221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The Problem</a:t>
            </a:r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F4276951-FCA9-BD7C-F6A4-9CC3B3EE5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974109"/>
            <a:ext cx="3743771" cy="35394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Too many repositories to manage 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Repeated Gradle/config setup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Harder cross-service changes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CI/CD and dependency overhead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31283A-6FBD-8E2C-1770-8C031AE6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07982"/>
            <a:ext cx="2963692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Footer Text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3FCA3-94A1-B0F7-A149-D8B7ABBE59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207982"/>
            <a:ext cx="1921315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0D15516-589F-487D-BF51-9635DCEA90D5}" type="datetime1">
              <a:rPr lang="en-US" smtClean="0"/>
              <a:pPr>
                <a:spcAft>
                  <a:spcPts val="600"/>
                </a:spcAft>
              </a:pPr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5C866-6512-6BC1-214C-24A792AC6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53D0FD4-819D-4187-8797-C35567B41C78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9" name="Picture 8" descr="A diagram of a flowchart&#10;&#10;AI-generated content may be incorrect.">
            <a:extLst>
              <a:ext uri="{FF2B5EF4-FFF2-40B4-BE49-F238E27FC236}">
                <a16:creationId xmlns:a16="http://schemas.microsoft.com/office/drawing/2014/main" id="{8F6D792F-EA78-CDD5-9152-ABDB33363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628" y="2818223"/>
            <a:ext cx="7235372" cy="389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4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B6AA6-98E4-7FDC-92F0-FA75D2B1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6499654" cy="2039112"/>
          </a:xfrm>
        </p:spPr>
        <p:txBody>
          <a:bodyPr anchor="t">
            <a:normAutofit/>
          </a:bodyPr>
          <a:lstStyle/>
          <a:p>
            <a:r>
              <a:rPr lang="en-US"/>
              <a:t>New Repo Structure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5D6B4A-7773-38AB-AA8D-5BE27060F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1"/>
            <a:ext cx="2962656" cy="411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Footer Text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DE062-AE01-6EC1-E683-80ACBF5F1C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64879" y="210311"/>
            <a:ext cx="1679642" cy="411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DD67DB9-842B-4031-A4D5-ECF9E159B606}" type="datetime1">
              <a:rPr lang="en-US" smtClean="0"/>
              <a:pPr>
                <a:spcAft>
                  <a:spcPts val="600"/>
                </a:spcAft>
              </a:pPr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EC886-A577-9C86-546F-DE4292F5E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47480" y="210312"/>
            <a:ext cx="546447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53D0FD4-819D-4187-8797-C35567B41C7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3D06D-E990-1914-B239-50C216FD2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8" y="2944368"/>
            <a:ext cx="6499657" cy="35822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Apps(40+)  &amp; Libs(20+) grouped under one product repo </a:t>
            </a:r>
          </a:p>
          <a:p>
            <a:r>
              <a:rPr lang="en-US"/>
              <a:t>Shared libs/configs are now centralized </a:t>
            </a:r>
          </a:p>
          <a:p>
            <a:r>
              <a:rPr lang="en-US"/>
              <a:t>Clear product boundaries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530A5F3-FBF2-49D0-A799-A808E1539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303" y="0"/>
            <a:ext cx="3549015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8317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5642-5C56-3BD6-B9BC-DA40EC777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6499654" cy="2039112"/>
          </a:xfrm>
        </p:spPr>
        <p:txBody>
          <a:bodyPr anchor="t">
            <a:normAutofit/>
          </a:bodyPr>
          <a:lstStyle/>
          <a:p>
            <a:r>
              <a:rPr lang="en-US"/>
              <a:t>What Changed Technically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0D69B5-364F-2E01-03A0-528F7211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1"/>
            <a:ext cx="2962656" cy="411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Footer Text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53588-A12C-2D16-0474-99963508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64879" y="210311"/>
            <a:ext cx="1679642" cy="411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DD67DB9-842B-4031-A4D5-ECF9E159B606}" type="datetime1">
              <a:rPr lang="en-US" smtClean="0"/>
              <a:pPr>
                <a:spcAft>
                  <a:spcPts val="600"/>
                </a:spcAft>
              </a:pPr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1A71-2CFF-E24A-567F-A52C9B9CB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47480" y="210312"/>
            <a:ext cx="546447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53D0FD4-819D-4187-8797-C35567B41C7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5C703-2B71-9620-AE9D-03276DC4C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8" y="2944368"/>
            <a:ext cx="6499657" cy="358226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Multi-app Gradle structure </a:t>
            </a:r>
          </a:p>
          <a:p>
            <a:r>
              <a:rPr lang="en-US"/>
              <a:t>Shared libraries under libs </a:t>
            </a:r>
            <a:endParaRPr lang="en-US" dirty="0"/>
          </a:p>
          <a:p>
            <a:r>
              <a:rPr lang="en-US"/>
              <a:t>Common build conventions </a:t>
            </a:r>
          </a:p>
          <a:p>
            <a:r>
              <a:rPr lang="en-US"/>
              <a:t>Product-level settings/build files</a:t>
            </a:r>
          </a:p>
          <a:p>
            <a:endParaRPr lang="en-US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5E14255-8218-9A7C-397E-246311E0B5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000" b="35873"/>
          <a:stretch>
            <a:fillRect/>
          </a:stretch>
        </p:blipFill>
        <p:spPr>
          <a:xfrm>
            <a:off x="6987846" y="899887"/>
            <a:ext cx="5203643" cy="4455887"/>
          </a:xfrm>
          <a:prstGeom prst="rect">
            <a:avLst/>
          </a:prstGeom>
          <a:noFill/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FD75AC8-057F-3590-5D5C-A88ECD3C01C3}"/>
              </a:ext>
            </a:extLst>
          </p:cNvPr>
          <p:cNvSpPr/>
          <p:nvPr/>
        </p:nvSpPr>
        <p:spPr>
          <a:xfrm>
            <a:off x="5999478" y="899161"/>
            <a:ext cx="823687" cy="3077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89175B6-A004-0662-9DFF-B607BD2DCD3E}"/>
              </a:ext>
            </a:extLst>
          </p:cNvPr>
          <p:cNvSpPr/>
          <p:nvPr/>
        </p:nvSpPr>
        <p:spPr>
          <a:xfrm>
            <a:off x="6006734" y="2045789"/>
            <a:ext cx="823687" cy="3077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80124BF-1446-7DE4-0DB5-5466C7F27D1B}"/>
              </a:ext>
            </a:extLst>
          </p:cNvPr>
          <p:cNvSpPr/>
          <p:nvPr/>
        </p:nvSpPr>
        <p:spPr>
          <a:xfrm>
            <a:off x="6093819" y="3431902"/>
            <a:ext cx="823687" cy="3077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F2BA4F2-D44D-1B15-F66C-AF08C5203746}"/>
              </a:ext>
            </a:extLst>
          </p:cNvPr>
          <p:cNvSpPr/>
          <p:nvPr/>
        </p:nvSpPr>
        <p:spPr>
          <a:xfrm>
            <a:off x="6006732" y="4897844"/>
            <a:ext cx="823687" cy="3077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7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BB40-A983-2AE3-C86B-403B14D19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anchor="t">
            <a:normAutofit/>
          </a:bodyPr>
          <a:lstStyle/>
          <a:p>
            <a:r>
              <a:rPr lang="en-US"/>
              <a:t>Advantages / Impact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EAF6B-001E-9803-6408-98560DC9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Footer Text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386E3-0BC8-5297-8B5D-C45A0313F0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DD67DB9-842B-4031-A4D5-ECF9E159B606}" type="datetime1">
              <a:rPr lang="en-US" smtClean="0"/>
              <a:pPr>
                <a:spcAft>
                  <a:spcPts val="600"/>
                </a:spcAft>
              </a:pPr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75A35-56A1-C1E6-2DD9-436C8EC0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53D0FD4-819D-4187-8797-C35567B41C7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9C5E-5B85-EE1F-64C6-918979818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Faster cross-app changes </a:t>
            </a:r>
          </a:p>
          <a:p>
            <a:r>
              <a:rPr lang="en-US"/>
              <a:t>Less duplicated config </a:t>
            </a:r>
          </a:p>
          <a:p>
            <a:r>
              <a:rPr lang="en-US"/>
              <a:t>Easier dependency alignment </a:t>
            </a:r>
          </a:p>
          <a:p>
            <a:r>
              <a:rPr lang="en-US"/>
              <a:t>Better discoverability </a:t>
            </a:r>
          </a:p>
          <a:p>
            <a:r>
              <a:rPr lang="en-US"/>
              <a:t>Simpler onboarding </a:t>
            </a:r>
          </a:p>
          <a:p>
            <a:r>
              <a:rPr lang="en-US"/>
              <a:t>Cleaner product ownership</a:t>
            </a:r>
          </a:p>
          <a:p>
            <a:endParaRPr lang="en-US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B619FFF-8884-6AEF-462A-0D8E292C0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078" y="0"/>
            <a:ext cx="3372277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8226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F0D66-21F3-24E8-9E73-2C15BA127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anchor="t">
            <a:normAutofit/>
          </a:bodyPr>
          <a:lstStyle/>
          <a:p>
            <a:r>
              <a:rPr lang="en-US"/>
              <a:t>Build Tooling Changes to Support Product Repos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C2318-B03C-2F0E-2796-63B888292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Footer Text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F22AD-6B40-7FC4-3089-FDC796BC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DD67DB9-842B-4031-A4D5-ECF9E159B606}" type="datetime1">
              <a:rPr lang="en-US" smtClean="0"/>
              <a:pPr>
                <a:spcAft>
                  <a:spcPts val="600"/>
                </a:spcAft>
              </a:pPr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793F7-393C-9DB9-34C0-41CDA266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53D0FD4-819D-4187-8797-C35567B41C78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B6F36-1379-F05C-5992-A28D4F92F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/>
              <a:t>Updated shared command/config tooling to recognize product repo structure </a:t>
            </a:r>
          </a:p>
          <a:p>
            <a:pPr>
              <a:lnSpc>
                <a:spcPct val="110000"/>
              </a:lnSpc>
            </a:pPr>
            <a:r>
              <a:rPr lang="en-US" sz="1500"/>
              <a:t>Added support for multiple apps inside one repo </a:t>
            </a:r>
          </a:p>
          <a:p>
            <a:pPr>
              <a:lnSpc>
                <a:spcPct val="110000"/>
              </a:lnSpc>
            </a:pPr>
            <a:r>
              <a:rPr lang="en-US" sz="1500"/>
              <a:t>Preserved existing command workflows for developers </a:t>
            </a:r>
          </a:p>
          <a:p>
            <a:pPr>
              <a:lnSpc>
                <a:spcPct val="110000"/>
              </a:lnSpc>
            </a:pPr>
            <a:r>
              <a:rPr lang="en-US" sz="1500"/>
              <a:t>Enabled app-specific configuration while sharing common repo-level setup </a:t>
            </a:r>
          </a:p>
          <a:p>
            <a:pPr>
              <a:lnSpc>
                <a:spcPct val="110000"/>
              </a:lnSpc>
            </a:pPr>
            <a:r>
              <a:rPr lang="en-US" sz="1500"/>
              <a:t>Reduced manual setup needed when adding or managing apps</a:t>
            </a:r>
          </a:p>
          <a:p>
            <a:pPr>
              <a:lnSpc>
                <a:spcPct val="110000"/>
              </a:lnSpc>
            </a:pPr>
            <a:endParaRPr lang="en-US" sz="1500"/>
          </a:p>
          <a:p>
            <a:pPr>
              <a:lnSpc>
                <a:spcPct val="110000"/>
              </a:lnSpc>
            </a:pPr>
            <a:endParaRPr lang="en-US" sz="1500"/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D2632E0-7361-3709-2692-0A597AB86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939" y="0"/>
            <a:ext cx="6240779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451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CC2877C4-A0B0-F402-495E-F2C16C7E2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749808"/>
            <a:ext cx="4163674" cy="203911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3B60D-BC62-2E95-003D-925C2227A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752056" cy="411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Footer Text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103B7-A90E-B978-FC7B-6C196AB1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73675" y="210312"/>
            <a:ext cx="1058111" cy="411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DD67DB9-842B-4031-A4D5-ECF9E159B606}" type="datetime1">
              <a:rPr lang="en-US" smtClean="0"/>
              <a:pPr>
                <a:spcAft>
                  <a:spcPts val="600"/>
                </a:spcAft>
              </a:pPr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2819F-0EE7-E60C-9096-7CC1CA6E9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54543" y="210312"/>
            <a:ext cx="440969" cy="4133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53D0FD4-819D-4187-8797-C35567B41C78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36E83451-0C12-4E99-9DFC-E0B7D8FC4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61" y="2944368"/>
            <a:ext cx="4163674" cy="3582267"/>
          </a:xfrm>
        </p:spPr>
        <p:txBody>
          <a:bodyPr/>
          <a:lstStyle/>
          <a:p>
            <a:endParaRPr lang="en-US"/>
          </a:p>
        </p:txBody>
      </p:sp>
      <p:pic>
        <p:nvPicPr>
          <p:cNvPr id="10" name="Picture Placeholder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B8D826A-6077-1002-3D3F-F42B976AFCD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-53" r="1274" b="-104"/>
          <a:stretch>
            <a:fillRect/>
          </a:stretch>
        </p:blipFill>
        <p:spPr>
          <a:xfrm>
            <a:off x="20193" y="227889"/>
            <a:ext cx="12150366" cy="6630122"/>
          </a:xfrm>
          <a:prstGeom prst="rect">
            <a:avLst/>
          </a:prstGeom>
          <a:blipFill>
            <a:blip r:embed="rId3">
              <a:alphaModFix amt="8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725761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9D04-296A-0C1F-2D0D-BD2B39722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71717"/>
                </a:solidFill>
                <a:latin typeface="Haettenschweiler"/>
                <a:ea typeface="+mj-lt"/>
                <a:cs typeface="+mj-lt"/>
              </a:rPr>
              <a:t>Tha</a:t>
            </a:r>
            <a:r>
              <a:rPr lang="en-US">
                <a:solidFill>
                  <a:srgbClr val="171717"/>
                </a:solidFill>
                <a:latin typeface="Haettenschweiler"/>
                <a:ea typeface="+mj-lt"/>
                <a:cs typeface="+mj-lt"/>
              </a:rPr>
              <a:t>nk You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CA1C6-D876-3E26-3E1B-99D24F237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129" y="2881530"/>
            <a:ext cx="5537980" cy="236890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US" sz="2400">
                <a:solidFill>
                  <a:srgbClr val="1F2C8F"/>
                </a:solidFill>
                <a:latin typeface="Sabon Next LT"/>
                <a:cs typeface="Sabon Next LT"/>
              </a:rPr>
              <a:t>Presenter: Abdul Ashwood</a:t>
            </a:r>
            <a:endParaRPr lang="en-US" sz="2400">
              <a:solidFill>
                <a:srgbClr val="000000"/>
              </a:solidFill>
              <a:latin typeface="Sabon Next LT"/>
              <a:cs typeface="Sabon Next LT"/>
            </a:endParaRPr>
          </a:p>
          <a:p>
            <a:pPr>
              <a:lnSpc>
                <a:spcPct val="100000"/>
              </a:lnSpc>
              <a:spcBef>
                <a:spcPts val="576"/>
              </a:spcBef>
            </a:pPr>
            <a:r>
              <a:rPr lang="en-US" sz="2400">
                <a:solidFill>
                  <a:srgbClr val="1F2C8F"/>
                </a:solidFill>
                <a:latin typeface="Sabon Next LT"/>
                <a:cs typeface="Sabon Next LT"/>
              </a:rPr>
              <a:t>Slack: @wopr-lounge</a:t>
            </a:r>
            <a:endParaRPr lang="en-US" sz="2400">
              <a:solidFill>
                <a:srgbClr val="000000"/>
              </a:solidFill>
              <a:latin typeface="Sabon Next LT"/>
              <a:cs typeface="Sabon Next LT"/>
            </a:endParaRPr>
          </a:p>
          <a:p>
            <a:pPr>
              <a:lnSpc>
                <a:spcPct val="100000"/>
              </a:lnSpc>
              <a:spcBef>
                <a:spcPts val="576"/>
              </a:spcBef>
            </a:pPr>
            <a:r>
              <a:rPr lang="en-US" sz="2400">
                <a:solidFill>
                  <a:srgbClr val="1F2C8F"/>
                </a:solidFill>
                <a:latin typeface="Sabon Next LT"/>
                <a:cs typeface="Sabon Next LT"/>
              </a:rPr>
              <a:t>Email: </a:t>
            </a:r>
            <a:r>
              <a:rPr lang="en-US" sz="2400" dirty="0">
                <a:solidFill>
                  <a:srgbClr val="1F2C8F"/>
                </a:solidFill>
                <a:latin typeface="Sabon Next LT"/>
                <a:cs typeface="Sabon Next LT"/>
                <a:hlinkClick r:id="rId2"/>
              </a:rPr>
              <a:t>tt-wopr@target.com</a:t>
            </a:r>
            <a:endParaRPr lang="en-US" sz="2400">
              <a:solidFill>
                <a:srgbClr val="000000"/>
              </a:solidFill>
              <a:latin typeface="Century Gothic"/>
            </a:endParaRPr>
          </a:p>
          <a:p>
            <a:pPr algn="ctr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D6F8D-49E9-8B57-DC44-3AED83E3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E20AB-4FF6-4AE9-56A2-D8A61367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67DB9-842B-4031-A4D5-ECF9E159B606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9FA04-8A6C-66B5-244C-EA9EDED52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59918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A923440E-1285-45C1-B66B-8630BD70D041}" vid="{F02A544F-3BB0-402C-9DE1-17A1995AA5F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AEFF06-C01D-4782-9025-60F06DFEAF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46201E-DF07-4095-9F76-DD2E789400A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3E87D78-9CEC-4EE9-94B9-0F2EEEB8A06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0</TotalTime>
  <Words>8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Editorial</vt:lpstr>
      <vt:lpstr>Transition to Product Repo</vt:lpstr>
      <vt:lpstr>The Problem</vt:lpstr>
      <vt:lpstr>New Repo Structure</vt:lpstr>
      <vt:lpstr>What Changed Technically</vt:lpstr>
      <vt:lpstr>Advantages / Impact</vt:lpstr>
      <vt:lpstr>Build Tooling Changes to Support Product Repos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140</cp:revision>
  <dcterms:created xsi:type="dcterms:W3CDTF">2026-06-29T18:22:47Z</dcterms:created>
  <dcterms:modified xsi:type="dcterms:W3CDTF">2026-06-30T16:04:38Z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