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BB9724-357F-7E9D-CF73-C751E005850A}" v="118" dt="2024-09-03T17:03:51.6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dul.Ashwood" userId="S::abdul.ashwood@target.com::d776ecbd-7ab3-40e5-835d-1e928a2d273b" providerId="AD" clId="Web-{CCBB9724-357F-7E9D-CF73-C751E005850A}"/>
    <pc:docChg chg="addSld modSld addMainMaster delMainMaster">
      <pc:chgData name="Abdul.Ashwood" userId="S::abdul.ashwood@target.com::d776ecbd-7ab3-40e5-835d-1e928a2d273b" providerId="AD" clId="Web-{CCBB9724-357F-7E9D-CF73-C751E005850A}" dt="2024-09-03T17:03:51.687" v="109"/>
      <pc:docMkLst>
        <pc:docMk/>
      </pc:docMkLst>
      <pc:sldChg chg="modSp mod setBg modClrScheme chgLayout">
        <pc:chgData name="Abdul.Ashwood" userId="S::abdul.ashwood@target.com::d776ecbd-7ab3-40e5-835d-1e928a2d273b" providerId="AD" clId="Web-{CCBB9724-357F-7E9D-CF73-C751E005850A}" dt="2024-09-03T16:57:17.769" v="15" actId="20577"/>
        <pc:sldMkLst>
          <pc:docMk/>
          <pc:sldMk cId="109857222" sldId="256"/>
        </pc:sldMkLst>
        <pc:spChg chg="mod ord">
          <ac:chgData name="Abdul.Ashwood" userId="S::abdul.ashwood@target.com::d776ecbd-7ab3-40e5-835d-1e928a2d273b" providerId="AD" clId="Web-{CCBB9724-357F-7E9D-CF73-C751E005850A}" dt="2024-09-03T16:57:08.847" v="10" actId="20577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Abdul.Ashwood" userId="S::abdul.ashwood@target.com::d776ecbd-7ab3-40e5-835d-1e928a2d273b" providerId="AD" clId="Web-{CCBB9724-357F-7E9D-CF73-C751E005850A}" dt="2024-09-03T16:57:17.769" v="15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modSp new mod setBg">
        <pc:chgData name="Abdul.Ashwood" userId="S::abdul.ashwood@target.com::d776ecbd-7ab3-40e5-835d-1e928a2d273b" providerId="AD" clId="Web-{CCBB9724-357F-7E9D-CF73-C751E005850A}" dt="2024-09-03T17:03:44.546" v="108" actId="20577"/>
        <pc:sldMkLst>
          <pc:docMk/>
          <pc:sldMk cId="3707843236" sldId="257"/>
        </pc:sldMkLst>
        <pc:spChg chg="mod">
          <ac:chgData name="Abdul.Ashwood" userId="S::abdul.ashwood@target.com::d776ecbd-7ab3-40e5-835d-1e928a2d273b" providerId="AD" clId="Web-{CCBB9724-357F-7E9D-CF73-C751E005850A}" dt="2024-09-03T16:58:44.709" v="27" actId="20577"/>
          <ac:spMkLst>
            <pc:docMk/>
            <pc:sldMk cId="3707843236" sldId="257"/>
            <ac:spMk id="2" creationId="{1EE49A57-4321-BBA0-0312-6ABE63096C39}"/>
          </ac:spMkLst>
        </pc:spChg>
        <pc:spChg chg="mod">
          <ac:chgData name="Abdul.Ashwood" userId="S::abdul.ashwood@target.com::d776ecbd-7ab3-40e5-835d-1e928a2d273b" providerId="AD" clId="Web-{CCBB9724-357F-7E9D-CF73-C751E005850A}" dt="2024-09-03T17:03:44.546" v="108" actId="20577"/>
          <ac:spMkLst>
            <pc:docMk/>
            <pc:sldMk cId="3707843236" sldId="257"/>
            <ac:spMk id="3" creationId="{DE4E976E-98B1-ABFB-39D3-982906DD235B}"/>
          </ac:spMkLst>
        </pc:spChg>
      </pc:sldChg>
      <pc:sldChg chg="modSp new mod setBg">
        <pc:chgData name="Abdul.Ashwood" userId="S::abdul.ashwood@target.com::d776ecbd-7ab3-40e5-835d-1e928a2d273b" providerId="AD" clId="Web-{CCBB9724-357F-7E9D-CF73-C751E005850A}" dt="2024-09-03T17:03:51.687" v="109"/>
        <pc:sldMkLst>
          <pc:docMk/>
          <pc:sldMk cId="1586425534" sldId="258"/>
        </pc:sldMkLst>
        <pc:spChg chg="mod">
          <ac:chgData name="Abdul.Ashwood" userId="S::abdul.ashwood@target.com::d776ecbd-7ab3-40e5-835d-1e928a2d273b" providerId="AD" clId="Web-{CCBB9724-357F-7E9D-CF73-C751E005850A}" dt="2024-09-03T17:01:05.619" v="63" actId="20577"/>
          <ac:spMkLst>
            <pc:docMk/>
            <pc:sldMk cId="1586425534" sldId="258"/>
            <ac:spMk id="2" creationId="{F24A1FB5-CE74-E4C2-FF2A-B7E849C435DA}"/>
          </ac:spMkLst>
        </pc:spChg>
        <pc:spChg chg="mod">
          <ac:chgData name="Abdul.Ashwood" userId="S::abdul.ashwood@target.com::d776ecbd-7ab3-40e5-835d-1e928a2d273b" providerId="AD" clId="Web-{CCBB9724-357F-7E9D-CF73-C751E005850A}" dt="2024-09-03T17:02:34.028" v="79" actId="20577"/>
          <ac:spMkLst>
            <pc:docMk/>
            <pc:sldMk cId="1586425534" sldId="258"/>
            <ac:spMk id="3" creationId="{6E4C38B0-1658-4386-B45D-D35F4871EB2A}"/>
          </ac:spMkLst>
        </pc:spChg>
      </pc:sldChg>
      <pc:sldMasterChg chg="del delSldLayout">
        <pc:chgData name="Abdul.Ashwood" userId="S::abdul.ashwood@target.com::d776ecbd-7ab3-40e5-835d-1e928a2d273b" providerId="AD" clId="Web-{CCBB9724-357F-7E9D-CF73-C751E005850A}" dt="2024-09-03T16:56:03.782" v="0"/>
        <pc:sldMasterMkLst>
          <pc:docMk/>
          <pc:sldMasterMk cId="2460954070" sldId="2147483660"/>
        </pc:sldMasterMkLst>
        <pc:sldLayoutChg chg="del">
          <pc:chgData name="Abdul.Ashwood" userId="S::abdul.ashwood@target.com::d776ecbd-7ab3-40e5-835d-1e928a2d273b" providerId="AD" clId="Web-{CCBB9724-357F-7E9D-CF73-C751E005850A}" dt="2024-09-03T16:56:03.782" v="0"/>
          <pc:sldLayoutMkLst>
            <pc:docMk/>
            <pc:sldMasterMk cId="2460954070" sldId="2147483660"/>
            <pc:sldLayoutMk cId="2385387890" sldId="2147483661"/>
          </pc:sldLayoutMkLst>
        </pc:sldLayoutChg>
        <pc:sldLayoutChg chg="del">
          <pc:chgData name="Abdul.Ashwood" userId="S::abdul.ashwood@target.com::d776ecbd-7ab3-40e5-835d-1e928a2d273b" providerId="AD" clId="Web-{CCBB9724-357F-7E9D-CF73-C751E005850A}" dt="2024-09-03T16:56:03.782" v="0"/>
          <pc:sldLayoutMkLst>
            <pc:docMk/>
            <pc:sldMasterMk cId="2460954070" sldId="2147483660"/>
            <pc:sldLayoutMk cId="949138452" sldId="2147483662"/>
          </pc:sldLayoutMkLst>
        </pc:sldLayoutChg>
        <pc:sldLayoutChg chg="del">
          <pc:chgData name="Abdul.Ashwood" userId="S::abdul.ashwood@target.com::d776ecbd-7ab3-40e5-835d-1e928a2d273b" providerId="AD" clId="Web-{CCBB9724-357F-7E9D-CF73-C751E005850A}" dt="2024-09-03T16:56:03.782" v="0"/>
          <pc:sldLayoutMkLst>
            <pc:docMk/>
            <pc:sldMasterMk cId="2460954070" sldId="2147483660"/>
            <pc:sldLayoutMk cId="2591524520" sldId="2147483663"/>
          </pc:sldLayoutMkLst>
        </pc:sldLayoutChg>
        <pc:sldLayoutChg chg="del">
          <pc:chgData name="Abdul.Ashwood" userId="S::abdul.ashwood@target.com::d776ecbd-7ab3-40e5-835d-1e928a2d273b" providerId="AD" clId="Web-{CCBB9724-357F-7E9D-CF73-C751E005850A}" dt="2024-09-03T16:56:03.782" v="0"/>
          <pc:sldLayoutMkLst>
            <pc:docMk/>
            <pc:sldMasterMk cId="2460954070" sldId="2147483660"/>
            <pc:sldLayoutMk cId="1203092039" sldId="2147483664"/>
          </pc:sldLayoutMkLst>
        </pc:sldLayoutChg>
        <pc:sldLayoutChg chg="del">
          <pc:chgData name="Abdul.Ashwood" userId="S::abdul.ashwood@target.com::d776ecbd-7ab3-40e5-835d-1e928a2d273b" providerId="AD" clId="Web-{CCBB9724-357F-7E9D-CF73-C751E005850A}" dt="2024-09-03T16:56:03.782" v="0"/>
          <pc:sldLayoutMkLst>
            <pc:docMk/>
            <pc:sldMasterMk cId="2460954070" sldId="2147483660"/>
            <pc:sldLayoutMk cId="3733172339" sldId="2147483665"/>
          </pc:sldLayoutMkLst>
        </pc:sldLayoutChg>
        <pc:sldLayoutChg chg="del">
          <pc:chgData name="Abdul.Ashwood" userId="S::abdul.ashwood@target.com::d776ecbd-7ab3-40e5-835d-1e928a2d273b" providerId="AD" clId="Web-{CCBB9724-357F-7E9D-CF73-C751E005850A}" dt="2024-09-03T16:56:03.782" v="0"/>
          <pc:sldLayoutMkLst>
            <pc:docMk/>
            <pc:sldMasterMk cId="2460954070" sldId="2147483660"/>
            <pc:sldLayoutMk cId="3210312558" sldId="2147483666"/>
          </pc:sldLayoutMkLst>
        </pc:sldLayoutChg>
        <pc:sldLayoutChg chg="del">
          <pc:chgData name="Abdul.Ashwood" userId="S::abdul.ashwood@target.com::d776ecbd-7ab3-40e5-835d-1e928a2d273b" providerId="AD" clId="Web-{CCBB9724-357F-7E9D-CF73-C751E005850A}" dt="2024-09-03T16:56:03.782" v="0"/>
          <pc:sldLayoutMkLst>
            <pc:docMk/>
            <pc:sldMasterMk cId="2460954070" sldId="2147483660"/>
            <pc:sldLayoutMk cId="3146388984" sldId="2147483667"/>
          </pc:sldLayoutMkLst>
        </pc:sldLayoutChg>
        <pc:sldLayoutChg chg="del">
          <pc:chgData name="Abdul.Ashwood" userId="S::abdul.ashwood@target.com::d776ecbd-7ab3-40e5-835d-1e928a2d273b" providerId="AD" clId="Web-{CCBB9724-357F-7E9D-CF73-C751E005850A}" dt="2024-09-03T16:56:03.782" v="0"/>
          <pc:sldLayoutMkLst>
            <pc:docMk/>
            <pc:sldMasterMk cId="2460954070" sldId="2147483660"/>
            <pc:sldLayoutMk cId="3171841454" sldId="2147483668"/>
          </pc:sldLayoutMkLst>
        </pc:sldLayoutChg>
        <pc:sldLayoutChg chg="del">
          <pc:chgData name="Abdul.Ashwood" userId="S::abdul.ashwood@target.com::d776ecbd-7ab3-40e5-835d-1e928a2d273b" providerId="AD" clId="Web-{CCBB9724-357F-7E9D-CF73-C751E005850A}" dt="2024-09-03T16:56:03.782" v="0"/>
          <pc:sldLayoutMkLst>
            <pc:docMk/>
            <pc:sldMasterMk cId="2460954070" sldId="2147483660"/>
            <pc:sldLayoutMk cId="1718958274" sldId="2147483669"/>
          </pc:sldLayoutMkLst>
        </pc:sldLayoutChg>
        <pc:sldLayoutChg chg="del">
          <pc:chgData name="Abdul.Ashwood" userId="S::abdul.ashwood@target.com::d776ecbd-7ab3-40e5-835d-1e928a2d273b" providerId="AD" clId="Web-{CCBB9724-357F-7E9D-CF73-C751E005850A}" dt="2024-09-03T16:56:03.782" v="0"/>
          <pc:sldLayoutMkLst>
            <pc:docMk/>
            <pc:sldMasterMk cId="2460954070" sldId="2147483660"/>
            <pc:sldLayoutMk cId="2202905451" sldId="2147483670"/>
          </pc:sldLayoutMkLst>
        </pc:sldLayoutChg>
        <pc:sldLayoutChg chg="del">
          <pc:chgData name="Abdul.Ashwood" userId="S::abdul.ashwood@target.com::d776ecbd-7ab3-40e5-835d-1e928a2d273b" providerId="AD" clId="Web-{CCBB9724-357F-7E9D-CF73-C751E005850A}" dt="2024-09-03T16:56:03.782" v="0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del addSldLayout delSldLayout modSldLayout">
        <pc:chgData name="Abdul.Ashwood" userId="S::abdul.ashwood@target.com::d776ecbd-7ab3-40e5-835d-1e928a2d273b" providerId="AD" clId="Web-{CCBB9724-357F-7E9D-CF73-C751E005850A}" dt="2024-09-03T16:56:04.891" v="1"/>
        <pc:sldMasterMkLst>
          <pc:docMk/>
          <pc:sldMasterMk cId="1713492180" sldId="2147483672"/>
        </pc:sldMasterMkLst>
        <pc:sldLayoutChg chg="add del mod replId">
          <pc:chgData name="Abdul.Ashwood" userId="S::abdul.ashwood@target.com::d776ecbd-7ab3-40e5-835d-1e928a2d273b" providerId="AD" clId="Web-{CCBB9724-357F-7E9D-CF73-C751E005850A}" dt="2024-09-03T16:56:04.891" v="1"/>
          <pc:sldLayoutMkLst>
            <pc:docMk/>
            <pc:sldMasterMk cId="1713492180" sldId="2147483672"/>
            <pc:sldLayoutMk cId="3032117152" sldId="2147483673"/>
          </pc:sldLayoutMkLst>
        </pc:sldLayoutChg>
        <pc:sldLayoutChg chg="add del mod replId">
          <pc:chgData name="Abdul.Ashwood" userId="S::abdul.ashwood@target.com::d776ecbd-7ab3-40e5-835d-1e928a2d273b" providerId="AD" clId="Web-{CCBB9724-357F-7E9D-CF73-C751E005850A}" dt="2024-09-03T16:56:04.891" v="1"/>
          <pc:sldLayoutMkLst>
            <pc:docMk/>
            <pc:sldMasterMk cId="1713492180" sldId="2147483672"/>
            <pc:sldLayoutMk cId="1053169335" sldId="2147483674"/>
          </pc:sldLayoutMkLst>
        </pc:sldLayoutChg>
        <pc:sldLayoutChg chg="add del mod replId">
          <pc:chgData name="Abdul.Ashwood" userId="S::abdul.ashwood@target.com::d776ecbd-7ab3-40e5-835d-1e928a2d273b" providerId="AD" clId="Web-{CCBB9724-357F-7E9D-CF73-C751E005850A}" dt="2024-09-03T16:56:04.891" v="1"/>
          <pc:sldLayoutMkLst>
            <pc:docMk/>
            <pc:sldMasterMk cId="1713492180" sldId="2147483672"/>
            <pc:sldLayoutMk cId="2121870590" sldId="2147483675"/>
          </pc:sldLayoutMkLst>
        </pc:sldLayoutChg>
        <pc:sldLayoutChg chg="add del mod replId">
          <pc:chgData name="Abdul.Ashwood" userId="S::abdul.ashwood@target.com::d776ecbd-7ab3-40e5-835d-1e928a2d273b" providerId="AD" clId="Web-{CCBB9724-357F-7E9D-CF73-C751E005850A}" dt="2024-09-03T16:56:04.891" v="1"/>
          <pc:sldLayoutMkLst>
            <pc:docMk/>
            <pc:sldMasterMk cId="1713492180" sldId="2147483672"/>
            <pc:sldLayoutMk cId="1013207795" sldId="2147483676"/>
          </pc:sldLayoutMkLst>
        </pc:sldLayoutChg>
        <pc:sldLayoutChg chg="add del mod replId">
          <pc:chgData name="Abdul.Ashwood" userId="S::abdul.ashwood@target.com::d776ecbd-7ab3-40e5-835d-1e928a2d273b" providerId="AD" clId="Web-{CCBB9724-357F-7E9D-CF73-C751E005850A}" dt="2024-09-03T16:56:04.891" v="1"/>
          <pc:sldLayoutMkLst>
            <pc:docMk/>
            <pc:sldMasterMk cId="1713492180" sldId="2147483672"/>
            <pc:sldLayoutMk cId="1483539660" sldId="2147483677"/>
          </pc:sldLayoutMkLst>
        </pc:sldLayoutChg>
        <pc:sldLayoutChg chg="add del mod replId">
          <pc:chgData name="Abdul.Ashwood" userId="S::abdul.ashwood@target.com::d776ecbd-7ab3-40e5-835d-1e928a2d273b" providerId="AD" clId="Web-{CCBB9724-357F-7E9D-CF73-C751E005850A}" dt="2024-09-03T16:56:04.891" v="1"/>
          <pc:sldLayoutMkLst>
            <pc:docMk/>
            <pc:sldMasterMk cId="1713492180" sldId="2147483672"/>
            <pc:sldLayoutMk cId="103999349" sldId="2147483678"/>
          </pc:sldLayoutMkLst>
        </pc:sldLayoutChg>
        <pc:sldLayoutChg chg="add del mod replId">
          <pc:chgData name="Abdul.Ashwood" userId="S::abdul.ashwood@target.com::d776ecbd-7ab3-40e5-835d-1e928a2d273b" providerId="AD" clId="Web-{CCBB9724-357F-7E9D-CF73-C751E005850A}" dt="2024-09-03T16:56:04.891" v="1"/>
          <pc:sldLayoutMkLst>
            <pc:docMk/>
            <pc:sldMasterMk cId="1713492180" sldId="2147483672"/>
            <pc:sldLayoutMk cId="1852392603" sldId="2147483679"/>
          </pc:sldLayoutMkLst>
        </pc:sldLayoutChg>
        <pc:sldLayoutChg chg="add del mod replId">
          <pc:chgData name="Abdul.Ashwood" userId="S::abdul.ashwood@target.com::d776ecbd-7ab3-40e5-835d-1e928a2d273b" providerId="AD" clId="Web-{CCBB9724-357F-7E9D-CF73-C751E005850A}" dt="2024-09-03T16:56:04.891" v="1"/>
          <pc:sldLayoutMkLst>
            <pc:docMk/>
            <pc:sldMasterMk cId="1713492180" sldId="2147483672"/>
            <pc:sldLayoutMk cId="3267235552" sldId="2147483680"/>
          </pc:sldLayoutMkLst>
        </pc:sldLayoutChg>
        <pc:sldLayoutChg chg="add del mod replId">
          <pc:chgData name="Abdul.Ashwood" userId="S::abdul.ashwood@target.com::d776ecbd-7ab3-40e5-835d-1e928a2d273b" providerId="AD" clId="Web-{CCBB9724-357F-7E9D-CF73-C751E005850A}" dt="2024-09-03T16:56:04.891" v="1"/>
          <pc:sldLayoutMkLst>
            <pc:docMk/>
            <pc:sldMasterMk cId="1713492180" sldId="2147483672"/>
            <pc:sldLayoutMk cId="1253502897" sldId="2147483681"/>
          </pc:sldLayoutMkLst>
        </pc:sldLayoutChg>
        <pc:sldLayoutChg chg="add del mod replId">
          <pc:chgData name="Abdul.Ashwood" userId="S::abdul.ashwood@target.com::d776ecbd-7ab3-40e5-835d-1e928a2d273b" providerId="AD" clId="Web-{CCBB9724-357F-7E9D-CF73-C751E005850A}" dt="2024-09-03T16:56:04.891" v="1"/>
          <pc:sldLayoutMkLst>
            <pc:docMk/>
            <pc:sldMasterMk cId="1713492180" sldId="2147483672"/>
            <pc:sldLayoutMk cId="3542629364" sldId="2147483682"/>
          </pc:sldLayoutMkLst>
        </pc:sldLayoutChg>
        <pc:sldLayoutChg chg="add del mod replId">
          <pc:chgData name="Abdul.Ashwood" userId="S::abdul.ashwood@target.com::d776ecbd-7ab3-40e5-835d-1e928a2d273b" providerId="AD" clId="Web-{CCBB9724-357F-7E9D-CF73-C751E005850A}" dt="2024-09-03T16:56:04.891" v="1"/>
          <pc:sldLayoutMkLst>
            <pc:docMk/>
            <pc:sldMasterMk cId="1713492180" sldId="2147483672"/>
            <pc:sldLayoutMk cId="2779106099" sldId="2147483683"/>
          </pc:sldLayoutMkLst>
        </pc:sldLayoutChg>
      </pc:sldMasterChg>
      <pc:sldMasterChg chg="add del addSldLayout delSldLayout modSldLayout">
        <pc:chgData name="Abdul.Ashwood" userId="S::abdul.ashwood@target.com::d776ecbd-7ab3-40e5-835d-1e928a2d273b" providerId="AD" clId="Web-{CCBB9724-357F-7E9D-CF73-C751E005850A}" dt="2024-09-03T16:56:06.001" v="2"/>
        <pc:sldMasterMkLst>
          <pc:docMk/>
          <pc:sldMasterMk cId="3209169794" sldId="2147483684"/>
        </pc:sldMasterMkLst>
        <pc:sldLayoutChg chg="add del mod replId">
          <pc:chgData name="Abdul.Ashwood" userId="S::abdul.ashwood@target.com::d776ecbd-7ab3-40e5-835d-1e928a2d273b" providerId="AD" clId="Web-{CCBB9724-357F-7E9D-CF73-C751E005850A}" dt="2024-09-03T16:56:06.001" v="2"/>
          <pc:sldLayoutMkLst>
            <pc:docMk/>
            <pc:sldMasterMk cId="3209169794" sldId="2147483684"/>
            <pc:sldLayoutMk cId="2859487309" sldId="2147483685"/>
          </pc:sldLayoutMkLst>
        </pc:sldLayoutChg>
        <pc:sldLayoutChg chg="add del mod replId">
          <pc:chgData name="Abdul.Ashwood" userId="S::abdul.ashwood@target.com::d776ecbd-7ab3-40e5-835d-1e928a2d273b" providerId="AD" clId="Web-{CCBB9724-357F-7E9D-CF73-C751E005850A}" dt="2024-09-03T16:56:06.001" v="2"/>
          <pc:sldLayoutMkLst>
            <pc:docMk/>
            <pc:sldMasterMk cId="3209169794" sldId="2147483684"/>
            <pc:sldLayoutMk cId="1677158536" sldId="2147483686"/>
          </pc:sldLayoutMkLst>
        </pc:sldLayoutChg>
        <pc:sldLayoutChg chg="add del mod replId">
          <pc:chgData name="Abdul.Ashwood" userId="S::abdul.ashwood@target.com::d776ecbd-7ab3-40e5-835d-1e928a2d273b" providerId="AD" clId="Web-{CCBB9724-357F-7E9D-CF73-C751E005850A}" dt="2024-09-03T16:56:06.001" v="2"/>
          <pc:sldLayoutMkLst>
            <pc:docMk/>
            <pc:sldMasterMk cId="3209169794" sldId="2147483684"/>
            <pc:sldLayoutMk cId="3488446097" sldId="2147483687"/>
          </pc:sldLayoutMkLst>
        </pc:sldLayoutChg>
        <pc:sldLayoutChg chg="add del mod replId">
          <pc:chgData name="Abdul.Ashwood" userId="S::abdul.ashwood@target.com::d776ecbd-7ab3-40e5-835d-1e928a2d273b" providerId="AD" clId="Web-{CCBB9724-357F-7E9D-CF73-C751E005850A}" dt="2024-09-03T16:56:06.001" v="2"/>
          <pc:sldLayoutMkLst>
            <pc:docMk/>
            <pc:sldMasterMk cId="3209169794" sldId="2147483684"/>
            <pc:sldLayoutMk cId="823666559" sldId="2147483688"/>
          </pc:sldLayoutMkLst>
        </pc:sldLayoutChg>
        <pc:sldLayoutChg chg="add del mod replId">
          <pc:chgData name="Abdul.Ashwood" userId="S::abdul.ashwood@target.com::d776ecbd-7ab3-40e5-835d-1e928a2d273b" providerId="AD" clId="Web-{CCBB9724-357F-7E9D-CF73-C751E005850A}" dt="2024-09-03T16:56:06.001" v="2"/>
          <pc:sldLayoutMkLst>
            <pc:docMk/>
            <pc:sldMasterMk cId="3209169794" sldId="2147483684"/>
            <pc:sldLayoutMk cId="2271804897" sldId="2147483689"/>
          </pc:sldLayoutMkLst>
        </pc:sldLayoutChg>
        <pc:sldLayoutChg chg="add del mod replId">
          <pc:chgData name="Abdul.Ashwood" userId="S::abdul.ashwood@target.com::d776ecbd-7ab3-40e5-835d-1e928a2d273b" providerId="AD" clId="Web-{CCBB9724-357F-7E9D-CF73-C751E005850A}" dt="2024-09-03T16:56:06.001" v="2"/>
          <pc:sldLayoutMkLst>
            <pc:docMk/>
            <pc:sldMasterMk cId="3209169794" sldId="2147483684"/>
            <pc:sldLayoutMk cId="204571704" sldId="2147483690"/>
          </pc:sldLayoutMkLst>
        </pc:sldLayoutChg>
        <pc:sldLayoutChg chg="add del mod replId">
          <pc:chgData name="Abdul.Ashwood" userId="S::abdul.ashwood@target.com::d776ecbd-7ab3-40e5-835d-1e928a2d273b" providerId="AD" clId="Web-{CCBB9724-357F-7E9D-CF73-C751E005850A}" dt="2024-09-03T16:56:06.001" v="2"/>
          <pc:sldLayoutMkLst>
            <pc:docMk/>
            <pc:sldMasterMk cId="3209169794" sldId="2147483684"/>
            <pc:sldLayoutMk cId="2902690178" sldId="2147483691"/>
          </pc:sldLayoutMkLst>
        </pc:sldLayoutChg>
        <pc:sldLayoutChg chg="add del mod replId">
          <pc:chgData name="Abdul.Ashwood" userId="S::abdul.ashwood@target.com::d776ecbd-7ab3-40e5-835d-1e928a2d273b" providerId="AD" clId="Web-{CCBB9724-357F-7E9D-CF73-C751E005850A}" dt="2024-09-03T16:56:06.001" v="2"/>
          <pc:sldLayoutMkLst>
            <pc:docMk/>
            <pc:sldMasterMk cId="3209169794" sldId="2147483684"/>
            <pc:sldLayoutMk cId="2305949290" sldId="2147483692"/>
          </pc:sldLayoutMkLst>
        </pc:sldLayoutChg>
        <pc:sldLayoutChg chg="add del mod replId">
          <pc:chgData name="Abdul.Ashwood" userId="S::abdul.ashwood@target.com::d776ecbd-7ab3-40e5-835d-1e928a2d273b" providerId="AD" clId="Web-{CCBB9724-357F-7E9D-CF73-C751E005850A}" dt="2024-09-03T16:56:06.001" v="2"/>
          <pc:sldLayoutMkLst>
            <pc:docMk/>
            <pc:sldMasterMk cId="3209169794" sldId="2147483684"/>
            <pc:sldLayoutMk cId="2731127579" sldId="2147483693"/>
          </pc:sldLayoutMkLst>
        </pc:sldLayoutChg>
        <pc:sldLayoutChg chg="add del mod replId">
          <pc:chgData name="Abdul.Ashwood" userId="S::abdul.ashwood@target.com::d776ecbd-7ab3-40e5-835d-1e928a2d273b" providerId="AD" clId="Web-{CCBB9724-357F-7E9D-CF73-C751E005850A}" dt="2024-09-03T16:56:06.001" v="2"/>
          <pc:sldLayoutMkLst>
            <pc:docMk/>
            <pc:sldMasterMk cId="3209169794" sldId="2147483684"/>
            <pc:sldLayoutMk cId="814538716" sldId="2147483694"/>
          </pc:sldLayoutMkLst>
        </pc:sldLayoutChg>
        <pc:sldLayoutChg chg="add del mod replId">
          <pc:chgData name="Abdul.Ashwood" userId="S::abdul.ashwood@target.com::d776ecbd-7ab3-40e5-835d-1e928a2d273b" providerId="AD" clId="Web-{CCBB9724-357F-7E9D-CF73-C751E005850A}" dt="2024-09-03T16:56:06.001" v="2"/>
          <pc:sldLayoutMkLst>
            <pc:docMk/>
            <pc:sldMasterMk cId="3209169794" sldId="2147483684"/>
            <pc:sldLayoutMk cId="2570830030" sldId="2147483695"/>
          </pc:sldLayoutMkLst>
        </pc:sldLayoutChg>
      </pc:sldMasterChg>
      <pc:sldMasterChg chg="add del addSldLayout delSldLayout modSldLayout">
        <pc:chgData name="Abdul.Ashwood" userId="S::abdul.ashwood@target.com::d776ecbd-7ab3-40e5-835d-1e928a2d273b" providerId="AD" clId="Web-{CCBB9724-357F-7E9D-CF73-C751E005850A}" dt="2024-09-03T16:56:12.095" v="3"/>
        <pc:sldMasterMkLst>
          <pc:docMk/>
          <pc:sldMasterMk cId="3027634518" sldId="2147483696"/>
        </pc:sldMasterMkLst>
        <pc:sldLayoutChg chg="add del mod replId">
          <pc:chgData name="Abdul.Ashwood" userId="S::abdul.ashwood@target.com::d776ecbd-7ab3-40e5-835d-1e928a2d273b" providerId="AD" clId="Web-{CCBB9724-357F-7E9D-CF73-C751E005850A}" dt="2024-09-03T16:56:12.095" v="3"/>
          <pc:sldLayoutMkLst>
            <pc:docMk/>
            <pc:sldMasterMk cId="3027634518" sldId="2147483696"/>
            <pc:sldLayoutMk cId="297648905" sldId="2147483697"/>
          </pc:sldLayoutMkLst>
        </pc:sldLayoutChg>
        <pc:sldLayoutChg chg="add del mod replId">
          <pc:chgData name="Abdul.Ashwood" userId="S::abdul.ashwood@target.com::d776ecbd-7ab3-40e5-835d-1e928a2d273b" providerId="AD" clId="Web-{CCBB9724-357F-7E9D-CF73-C751E005850A}" dt="2024-09-03T16:56:12.095" v="3"/>
          <pc:sldLayoutMkLst>
            <pc:docMk/>
            <pc:sldMasterMk cId="3027634518" sldId="2147483696"/>
            <pc:sldLayoutMk cId="1681376616" sldId="2147483698"/>
          </pc:sldLayoutMkLst>
        </pc:sldLayoutChg>
        <pc:sldLayoutChg chg="add del mod replId">
          <pc:chgData name="Abdul.Ashwood" userId="S::abdul.ashwood@target.com::d776ecbd-7ab3-40e5-835d-1e928a2d273b" providerId="AD" clId="Web-{CCBB9724-357F-7E9D-CF73-C751E005850A}" dt="2024-09-03T16:56:12.095" v="3"/>
          <pc:sldLayoutMkLst>
            <pc:docMk/>
            <pc:sldMasterMk cId="3027634518" sldId="2147483696"/>
            <pc:sldLayoutMk cId="1454124582" sldId="2147483699"/>
          </pc:sldLayoutMkLst>
        </pc:sldLayoutChg>
        <pc:sldLayoutChg chg="add del mod replId">
          <pc:chgData name="Abdul.Ashwood" userId="S::abdul.ashwood@target.com::d776ecbd-7ab3-40e5-835d-1e928a2d273b" providerId="AD" clId="Web-{CCBB9724-357F-7E9D-CF73-C751E005850A}" dt="2024-09-03T16:56:12.095" v="3"/>
          <pc:sldLayoutMkLst>
            <pc:docMk/>
            <pc:sldMasterMk cId="3027634518" sldId="2147483696"/>
            <pc:sldLayoutMk cId="1372571250" sldId="2147483700"/>
          </pc:sldLayoutMkLst>
        </pc:sldLayoutChg>
        <pc:sldLayoutChg chg="add del mod replId">
          <pc:chgData name="Abdul.Ashwood" userId="S::abdul.ashwood@target.com::d776ecbd-7ab3-40e5-835d-1e928a2d273b" providerId="AD" clId="Web-{CCBB9724-357F-7E9D-CF73-C751E005850A}" dt="2024-09-03T16:56:12.095" v="3"/>
          <pc:sldLayoutMkLst>
            <pc:docMk/>
            <pc:sldMasterMk cId="3027634518" sldId="2147483696"/>
            <pc:sldLayoutMk cId="3976673027" sldId="2147483701"/>
          </pc:sldLayoutMkLst>
        </pc:sldLayoutChg>
        <pc:sldLayoutChg chg="add del mod replId">
          <pc:chgData name="Abdul.Ashwood" userId="S::abdul.ashwood@target.com::d776ecbd-7ab3-40e5-835d-1e928a2d273b" providerId="AD" clId="Web-{CCBB9724-357F-7E9D-CF73-C751E005850A}" dt="2024-09-03T16:56:12.095" v="3"/>
          <pc:sldLayoutMkLst>
            <pc:docMk/>
            <pc:sldMasterMk cId="3027634518" sldId="2147483696"/>
            <pc:sldLayoutMk cId="4013359970" sldId="2147483702"/>
          </pc:sldLayoutMkLst>
        </pc:sldLayoutChg>
        <pc:sldLayoutChg chg="add del mod replId">
          <pc:chgData name="Abdul.Ashwood" userId="S::abdul.ashwood@target.com::d776ecbd-7ab3-40e5-835d-1e928a2d273b" providerId="AD" clId="Web-{CCBB9724-357F-7E9D-CF73-C751E005850A}" dt="2024-09-03T16:56:12.095" v="3"/>
          <pc:sldLayoutMkLst>
            <pc:docMk/>
            <pc:sldMasterMk cId="3027634518" sldId="2147483696"/>
            <pc:sldLayoutMk cId="2926036849" sldId="2147483703"/>
          </pc:sldLayoutMkLst>
        </pc:sldLayoutChg>
        <pc:sldLayoutChg chg="add del mod replId">
          <pc:chgData name="Abdul.Ashwood" userId="S::abdul.ashwood@target.com::d776ecbd-7ab3-40e5-835d-1e928a2d273b" providerId="AD" clId="Web-{CCBB9724-357F-7E9D-CF73-C751E005850A}" dt="2024-09-03T16:56:12.095" v="3"/>
          <pc:sldLayoutMkLst>
            <pc:docMk/>
            <pc:sldMasterMk cId="3027634518" sldId="2147483696"/>
            <pc:sldLayoutMk cId="2012146681" sldId="2147483704"/>
          </pc:sldLayoutMkLst>
        </pc:sldLayoutChg>
        <pc:sldLayoutChg chg="add del mod replId">
          <pc:chgData name="Abdul.Ashwood" userId="S::abdul.ashwood@target.com::d776ecbd-7ab3-40e5-835d-1e928a2d273b" providerId="AD" clId="Web-{CCBB9724-357F-7E9D-CF73-C751E005850A}" dt="2024-09-03T16:56:12.095" v="3"/>
          <pc:sldLayoutMkLst>
            <pc:docMk/>
            <pc:sldMasterMk cId="3027634518" sldId="2147483696"/>
            <pc:sldLayoutMk cId="2113203463" sldId="2147483705"/>
          </pc:sldLayoutMkLst>
        </pc:sldLayoutChg>
        <pc:sldLayoutChg chg="add del mod replId">
          <pc:chgData name="Abdul.Ashwood" userId="S::abdul.ashwood@target.com::d776ecbd-7ab3-40e5-835d-1e928a2d273b" providerId="AD" clId="Web-{CCBB9724-357F-7E9D-CF73-C751E005850A}" dt="2024-09-03T16:56:12.095" v="3"/>
          <pc:sldLayoutMkLst>
            <pc:docMk/>
            <pc:sldMasterMk cId="3027634518" sldId="2147483696"/>
            <pc:sldLayoutMk cId="1419750587" sldId="2147483706"/>
          </pc:sldLayoutMkLst>
        </pc:sldLayoutChg>
        <pc:sldLayoutChg chg="add del mod replId">
          <pc:chgData name="Abdul.Ashwood" userId="S::abdul.ashwood@target.com::d776ecbd-7ab3-40e5-835d-1e928a2d273b" providerId="AD" clId="Web-{CCBB9724-357F-7E9D-CF73-C751E005850A}" dt="2024-09-03T16:56:12.095" v="3"/>
          <pc:sldLayoutMkLst>
            <pc:docMk/>
            <pc:sldMasterMk cId="3027634518" sldId="2147483696"/>
            <pc:sldLayoutMk cId="3227295233" sldId="2147483707"/>
          </pc:sldLayoutMkLst>
        </pc:sldLayoutChg>
      </pc:sldMasterChg>
      <pc:sldMasterChg chg="add del addSldLayout delSldLayout modSldLayout">
        <pc:chgData name="Abdul.Ashwood" userId="S::abdul.ashwood@target.com::d776ecbd-7ab3-40e5-835d-1e928a2d273b" providerId="AD" clId="Web-{CCBB9724-357F-7E9D-CF73-C751E005850A}" dt="2024-09-03T16:56:13.157" v="4"/>
        <pc:sldMasterMkLst>
          <pc:docMk/>
          <pc:sldMasterMk cId="2007327010" sldId="2147483708"/>
        </pc:sldMasterMkLst>
        <pc:sldLayoutChg chg="add del mod replId">
          <pc:chgData name="Abdul.Ashwood" userId="S::abdul.ashwood@target.com::d776ecbd-7ab3-40e5-835d-1e928a2d273b" providerId="AD" clId="Web-{CCBB9724-357F-7E9D-CF73-C751E005850A}" dt="2024-09-03T16:56:13.157" v="4"/>
          <pc:sldLayoutMkLst>
            <pc:docMk/>
            <pc:sldMasterMk cId="2007327010" sldId="2147483708"/>
            <pc:sldLayoutMk cId="1723247971" sldId="2147483709"/>
          </pc:sldLayoutMkLst>
        </pc:sldLayoutChg>
        <pc:sldLayoutChg chg="add del mod replId">
          <pc:chgData name="Abdul.Ashwood" userId="S::abdul.ashwood@target.com::d776ecbd-7ab3-40e5-835d-1e928a2d273b" providerId="AD" clId="Web-{CCBB9724-357F-7E9D-CF73-C751E005850A}" dt="2024-09-03T16:56:13.157" v="4"/>
          <pc:sldLayoutMkLst>
            <pc:docMk/>
            <pc:sldMasterMk cId="2007327010" sldId="2147483708"/>
            <pc:sldLayoutMk cId="2449328764" sldId="2147483710"/>
          </pc:sldLayoutMkLst>
        </pc:sldLayoutChg>
        <pc:sldLayoutChg chg="add del mod replId">
          <pc:chgData name="Abdul.Ashwood" userId="S::abdul.ashwood@target.com::d776ecbd-7ab3-40e5-835d-1e928a2d273b" providerId="AD" clId="Web-{CCBB9724-357F-7E9D-CF73-C751E005850A}" dt="2024-09-03T16:56:13.157" v="4"/>
          <pc:sldLayoutMkLst>
            <pc:docMk/>
            <pc:sldMasterMk cId="2007327010" sldId="2147483708"/>
            <pc:sldLayoutMk cId="2559435875" sldId="2147483711"/>
          </pc:sldLayoutMkLst>
        </pc:sldLayoutChg>
        <pc:sldLayoutChg chg="add del mod replId">
          <pc:chgData name="Abdul.Ashwood" userId="S::abdul.ashwood@target.com::d776ecbd-7ab3-40e5-835d-1e928a2d273b" providerId="AD" clId="Web-{CCBB9724-357F-7E9D-CF73-C751E005850A}" dt="2024-09-03T16:56:13.157" v="4"/>
          <pc:sldLayoutMkLst>
            <pc:docMk/>
            <pc:sldMasterMk cId="2007327010" sldId="2147483708"/>
            <pc:sldLayoutMk cId="3512743703" sldId="2147483712"/>
          </pc:sldLayoutMkLst>
        </pc:sldLayoutChg>
        <pc:sldLayoutChg chg="add del mod replId">
          <pc:chgData name="Abdul.Ashwood" userId="S::abdul.ashwood@target.com::d776ecbd-7ab3-40e5-835d-1e928a2d273b" providerId="AD" clId="Web-{CCBB9724-357F-7E9D-CF73-C751E005850A}" dt="2024-09-03T16:56:13.157" v="4"/>
          <pc:sldLayoutMkLst>
            <pc:docMk/>
            <pc:sldMasterMk cId="2007327010" sldId="2147483708"/>
            <pc:sldLayoutMk cId="3505091045" sldId="2147483713"/>
          </pc:sldLayoutMkLst>
        </pc:sldLayoutChg>
        <pc:sldLayoutChg chg="add del mod replId">
          <pc:chgData name="Abdul.Ashwood" userId="S::abdul.ashwood@target.com::d776ecbd-7ab3-40e5-835d-1e928a2d273b" providerId="AD" clId="Web-{CCBB9724-357F-7E9D-CF73-C751E005850A}" dt="2024-09-03T16:56:13.157" v="4"/>
          <pc:sldLayoutMkLst>
            <pc:docMk/>
            <pc:sldMasterMk cId="2007327010" sldId="2147483708"/>
            <pc:sldLayoutMk cId="2814874986" sldId="2147483714"/>
          </pc:sldLayoutMkLst>
        </pc:sldLayoutChg>
        <pc:sldLayoutChg chg="add del mod replId">
          <pc:chgData name="Abdul.Ashwood" userId="S::abdul.ashwood@target.com::d776ecbd-7ab3-40e5-835d-1e928a2d273b" providerId="AD" clId="Web-{CCBB9724-357F-7E9D-CF73-C751E005850A}" dt="2024-09-03T16:56:13.157" v="4"/>
          <pc:sldLayoutMkLst>
            <pc:docMk/>
            <pc:sldMasterMk cId="2007327010" sldId="2147483708"/>
            <pc:sldLayoutMk cId="2050803846" sldId="2147483715"/>
          </pc:sldLayoutMkLst>
        </pc:sldLayoutChg>
        <pc:sldLayoutChg chg="add del mod replId">
          <pc:chgData name="Abdul.Ashwood" userId="S::abdul.ashwood@target.com::d776ecbd-7ab3-40e5-835d-1e928a2d273b" providerId="AD" clId="Web-{CCBB9724-357F-7E9D-CF73-C751E005850A}" dt="2024-09-03T16:56:13.157" v="4"/>
          <pc:sldLayoutMkLst>
            <pc:docMk/>
            <pc:sldMasterMk cId="2007327010" sldId="2147483708"/>
            <pc:sldLayoutMk cId="3011958674" sldId="2147483716"/>
          </pc:sldLayoutMkLst>
        </pc:sldLayoutChg>
        <pc:sldLayoutChg chg="add del mod replId">
          <pc:chgData name="Abdul.Ashwood" userId="S::abdul.ashwood@target.com::d776ecbd-7ab3-40e5-835d-1e928a2d273b" providerId="AD" clId="Web-{CCBB9724-357F-7E9D-CF73-C751E005850A}" dt="2024-09-03T16:56:13.157" v="4"/>
          <pc:sldLayoutMkLst>
            <pc:docMk/>
            <pc:sldMasterMk cId="2007327010" sldId="2147483708"/>
            <pc:sldLayoutMk cId="802754053" sldId="2147483717"/>
          </pc:sldLayoutMkLst>
        </pc:sldLayoutChg>
        <pc:sldLayoutChg chg="add del mod replId">
          <pc:chgData name="Abdul.Ashwood" userId="S::abdul.ashwood@target.com::d776ecbd-7ab3-40e5-835d-1e928a2d273b" providerId="AD" clId="Web-{CCBB9724-357F-7E9D-CF73-C751E005850A}" dt="2024-09-03T16:56:13.157" v="4"/>
          <pc:sldLayoutMkLst>
            <pc:docMk/>
            <pc:sldMasterMk cId="2007327010" sldId="2147483708"/>
            <pc:sldLayoutMk cId="758992716" sldId="2147483718"/>
          </pc:sldLayoutMkLst>
        </pc:sldLayoutChg>
        <pc:sldLayoutChg chg="add del mod replId">
          <pc:chgData name="Abdul.Ashwood" userId="S::abdul.ashwood@target.com::d776ecbd-7ab3-40e5-835d-1e928a2d273b" providerId="AD" clId="Web-{CCBB9724-357F-7E9D-CF73-C751E005850A}" dt="2024-09-03T16:56:13.157" v="4"/>
          <pc:sldLayoutMkLst>
            <pc:docMk/>
            <pc:sldMasterMk cId="2007327010" sldId="2147483708"/>
            <pc:sldLayoutMk cId="3945520274" sldId="2147483719"/>
          </pc:sldLayoutMkLst>
        </pc:sldLayoutChg>
      </pc:sldMasterChg>
      <pc:sldMasterChg chg="add del addSldLayout delSldLayout modSldLayout">
        <pc:chgData name="Abdul.Ashwood" userId="S::abdul.ashwood@target.com::d776ecbd-7ab3-40e5-835d-1e928a2d273b" providerId="AD" clId="Web-{CCBB9724-357F-7E9D-CF73-C751E005850A}" dt="2024-09-03T16:56:25.845" v="6"/>
        <pc:sldMasterMkLst>
          <pc:docMk/>
          <pc:sldMasterMk cId="2342193230" sldId="2147483720"/>
        </pc:sldMasterMkLst>
        <pc:sldLayoutChg chg="add del mod replId">
          <pc:chgData name="Abdul.Ashwood" userId="S::abdul.ashwood@target.com::d776ecbd-7ab3-40e5-835d-1e928a2d273b" providerId="AD" clId="Web-{CCBB9724-357F-7E9D-CF73-C751E005850A}" dt="2024-09-03T16:56:25.845" v="6"/>
          <pc:sldLayoutMkLst>
            <pc:docMk/>
            <pc:sldMasterMk cId="2342193230" sldId="2147483720"/>
            <pc:sldLayoutMk cId="4221510027" sldId="2147483721"/>
          </pc:sldLayoutMkLst>
        </pc:sldLayoutChg>
        <pc:sldLayoutChg chg="add del mod replId">
          <pc:chgData name="Abdul.Ashwood" userId="S::abdul.ashwood@target.com::d776ecbd-7ab3-40e5-835d-1e928a2d273b" providerId="AD" clId="Web-{CCBB9724-357F-7E9D-CF73-C751E005850A}" dt="2024-09-03T16:56:25.845" v="6"/>
          <pc:sldLayoutMkLst>
            <pc:docMk/>
            <pc:sldMasterMk cId="2342193230" sldId="2147483720"/>
            <pc:sldLayoutMk cId="1773069796" sldId="2147483722"/>
          </pc:sldLayoutMkLst>
        </pc:sldLayoutChg>
        <pc:sldLayoutChg chg="add del mod replId">
          <pc:chgData name="Abdul.Ashwood" userId="S::abdul.ashwood@target.com::d776ecbd-7ab3-40e5-835d-1e928a2d273b" providerId="AD" clId="Web-{CCBB9724-357F-7E9D-CF73-C751E005850A}" dt="2024-09-03T16:56:25.845" v="6"/>
          <pc:sldLayoutMkLst>
            <pc:docMk/>
            <pc:sldMasterMk cId="2342193230" sldId="2147483720"/>
            <pc:sldLayoutMk cId="1337777150" sldId="2147483723"/>
          </pc:sldLayoutMkLst>
        </pc:sldLayoutChg>
        <pc:sldLayoutChg chg="add del mod replId">
          <pc:chgData name="Abdul.Ashwood" userId="S::abdul.ashwood@target.com::d776ecbd-7ab3-40e5-835d-1e928a2d273b" providerId="AD" clId="Web-{CCBB9724-357F-7E9D-CF73-C751E005850A}" dt="2024-09-03T16:56:25.845" v="6"/>
          <pc:sldLayoutMkLst>
            <pc:docMk/>
            <pc:sldMasterMk cId="2342193230" sldId="2147483720"/>
            <pc:sldLayoutMk cId="3829234948" sldId="2147483724"/>
          </pc:sldLayoutMkLst>
        </pc:sldLayoutChg>
        <pc:sldLayoutChg chg="add del mod replId">
          <pc:chgData name="Abdul.Ashwood" userId="S::abdul.ashwood@target.com::d776ecbd-7ab3-40e5-835d-1e928a2d273b" providerId="AD" clId="Web-{CCBB9724-357F-7E9D-CF73-C751E005850A}" dt="2024-09-03T16:56:25.845" v="6"/>
          <pc:sldLayoutMkLst>
            <pc:docMk/>
            <pc:sldMasterMk cId="2342193230" sldId="2147483720"/>
            <pc:sldLayoutMk cId="1651626638" sldId="2147483725"/>
          </pc:sldLayoutMkLst>
        </pc:sldLayoutChg>
        <pc:sldLayoutChg chg="add del mod replId">
          <pc:chgData name="Abdul.Ashwood" userId="S::abdul.ashwood@target.com::d776ecbd-7ab3-40e5-835d-1e928a2d273b" providerId="AD" clId="Web-{CCBB9724-357F-7E9D-CF73-C751E005850A}" dt="2024-09-03T16:56:25.845" v="6"/>
          <pc:sldLayoutMkLst>
            <pc:docMk/>
            <pc:sldMasterMk cId="2342193230" sldId="2147483720"/>
            <pc:sldLayoutMk cId="837622546" sldId="2147483726"/>
          </pc:sldLayoutMkLst>
        </pc:sldLayoutChg>
        <pc:sldLayoutChg chg="add del mod replId">
          <pc:chgData name="Abdul.Ashwood" userId="S::abdul.ashwood@target.com::d776ecbd-7ab3-40e5-835d-1e928a2d273b" providerId="AD" clId="Web-{CCBB9724-357F-7E9D-CF73-C751E005850A}" dt="2024-09-03T16:56:25.845" v="6"/>
          <pc:sldLayoutMkLst>
            <pc:docMk/>
            <pc:sldMasterMk cId="2342193230" sldId="2147483720"/>
            <pc:sldLayoutMk cId="2859194570" sldId="2147483727"/>
          </pc:sldLayoutMkLst>
        </pc:sldLayoutChg>
        <pc:sldLayoutChg chg="add del mod replId">
          <pc:chgData name="Abdul.Ashwood" userId="S::abdul.ashwood@target.com::d776ecbd-7ab3-40e5-835d-1e928a2d273b" providerId="AD" clId="Web-{CCBB9724-357F-7E9D-CF73-C751E005850A}" dt="2024-09-03T16:56:25.845" v="6"/>
          <pc:sldLayoutMkLst>
            <pc:docMk/>
            <pc:sldMasterMk cId="2342193230" sldId="2147483720"/>
            <pc:sldLayoutMk cId="2702679836" sldId="2147483728"/>
          </pc:sldLayoutMkLst>
        </pc:sldLayoutChg>
        <pc:sldLayoutChg chg="add del mod replId">
          <pc:chgData name="Abdul.Ashwood" userId="S::abdul.ashwood@target.com::d776ecbd-7ab3-40e5-835d-1e928a2d273b" providerId="AD" clId="Web-{CCBB9724-357F-7E9D-CF73-C751E005850A}" dt="2024-09-03T16:56:25.845" v="6"/>
          <pc:sldLayoutMkLst>
            <pc:docMk/>
            <pc:sldMasterMk cId="2342193230" sldId="2147483720"/>
            <pc:sldLayoutMk cId="3479579926" sldId="2147483729"/>
          </pc:sldLayoutMkLst>
        </pc:sldLayoutChg>
        <pc:sldLayoutChg chg="add del mod replId">
          <pc:chgData name="Abdul.Ashwood" userId="S::abdul.ashwood@target.com::d776ecbd-7ab3-40e5-835d-1e928a2d273b" providerId="AD" clId="Web-{CCBB9724-357F-7E9D-CF73-C751E005850A}" dt="2024-09-03T16:56:25.845" v="6"/>
          <pc:sldLayoutMkLst>
            <pc:docMk/>
            <pc:sldMasterMk cId="2342193230" sldId="2147483720"/>
            <pc:sldLayoutMk cId="727554467" sldId="2147483730"/>
          </pc:sldLayoutMkLst>
        </pc:sldLayoutChg>
        <pc:sldLayoutChg chg="add del mod replId">
          <pc:chgData name="Abdul.Ashwood" userId="S::abdul.ashwood@target.com::d776ecbd-7ab3-40e5-835d-1e928a2d273b" providerId="AD" clId="Web-{CCBB9724-357F-7E9D-CF73-C751E005850A}" dt="2024-09-03T16:56:25.845" v="6"/>
          <pc:sldLayoutMkLst>
            <pc:docMk/>
            <pc:sldMasterMk cId="2342193230" sldId="2147483720"/>
            <pc:sldLayoutMk cId="3650680536" sldId="2147483731"/>
          </pc:sldLayoutMkLst>
        </pc:sldLayoutChg>
      </pc:sldMasterChg>
      <pc:sldMasterChg chg="add addSldLayout modSldLayout">
        <pc:chgData name="Abdul.Ashwood" userId="S::abdul.ashwood@target.com::d776ecbd-7ab3-40e5-835d-1e928a2d273b" providerId="AD" clId="Web-{CCBB9724-357F-7E9D-CF73-C751E005850A}" dt="2024-09-03T16:56:25.845" v="6"/>
        <pc:sldMasterMkLst>
          <pc:docMk/>
          <pc:sldMasterMk cId="4240455638" sldId="2147483732"/>
        </pc:sldMasterMkLst>
        <pc:sldLayoutChg chg="add mod replId">
          <pc:chgData name="Abdul.Ashwood" userId="S::abdul.ashwood@target.com::d776ecbd-7ab3-40e5-835d-1e928a2d273b" providerId="AD" clId="Web-{CCBB9724-357F-7E9D-CF73-C751E005850A}" dt="2024-09-03T16:56:25.845" v="6"/>
          <pc:sldLayoutMkLst>
            <pc:docMk/>
            <pc:sldMasterMk cId="4240455638" sldId="2147483732"/>
            <pc:sldLayoutMk cId="3317444044" sldId="2147483733"/>
          </pc:sldLayoutMkLst>
        </pc:sldLayoutChg>
        <pc:sldLayoutChg chg="add mod replId">
          <pc:chgData name="Abdul.Ashwood" userId="S::abdul.ashwood@target.com::d776ecbd-7ab3-40e5-835d-1e928a2d273b" providerId="AD" clId="Web-{CCBB9724-357F-7E9D-CF73-C751E005850A}" dt="2024-09-03T16:56:25.845" v="6"/>
          <pc:sldLayoutMkLst>
            <pc:docMk/>
            <pc:sldMasterMk cId="4240455638" sldId="2147483732"/>
            <pc:sldLayoutMk cId="1438777215" sldId="2147483734"/>
          </pc:sldLayoutMkLst>
        </pc:sldLayoutChg>
        <pc:sldLayoutChg chg="add mod replId">
          <pc:chgData name="Abdul.Ashwood" userId="S::abdul.ashwood@target.com::d776ecbd-7ab3-40e5-835d-1e928a2d273b" providerId="AD" clId="Web-{CCBB9724-357F-7E9D-CF73-C751E005850A}" dt="2024-09-03T16:56:25.845" v="6"/>
          <pc:sldLayoutMkLst>
            <pc:docMk/>
            <pc:sldMasterMk cId="4240455638" sldId="2147483732"/>
            <pc:sldLayoutMk cId="1619551998" sldId="2147483735"/>
          </pc:sldLayoutMkLst>
        </pc:sldLayoutChg>
        <pc:sldLayoutChg chg="add mod replId">
          <pc:chgData name="Abdul.Ashwood" userId="S::abdul.ashwood@target.com::d776ecbd-7ab3-40e5-835d-1e928a2d273b" providerId="AD" clId="Web-{CCBB9724-357F-7E9D-CF73-C751E005850A}" dt="2024-09-03T16:56:25.845" v="6"/>
          <pc:sldLayoutMkLst>
            <pc:docMk/>
            <pc:sldMasterMk cId="4240455638" sldId="2147483732"/>
            <pc:sldLayoutMk cId="988542747" sldId="2147483736"/>
          </pc:sldLayoutMkLst>
        </pc:sldLayoutChg>
        <pc:sldLayoutChg chg="add mod replId">
          <pc:chgData name="Abdul.Ashwood" userId="S::abdul.ashwood@target.com::d776ecbd-7ab3-40e5-835d-1e928a2d273b" providerId="AD" clId="Web-{CCBB9724-357F-7E9D-CF73-C751E005850A}" dt="2024-09-03T16:56:25.845" v="6"/>
          <pc:sldLayoutMkLst>
            <pc:docMk/>
            <pc:sldMasterMk cId="4240455638" sldId="2147483732"/>
            <pc:sldLayoutMk cId="125926162" sldId="2147483737"/>
          </pc:sldLayoutMkLst>
        </pc:sldLayoutChg>
        <pc:sldLayoutChg chg="add mod replId">
          <pc:chgData name="Abdul.Ashwood" userId="S::abdul.ashwood@target.com::d776ecbd-7ab3-40e5-835d-1e928a2d273b" providerId="AD" clId="Web-{CCBB9724-357F-7E9D-CF73-C751E005850A}" dt="2024-09-03T16:56:25.845" v="6"/>
          <pc:sldLayoutMkLst>
            <pc:docMk/>
            <pc:sldMasterMk cId="4240455638" sldId="2147483732"/>
            <pc:sldLayoutMk cId="1340110744" sldId="2147483738"/>
          </pc:sldLayoutMkLst>
        </pc:sldLayoutChg>
        <pc:sldLayoutChg chg="add mod replId">
          <pc:chgData name="Abdul.Ashwood" userId="S::abdul.ashwood@target.com::d776ecbd-7ab3-40e5-835d-1e928a2d273b" providerId="AD" clId="Web-{CCBB9724-357F-7E9D-CF73-C751E005850A}" dt="2024-09-03T16:56:25.845" v="6"/>
          <pc:sldLayoutMkLst>
            <pc:docMk/>
            <pc:sldMasterMk cId="4240455638" sldId="2147483732"/>
            <pc:sldLayoutMk cId="4267653262" sldId="2147483739"/>
          </pc:sldLayoutMkLst>
        </pc:sldLayoutChg>
        <pc:sldLayoutChg chg="add mod replId">
          <pc:chgData name="Abdul.Ashwood" userId="S::abdul.ashwood@target.com::d776ecbd-7ab3-40e5-835d-1e928a2d273b" providerId="AD" clId="Web-{CCBB9724-357F-7E9D-CF73-C751E005850A}" dt="2024-09-03T16:56:25.845" v="6"/>
          <pc:sldLayoutMkLst>
            <pc:docMk/>
            <pc:sldMasterMk cId="4240455638" sldId="2147483732"/>
            <pc:sldLayoutMk cId="4269349143" sldId="2147483740"/>
          </pc:sldLayoutMkLst>
        </pc:sldLayoutChg>
        <pc:sldLayoutChg chg="add mod replId">
          <pc:chgData name="Abdul.Ashwood" userId="S::abdul.ashwood@target.com::d776ecbd-7ab3-40e5-835d-1e928a2d273b" providerId="AD" clId="Web-{CCBB9724-357F-7E9D-CF73-C751E005850A}" dt="2024-09-03T16:56:25.845" v="6"/>
          <pc:sldLayoutMkLst>
            <pc:docMk/>
            <pc:sldMasterMk cId="4240455638" sldId="2147483732"/>
            <pc:sldLayoutMk cId="3762270395" sldId="2147483741"/>
          </pc:sldLayoutMkLst>
        </pc:sldLayoutChg>
        <pc:sldLayoutChg chg="add mod replId">
          <pc:chgData name="Abdul.Ashwood" userId="S::abdul.ashwood@target.com::d776ecbd-7ab3-40e5-835d-1e928a2d273b" providerId="AD" clId="Web-{CCBB9724-357F-7E9D-CF73-C751E005850A}" dt="2024-09-03T16:56:25.845" v="6"/>
          <pc:sldLayoutMkLst>
            <pc:docMk/>
            <pc:sldMasterMk cId="4240455638" sldId="2147483732"/>
            <pc:sldLayoutMk cId="839089685" sldId="2147483742"/>
          </pc:sldLayoutMkLst>
        </pc:sldLayoutChg>
        <pc:sldLayoutChg chg="add mod replId">
          <pc:chgData name="Abdul.Ashwood" userId="S::abdul.ashwood@target.com::d776ecbd-7ab3-40e5-835d-1e928a2d273b" providerId="AD" clId="Web-{CCBB9724-357F-7E9D-CF73-C751E005850A}" dt="2024-09-03T16:56:25.845" v="6"/>
          <pc:sldLayoutMkLst>
            <pc:docMk/>
            <pc:sldMasterMk cId="4240455638" sldId="2147483732"/>
            <pc:sldLayoutMk cId="3685398077" sldId="2147483743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426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8426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75099-B3AD-44D7-919B-BCB6DC3E7F21}" type="datetimeFigureOut">
              <a:rPr lang="en-US" dirty="0"/>
              <a:t>9/3/2024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74440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BF121-2723-4D35-ADA9-215CD054C4BC}" type="datetimeFigureOut">
              <a:rPr lang="en-US" dirty="0"/>
              <a:t>9/3/2024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87772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F54BA-4BC6-480F-839C-951A49B248A9}" type="datetimeFigureOut">
              <a:rPr lang="en-US" dirty="0"/>
              <a:t>9/3/2024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5519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12793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15383" y="2128684"/>
            <a:ext cx="5304417" cy="384441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28684"/>
            <a:ext cx="5219700" cy="384441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DD0EA-4726-4440-BF9D-E88296FC3068}" type="datetimeFigureOut">
              <a:rPr lang="en-US" dirty="0"/>
              <a:t>9/3/2024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854274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87" y="929148"/>
            <a:ext cx="10640005" cy="76154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4" y="1681163"/>
            <a:ext cx="5282192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5384" y="2505075"/>
            <a:ext cx="5282192" cy="342377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42377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AD10D-99D1-46B2-A85A-C16850FCF8CF}" type="datetimeFigureOut">
              <a:rPr lang="en-US" dirty="0"/>
              <a:t>9/3/2024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926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67E51-34D6-4E3D-8F41-CC63EA446EDD}" type="datetimeFigureOut">
              <a:rPr lang="en-US" dirty="0"/>
              <a:t>9/3/2024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0110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9E550-CE3F-497F-B953-7DE0932F91C0}" type="datetimeFigureOut">
              <a:rPr lang="en-US" dirty="0"/>
              <a:t>9/3/2024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7653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426" y="781665"/>
            <a:ext cx="4093599" cy="122345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8258" y="2315497"/>
            <a:ext cx="4093599" cy="35534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A0BF4-BAA0-4539-95F2-9C4277F97478}" type="datetimeFigureOut">
              <a:rPr lang="en-US" dirty="0"/>
              <a:t>9/3/2024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93491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342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342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9884E-D945-496C-84BE-49C61F78F9EC}" type="datetimeFigureOut">
              <a:rPr lang="en-US" dirty="0"/>
              <a:t>9/3/2024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2703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115DA-6CBC-4AEF-A85F-371C66916CF8}" type="datetimeFigureOut">
              <a:rPr lang="en-US" dirty="0"/>
              <a:t>9/3/2024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90896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997973"/>
            <a:ext cx="8404122" cy="4984956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007E4-95E8-4ABC-B20B-51235318A487}" type="datetimeFigureOut">
              <a:rPr lang="en-US" dirty="0"/>
              <a:t>9/3/2024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53980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37103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93126"/>
            <a:ext cx="10691265" cy="3636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925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CD438618-DEE5-47CF-A8B2-A9E090D503CD}" type="datetimeFigureOut">
              <a:rPr lang="en-US" dirty="0"/>
              <a:t>9/3/2024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5383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0455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672">
          <p15:clr>
            <a:srgbClr val="F26B43"/>
          </p15:clr>
        </p15:guide>
        <p15:guide id="4" orient="horz" pos="912">
          <p15:clr>
            <a:srgbClr val="F26B43"/>
          </p15:clr>
        </p15:guide>
        <p15:guide id="5" pos="7176">
          <p15:clr>
            <a:srgbClr val="F26B43"/>
          </p15:clr>
        </p15:guide>
        <p15:guide id="6" pos="504">
          <p15:clr>
            <a:srgbClr val="F26B43"/>
          </p15:clr>
        </p15:guide>
        <p15:guide id="7" orient="horz" pos="3864">
          <p15:clr>
            <a:srgbClr val="F26B43"/>
          </p15:clr>
        </p15:guide>
        <p15:guide id="8" orient="horz" pos="45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7D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DB Cleanup going into peak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Abdul Ashwood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7D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49A57-4321-BBA0-0312-6ABE63096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Removing unused indexes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4E976E-98B1-ABFB-39D3-982906DD2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Mongo Instances: SFS, OPU</a:t>
            </a:r>
          </a:p>
          <a:p>
            <a:r>
              <a:rPr lang="en-US" dirty="0"/>
              <a:t>Region</a:t>
            </a:r>
          </a:p>
          <a:p>
            <a:r>
              <a:rPr lang="en-US" dirty="0"/>
              <a:t>Group</a:t>
            </a:r>
          </a:p>
          <a:p>
            <a:r>
              <a:rPr lang="en-US" dirty="0"/>
              <a:t>District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E51FE3-38EA-C5C0-AED7-DFCEC51A3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E8A28-2712-44AF-A056-13FD9F05FEEC}" type="datetime1">
              <a:t>9/3/2024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6632A6-62AB-5E0A-3DBA-F6F9AF459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F20E89-B5DA-4C3D-F41A-A8E0508A0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78432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7D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A1FB5-CE74-E4C2-FF2A-B7E849C43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Expected 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4C38B0-1658-4386-B45D-D35F4871EB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Improved Write Performance</a:t>
            </a:r>
          </a:p>
          <a:p>
            <a:r>
              <a:rPr lang="en-US" dirty="0">
                <a:ea typeface="+mn-lt"/>
                <a:cs typeface="+mn-lt"/>
              </a:rPr>
              <a:t>Reduced Memory Usage</a:t>
            </a:r>
          </a:p>
          <a:p>
            <a:r>
              <a:rPr lang="en-US" dirty="0">
                <a:ea typeface="+mn-lt"/>
                <a:cs typeface="+mn-lt"/>
              </a:rPr>
              <a:t>Lower CPU Usage</a:t>
            </a:r>
          </a:p>
          <a:p>
            <a:r>
              <a:rPr lang="en-US" dirty="0">
                <a:ea typeface="+mn-lt"/>
                <a:cs typeface="+mn-lt"/>
              </a:rPr>
              <a:t>Higher Efficient Query Execution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5FDD89-FDF1-136A-0D00-A49BA3A96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C5950-89F1-4A2E-A3D6-D4675457FBA8}" type="datetime1">
              <a:t>9/3/2024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8734B-6474-5282-1885-B921707A9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51738-AFC1-FF4E-A20F-E8DAC9771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6425534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VTI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ChronicleVTI">
      <a:majorFont>
        <a:latin typeface="Univers Condensed"/>
        <a:ea typeface=""/>
        <a:cs typeface=""/>
      </a:majorFont>
      <a:minorFont>
        <a:latin typeface="Calisto MT" panose="02040603050505030304"/>
        <a:ea typeface=""/>
        <a:cs typeface=""/>
      </a:minorFont>
    </a:fontScheme>
    <a:fmtScheme name="Chronicle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ronicleVTI" id="{534FD3B1-53CD-4A5C-943C-C44DFF248C3E}" vid="{19A790DA-2E4D-4134-98A6-7DECB1A1B84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ChronicleVTI</vt:lpstr>
      <vt:lpstr>DB Cleanup going into peak </vt:lpstr>
      <vt:lpstr>Removing unused indexes </vt:lpstr>
      <vt:lpstr>Expected Benefits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45</cp:revision>
  <dcterms:created xsi:type="dcterms:W3CDTF">2024-09-03T16:55:39Z</dcterms:created>
  <dcterms:modified xsi:type="dcterms:W3CDTF">2024-09-03T17:03:56Z</dcterms:modified>
</cp:coreProperties>
</file>