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86" r:id="rId7"/>
    <p:sldId id="288" r:id="rId8"/>
    <p:sldId id="289" r:id="rId9"/>
    <p:sldId id="297" r:id="rId10"/>
    <p:sldId id="290" r:id="rId11"/>
    <p:sldId id="291" r:id="rId12"/>
    <p:sldId id="292" r:id="rId13"/>
    <p:sldId id="295" r:id="rId14"/>
    <p:sldId id="294" r:id="rId15"/>
    <p:sldId id="298" r:id="rId16"/>
    <p:sldId id="29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5646" autoAdjust="0"/>
  </p:normalViewPr>
  <p:slideViewPr>
    <p:cSldViewPr snapToGrid="0">
      <p:cViewPr>
        <p:scale>
          <a:sx n="100" d="100"/>
          <a:sy n="100" d="100"/>
        </p:scale>
        <p:origin x="-1238" y="-115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8/6/2024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8/6/2024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857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845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5" r:id="rId9"/>
    <p:sldLayoutId id="2147483677" r:id="rId10"/>
    <p:sldLayoutId id="2147483676" r:id="rId11"/>
    <p:sldLayoutId id="2147483661" r:id="rId12"/>
    <p:sldLayoutId id="2147483666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/>
              <a:t>Basic presentation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71600"/>
            <a:ext cx="5486400" cy="4114800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10" name="Picture Placeholder 9" descr="A person holding books in a classroom">
            <a:extLst>
              <a:ext uri="{FF2B5EF4-FFF2-40B4-BE49-F238E27FC236}">
                <a16:creationId xmlns:a16="http://schemas.microsoft.com/office/drawing/2014/main" id="{FCA2FB5B-570E-D181-A4B1-1DCB61C089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6819" r="16819"/>
          <a:stretch/>
        </p:blipFill>
        <p:spPr>
          <a:xfrm>
            <a:off x="7183438" y="1168400"/>
            <a:ext cx="4500562" cy="4521200"/>
          </a:xfrm>
        </p:spPr>
      </p:pic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457200"/>
            <a:ext cx="5120640" cy="3200400"/>
          </a:xfrm>
        </p:spPr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3598" y="3657600"/>
            <a:ext cx="5120640" cy="1828800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17" name="Picture Placeholder 16" descr="Two people walking down a sidewalk">
            <a:extLst>
              <a:ext uri="{FF2B5EF4-FFF2-40B4-BE49-F238E27FC236}">
                <a16:creationId xmlns:a16="http://schemas.microsoft.com/office/drawing/2014/main" id="{2ECBBDA4-D2C1-0F46-BA36-5967266F87A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6819" r="16819"/>
          <a:stretch/>
        </p:blipFill>
        <p:spPr>
          <a:xfrm>
            <a:off x="904238" y="1157224"/>
            <a:ext cx="4500562" cy="4521200"/>
          </a:xfrm>
        </p:spPr>
      </p:pic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77553"/>
            <a:ext cx="6245912" cy="3269447"/>
          </a:xfrm>
        </p:spPr>
        <p:txBody>
          <a:bodyPr/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C8177-F0B6-B02C-3682-183D8307E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492896"/>
            <a:ext cx="6245912" cy="912850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4663440" cy="3332832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interest: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023984"/>
            <a:ext cx="4663440" cy="3332832"/>
          </a:xfrm>
        </p:spPr>
        <p:txBody>
          <a:bodyPr/>
          <a:lstStyle/>
          <a:p>
            <a:r>
              <a:rPr lang="en-US" dirty="0"/>
              <a:t>Effective body language enhances your message, making it more impactful </a:t>
            </a:r>
            <a:r>
              <a:rPr lang="en-US"/>
              <a:t>and memorable:</a:t>
            </a:r>
            <a:endParaRPr lang="en-US" dirty="0"/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69008"/>
            <a:ext cx="9779183" cy="1706563"/>
          </a:xfrm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6813" y="2024063"/>
            <a:ext cx="4664075" cy="3332162"/>
          </a:xfrm>
        </p:spPr>
        <p:txBody>
          <a:bodyPr>
            <a:normAutofit/>
          </a:bodyPr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83325" y="2024063"/>
            <a:ext cx="4664075" cy="3332162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F58C-138C-55F4-DA77-4C3F06C8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10643508" cy="1371600"/>
          </a:xfrm>
        </p:spPr>
        <p:txBody>
          <a:bodyPr/>
          <a:lstStyle/>
          <a:p>
            <a:r>
              <a:rPr lang="en-US" dirty="0"/>
              <a:t>Speaking impact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DDE7C-335B-FD23-E1E6-CDCB99B7878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166813" y="2652713"/>
            <a:ext cx="5394325" cy="3436937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25" name="Picture Placeholder 24" descr="A couple of people looking at a computer">
            <a:extLst>
              <a:ext uri="{FF2B5EF4-FFF2-40B4-BE49-F238E27FC236}">
                <a16:creationId xmlns:a16="http://schemas.microsoft.com/office/drawing/2014/main" id="{E57751D1-D655-B1C0-2407-A8826F55102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6667" r="16667"/>
          <a:stretch/>
        </p:blipFill>
        <p:spPr>
          <a:xfrm>
            <a:off x="7317920" y="1447800"/>
            <a:ext cx="4214010" cy="4214010"/>
          </a:xfrm>
        </p:spPr>
      </p:pic>
    </p:spTree>
    <p:extLst>
      <p:ext uri="{BB962C8B-B14F-4D97-AF65-F5344CB8AC3E}">
        <p14:creationId xmlns:p14="http://schemas.microsoft.com/office/powerpoint/2010/main" val="362649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2FA0-5805-E9D5-E5A1-5B4B485C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9692640" cy="1371600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E9A705-E123-1C6C-EC93-CEE377B741C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167493" y="2087561"/>
            <a:ext cx="2693306" cy="3890543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  <a:p>
            <a:endParaRPr lang="en-US" dirty="0"/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FD8D3D14-313E-8ED7-7BE9-2E3D506F17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6509738"/>
              </p:ext>
            </p:extLst>
          </p:nvPr>
        </p:nvGraphicFramePr>
        <p:xfrm>
          <a:off x="4216400" y="2087563"/>
          <a:ext cx="6771640" cy="406165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9291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692910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692910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692910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8693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124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124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86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124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8749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C00FF-6B42-7D84-7831-AACC4E18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9489" y="457199"/>
            <a:ext cx="5943599" cy="1920240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7FC500-BBFB-3AA4-BEDE-038CB94FFF61}"/>
              </a:ext>
            </a:extLst>
          </p:cNvPr>
          <p:cNvSpPr>
            <a:spLocks noGrp="1" noChangeAspect="1"/>
          </p:cNvSpPr>
          <p:nvPr>
            <p:ph idx="17"/>
          </p:nvPr>
        </p:nvSpPr>
        <p:spPr>
          <a:xfrm>
            <a:off x="823108" y="640080"/>
            <a:ext cx="4297680" cy="4297680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C7B5A-A5C3-15D4-DF71-B692D28942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549900" y="2706688"/>
            <a:ext cx="5943600" cy="3382962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786E-306F-FA21-4F87-81A032C68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E45D850A-4F58-6F54-953E-5ADC96B2EE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4320616"/>
              </p:ext>
            </p:extLst>
          </p:nvPr>
        </p:nvGraphicFramePr>
        <p:xfrm>
          <a:off x="1166813" y="2084388"/>
          <a:ext cx="9821228" cy="3886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55307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455307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455307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455307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163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85939"/>
            <a:ext cx="6220277" cy="2919512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E52C7A-8834-4F18-859F-7167A187E13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31D3D4E-040D-4F59-9215-B1F04B81B9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7188B1-CB43-4216-A332-EE7733BC22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423</Words>
  <Application>Microsoft Office PowerPoint</Application>
  <PresentationFormat>Widescreen</PresentationFormat>
  <Paragraphs>123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Custom</vt:lpstr>
      <vt:lpstr>Basic presentation</vt:lpstr>
      <vt:lpstr>Agenda</vt:lpstr>
      <vt:lpstr>The power of communication</vt:lpstr>
      <vt:lpstr>Overcoming nervousness</vt:lpstr>
      <vt:lpstr>Engaging the audience</vt:lpstr>
      <vt:lpstr>Selecting  visual aids</vt:lpstr>
      <vt:lpstr>Effective delivery techniques</vt:lpstr>
      <vt:lpstr>Navigating Q&amp;A sessions</vt:lpstr>
      <vt:lpstr>Speaking impact 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/>
  <cp:lastModifiedBy/>
  <cp:revision>1</cp:revision>
  <dcterms:created xsi:type="dcterms:W3CDTF">2024-08-06T16:07:30Z</dcterms:created>
  <dcterms:modified xsi:type="dcterms:W3CDTF">2024-08-06T16:07:32Z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