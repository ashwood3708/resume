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04" r:id="rId6"/>
    <p:sldId id="281" r:id="rId7"/>
    <p:sldId id="314" r:id="rId8"/>
    <p:sldId id="307" r:id="rId9"/>
    <p:sldId id="297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BA350-4CC2-5405-40A6-BA61A2130546}" v="212" dt="2025-06-02T18:44:58.505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>
        <p:scale>
          <a:sx n="100" d="100"/>
          <a:sy n="100" d="100"/>
        </p:scale>
        <p:origin x="-706" y="-5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.Ashwood" userId="S::abdul.ashwood@target.com::d776ecbd-7ab3-40e5-835d-1e928a2d273b" providerId="AD" clId="Web-{2E7BA350-4CC2-5405-40A6-BA61A2130546}"/>
    <pc:docChg chg="addSld delSld modSld sldOrd">
      <pc:chgData name="Abdul.Ashwood" userId="S::abdul.ashwood@target.com::d776ecbd-7ab3-40e5-835d-1e928a2d273b" providerId="AD" clId="Web-{2E7BA350-4CC2-5405-40A6-BA61A2130546}" dt="2025-06-02T18:44:58.505" v="203" actId="20577"/>
      <pc:docMkLst>
        <pc:docMk/>
      </pc:docMkLst>
      <pc:sldChg chg="addSp delSp modSp mod modClrScheme chgLayout">
        <pc:chgData name="Abdul.Ashwood" userId="S::abdul.ashwood@target.com::d776ecbd-7ab3-40e5-835d-1e928a2d273b" providerId="AD" clId="Web-{2E7BA350-4CC2-5405-40A6-BA61A2130546}" dt="2025-06-02T18:37:33.707" v="141" actId="20577"/>
        <pc:sldMkLst>
          <pc:docMk/>
          <pc:sldMk cId="2952923800" sldId="281"/>
        </pc:sldMkLst>
        <pc:spChg chg="add del mod">
          <ac:chgData name="Abdul.Ashwood" userId="S::abdul.ashwood@target.com::d776ecbd-7ab3-40e5-835d-1e928a2d273b" providerId="AD" clId="Web-{2E7BA350-4CC2-5405-40A6-BA61A2130546}" dt="2025-06-02T18:23:20.299" v="60"/>
          <ac:spMkLst>
            <pc:docMk/>
            <pc:sldMk cId="2952923800" sldId="281"/>
            <ac:spMk id="2" creationId="{D53B219B-7E3A-7E84-6386-37313F0CFB09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3:20.299" v="60"/>
          <ac:spMkLst>
            <pc:docMk/>
            <pc:sldMk cId="2952923800" sldId="281"/>
            <ac:spMk id="3" creationId="{A2E339BF-E6D7-DD0E-AF02-6813852EE723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1:29.838" v="44"/>
          <ac:spMkLst>
            <pc:docMk/>
            <pc:sldMk cId="2952923800" sldId="281"/>
            <ac:spMk id="5" creationId="{A67388C9-B0CE-F521-BA46-F3A280A56348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2:13.544" v="50"/>
          <ac:spMkLst>
            <pc:docMk/>
            <pc:sldMk cId="2952923800" sldId="281"/>
            <ac:spMk id="9" creationId="{EBB720B4-3866-4F4F-B671-AD9EF76F1FE1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3:20.284" v="59"/>
          <ac:spMkLst>
            <pc:docMk/>
            <pc:sldMk cId="2952923800" sldId="281"/>
            <ac:spMk id="15" creationId="{96557E50-3CC6-F991-B188-4AD07DED76A9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3:20.284" v="59"/>
          <ac:spMkLst>
            <pc:docMk/>
            <pc:sldMk cId="2952923800" sldId="281"/>
            <ac:spMk id="17" creationId="{B0BBE0E2-99CA-DC39-A87E-218AA68B0F45}"/>
          </ac:spMkLst>
        </pc:spChg>
        <pc:spChg chg="add del mod">
          <ac:chgData name="Abdul.Ashwood" userId="S::abdul.ashwood@target.com::d776ecbd-7ab3-40e5-835d-1e928a2d273b" providerId="AD" clId="Web-{2E7BA350-4CC2-5405-40A6-BA61A2130546}" dt="2025-06-02T18:23:20.284" v="59"/>
          <ac:spMkLst>
            <pc:docMk/>
            <pc:sldMk cId="2952923800" sldId="281"/>
            <ac:spMk id="19" creationId="{8760C301-39E9-D850-957D-36B190AF53C7}"/>
          </ac:spMkLst>
        </pc:spChg>
        <pc:spChg chg="add mod">
          <ac:chgData name="Abdul.Ashwood" userId="S::abdul.ashwood@target.com::d776ecbd-7ab3-40e5-835d-1e928a2d273b" providerId="AD" clId="Web-{2E7BA350-4CC2-5405-40A6-BA61A2130546}" dt="2025-06-02T18:23:20.299" v="60"/>
          <ac:spMkLst>
            <pc:docMk/>
            <pc:sldMk cId="2952923800" sldId="281"/>
            <ac:spMk id="21" creationId="{E7AF41F8-1D66-69D6-8F27-F50EC7229FF4}"/>
          </ac:spMkLst>
        </pc:spChg>
        <pc:spChg chg="add mod">
          <ac:chgData name="Abdul.Ashwood" userId="S::abdul.ashwood@target.com::d776ecbd-7ab3-40e5-835d-1e928a2d273b" providerId="AD" clId="Web-{2E7BA350-4CC2-5405-40A6-BA61A2130546}" dt="2025-06-02T18:37:33.707" v="141" actId="20577"/>
          <ac:spMkLst>
            <pc:docMk/>
            <pc:sldMk cId="2952923800" sldId="281"/>
            <ac:spMk id="22" creationId="{3656EB85-33BD-F6A8-6191-FD86AD973CEC}"/>
          </ac:spMkLst>
        </pc:spChg>
        <pc:spChg chg="add mod">
          <ac:chgData name="Abdul.Ashwood" userId="S::abdul.ashwood@target.com::d776ecbd-7ab3-40e5-835d-1e928a2d273b" providerId="AD" clId="Web-{2E7BA350-4CC2-5405-40A6-BA61A2130546}" dt="2025-06-02T18:23:20.299" v="60"/>
          <ac:spMkLst>
            <pc:docMk/>
            <pc:sldMk cId="2952923800" sldId="281"/>
            <ac:spMk id="23" creationId="{05C86449-9814-6008-F3BB-918C0AEC85EE}"/>
          </ac:spMkLst>
        </pc:spChg>
        <pc:picChg chg="del">
          <ac:chgData name="Abdul.Ashwood" userId="S::abdul.ashwood@target.com::d776ecbd-7ab3-40e5-835d-1e928a2d273b" providerId="AD" clId="Web-{2E7BA350-4CC2-5405-40A6-BA61A2130546}" dt="2025-06-02T18:21:22.244" v="43"/>
          <ac:picMkLst>
            <pc:docMk/>
            <pc:sldMk cId="2952923800" sldId="281"/>
            <ac:picMk id="6" creationId="{FECDA901-DD88-89EB-E10E-A2994D0A92DB}"/>
          </ac:picMkLst>
        </pc:picChg>
        <pc:picChg chg="add del mod ord modCrop">
          <ac:chgData name="Abdul.Ashwood" userId="S::abdul.ashwood@target.com::d776ecbd-7ab3-40e5-835d-1e928a2d273b" providerId="AD" clId="Web-{2E7BA350-4CC2-5405-40A6-BA61A2130546}" dt="2025-06-02T18:21:58.996" v="48"/>
          <ac:picMkLst>
            <pc:docMk/>
            <pc:sldMk cId="2952923800" sldId="281"/>
            <ac:picMk id="7" creationId="{549E960C-8A70-2B83-FB1B-CB233768BA68}"/>
          </ac:picMkLst>
        </pc:picChg>
        <pc:picChg chg="add mod ord modCrop">
          <ac:chgData name="Abdul.Ashwood" userId="S::abdul.ashwood@target.com::d776ecbd-7ab3-40e5-835d-1e928a2d273b" providerId="AD" clId="Web-{2E7BA350-4CC2-5405-40A6-BA61A2130546}" dt="2025-06-02T18:23:20.299" v="60"/>
          <ac:picMkLst>
            <pc:docMk/>
            <pc:sldMk cId="2952923800" sldId="281"/>
            <ac:picMk id="10" creationId="{8850A264-1F18-5F2C-9E58-25C8B60FE2CE}"/>
          </ac:picMkLst>
        </pc:picChg>
      </pc:sldChg>
      <pc:sldChg chg="add del">
        <pc:chgData name="Abdul.Ashwood" userId="S::abdul.ashwood@target.com::d776ecbd-7ab3-40e5-835d-1e928a2d273b" providerId="AD" clId="Web-{2E7BA350-4CC2-5405-40A6-BA61A2130546}" dt="2025-06-02T18:39:44.185" v="152"/>
        <pc:sldMkLst>
          <pc:docMk/>
          <pc:sldMk cId="685681062" sldId="282"/>
        </pc:sldMkLst>
      </pc:sldChg>
      <pc:sldChg chg="modSp">
        <pc:chgData name="Abdul.Ashwood" userId="S::abdul.ashwood@target.com::d776ecbd-7ab3-40e5-835d-1e928a2d273b" providerId="AD" clId="Web-{2E7BA350-4CC2-5405-40A6-BA61A2130546}" dt="2025-06-02T18:44:58.505" v="203" actId="20577"/>
        <pc:sldMkLst>
          <pc:docMk/>
          <pc:sldMk cId="1973173046" sldId="297"/>
        </pc:sldMkLst>
        <pc:spChg chg="mod">
          <ac:chgData name="Abdul.Ashwood" userId="S::abdul.ashwood@target.com::d776ecbd-7ab3-40e5-835d-1e928a2d273b" providerId="AD" clId="Web-{2E7BA350-4CC2-5405-40A6-BA61A2130546}" dt="2025-06-02T18:44:58.505" v="203" actId="20577"/>
          <ac:spMkLst>
            <pc:docMk/>
            <pc:sldMk cId="1973173046" sldId="297"/>
            <ac:spMk id="3" creationId="{D8B5CEF2-E667-BBB5-2EA6-C06F93B6DE12}"/>
          </ac:spMkLst>
        </pc:spChg>
      </pc:sldChg>
      <pc:sldChg chg="modSp">
        <pc:chgData name="Abdul.Ashwood" userId="S::abdul.ashwood@target.com::d776ecbd-7ab3-40e5-835d-1e928a2d273b" providerId="AD" clId="Web-{2E7BA350-4CC2-5405-40A6-BA61A2130546}" dt="2025-06-02T18:20:42.928" v="41" actId="20577"/>
        <pc:sldMkLst>
          <pc:docMk/>
          <pc:sldMk cId="3913219759" sldId="304"/>
        </pc:sldMkLst>
        <pc:spChg chg="mod">
          <ac:chgData name="Abdul.Ashwood" userId="S::abdul.ashwood@target.com::d776ecbd-7ab3-40e5-835d-1e928a2d273b" providerId="AD" clId="Web-{2E7BA350-4CC2-5405-40A6-BA61A2130546}" dt="2025-06-02T18:20:42.928" v="41" actId="20577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Abdul.Ashwood" userId="S::abdul.ashwood@target.com::d776ecbd-7ab3-40e5-835d-1e928a2d273b" providerId="AD" clId="Web-{2E7BA350-4CC2-5405-40A6-BA61A2130546}" dt="2025-06-02T18:20:05.785" v="19" actId="20577"/>
          <ac:spMkLst>
            <pc:docMk/>
            <pc:sldMk cId="3913219759" sldId="304"/>
            <ac:spMk id="3" creationId="{D4D22962-3C7F-E480-5C35-7F4860A098E1}"/>
          </ac:spMkLst>
        </pc:spChg>
      </pc:sldChg>
      <pc:sldChg chg="add del ord">
        <pc:chgData name="Abdul.Ashwood" userId="S::abdul.ashwood@target.com::d776ecbd-7ab3-40e5-835d-1e928a2d273b" providerId="AD" clId="Web-{2E7BA350-4CC2-5405-40A6-BA61A2130546}" dt="2025-06-02T18:40:23.454" v="160"/>
        <pc:sldMkLst>
          <pc:docMk/>
          <pc:sldMk cId="2906491918" sldId="307"/>
        </pc:sldMkLst>
      </pc:sldChg>
      <pc:sldChg chg="modSp">
        <pc:chgData name="Abdul.Ashwood" userId="S::abdul.ashwood@target.com::d776ecbd-7ab3-40e5-835d-1e928a2d273b" providerId="AD" clId="Web-{2E7BA350-4CC2-5405-40A6-BA61A2130546}" dt="2025-06-02T16:52:36.786" v="13" actId="20577"/>
        <pc:sldMkLst>
          <pc:docMk/>
          <pc:sldMk cId="2202437675" sldId="312"/>
        </pc:sldMkLst>
        <pc:spChg chg="mod">
          <ac:chgData name="Abdul.Ashwood" userId="S::abdul.ashwood@target.com::d776ecbd-7ab3-40e5-835d-1e928a2d273b" providerId="AD" clId="Web-{2E7BA350-4CC2-5405-40A6-BA61A2130546}" dt="2025-06-02T16:52:36.786" v="13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modSp">
        <pc:chgData name="Abdul.Ashwood" userId="S::abdul.ashwood@target.com::d776ecbd-7ab3-40e5-835d-1e928a2d273b" providerId="AD" clId="Web-{2E7BA350-4CC2-5405-40A6-BA61A2130546}" dt="2025-06-02T18:38:27.351" v="151" actId="20577"/>
        <pc:sldMkLst>
          <pc:docMk/>
          <pc:sldMk cId="1131718056" sldId="314"/>
        </pc:sldMkLst>
        <pc:spChg chg="mod">
          <ac:chgData name="Abdul.Ashwood" userId="S::abdul.ashwood@target.com::d776ecbd-7ab3-40e5-835d-1e928a2d273b" providerId="AD" clId="Web-{2E7BA350-4CC2-5405-40A6-BA61A2130546}" dt="2025-06-02T18:38:00.302" v="148" actId="20577"/>
          <ac:spMkLst>
            <pc:docMk/>
            <pc:sldMk cId="1131718056" sldId="314"/>
            <ac:spMk id="2" creationId="{B6210199-C129-11F0-56F2-2D1AED21CB4C}"/>
          </ac:spMkLst>
        </pc:spChg>
        <pc:spChg chg="mod">
          <ac:chgData name="Abdul.Ashwood" userId="S::abdul.ashwood@target.com::d776ecbd-7ab3-40e5-835d-1e928a2d273b" providerId="AD" clId="Web-{2E7BA350-4CC2-5405-40A6-BA61A2130546}" dt="2025-06-02T18:38:27.351" v="151" actId="20577"/>
          <ac:spMkLst>
            <pc:docMk/>
            <pc:sldMk cId="1131718056" sldId="314"/>
            <ac:spMk id="4" creationId="{BDDD6BDC-E008-6AB7-55A1-46ED9BCF054F}"/>
          </ac:spMkLst>
        </pc:spChg>
      </pc:sldChg>
      <pc:sldChg chg="del">
        <pc:chgData name="Abdul.Ashwood" userId="S::abdul.ashwood@target.com::d776ecbd-7ab3-40e5-835d-1e928a2d273b" providerId="AD" clId="Web-{2E7BA350-4CC2-5405-40A6-BA61A2130546}" dt="2025-06-02T18:39:46.654" v="153"/>
        <pc:sldMkLst>
          <pc:docMk/>
          <pc:sldMk cId="2468595790" sldId="315"/>
        </pc:sldMkLst>
      </pc:sldChg>
      <pc:sldChg chg="add del">
        <pc:chgData name="Abdul.Ashwood" userId="S::abdul.ashwood@target.com::d776ecbd-7ab3-40e5-835d-1e928a2d273b" providerId="AD" clId="Web-{2E7BA350-4CC2-5405-40A6-BA61A2130546}" dt="2025-06-02T18:44:47.880" v="195"/>
        <pc:sldMkLst>
          <pc:docMk/>
          <pc:sldMk cId="3939812192" sldId="315"/>
        </pc:sldMkLst>
      </pc:sldChg>
      <pc:sldChg chg="del">
        <pc:chgData name="Abdul.Ashwood" userId="S::abdul.ashwood@target.com::d776ecbd-7ab3-40e5-835d-1e928a2d273b" providerId="AD" clId="Web-{2E7BA350-4CC2-5405-40A6-BA61A2130546}" dt="2025-06-02T18:39:49.139" v="154"/>
        <pc:sldMkLst>
          <pc:docMk/>
          <pc:sldMk cId="1941619646" sldId="317"/>
        </pc:sldMkLst>
      </pc:sldChg>
      <pc:sldChg chg="del">
        <pc:chgData name="Abdul.Ashwood" userId="S::abdul.ashwood@target.com::d776ecbd-7ab3-40e5-835d-1e928a2d273b" providerId="AD" clId="Web-{2E7BA350-4CC2-5405-40A6-BA61A2130546}" dt="2025-06-02T18:39:50.779" v="155"/>
        <pc:sldMkLst>
          <pc:docMk/>
          <pc:sldMk cId="4072101725" sldId="318"/>
        </pc:sldMkLst>
      </pc:sldChg>
      <pc:sldChg chg="del">
        <pc:chgData name="Abdul.Ashwood" userId="S::abdul.ashwood@target.com::d776ecbd-7ab3-40e5-835d-1e928a2d273b" providerId="AD" clId="Web-{2E7BA350-4CC2-5405-40A6-BA61A2130546}" dt="2025-06-02T18:39:53.420" v="156"/>
        <pc:sldMkLst>
          <pc:docMk/>
          <pc:sldMk cId="3969996159" sldId="319"/>
        </pc:sldMkLst>
      </pc:sldChg>
      <pc:sldChg chg="del">
        <pc:chgData name="Abdul.Ashwood" userId="S::abdul.ashwood@target.com::d776ecbd-7ab3-40e5-835d-1e928a2d273b" providerId="AD" clId="Web-{2E7BA350-4CC2-5405-40A6-BA61A2130546}" dt="2025-06-02T18:39:56.717" v="157"/>
        <pc:sldMkLst>
          <pc:docMk/>
          <pc:sldMk cId="2498021601" sldId="321"/>
        </pc:sldMkLst>
      </pc:sldChg>
      <pc:sldChg chg="del">
        <pc:chgData name="Abdul.Ashwood" userId="S::abdul.ashwood@target.com::d776ecbd-7ab3-40e5-835d-1e928a2d273b" providerId="AD" clId="Web-{2E7BA350-4CC2-5405-40A6-BA61A2130546}" dt="2025-06-02T18:39:59.983" v="158"/>
        <pc:sldMkLst>
          <pc:docMk/>
          <pc:sldMk cId="1686213229" sldId="3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target.com/wopr/wopr-docs/blob/main/docs/notes/meeting_notes/design_discussions/2025-05-08-multi-routing-testing-scenarios.m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Wopr</a:t>
            </a:r>
            <a:r>
              <a:rPr lang="en-US" dirty="0"/>
              <a:t> Demo:</a:t>
            </a:r>
            <a:br>
              <a:rPr lang="en-US" dirty="0"/>
            </a:br>
            <a:r>
              <a:rPr lang="en-US" dirty="0"/>
              <a:t>Multi-ROUTING TDD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MR Prod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vert="horz" lIns="91440" tIns="0" rIns="9144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“we adopted a Test-Driven Development (TDD) approach to guide design and ensure production-readiness.”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7AF41F8-1D66-69D6-8F27-F50EC722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56EB85-33BD-F6A8-6191-FD86AD973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3973329" cy="3714998"/>
          </a:xfrm>
        </p:spPr>
        <p:txBody>
          <a:bodyPr/>
          <a:lstStyle/>
          <a:p>
            <a:r>
              <a:rPr lang="en-US" dirty="0">
                <a:cs typeface="Sabon Next LT"/>
                <a:hlinkClick r:id="rId3"/>
              </a:rPr>
              <a:t>Multi_Routing_Scenario.md</a:t>
            </a:r>
          </a:p>
          <a:p>
            <a:pPr marL="285750" indent="-285750"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built a suite of over 20 integration scenarios</a:t>
            </a:r>
          </a:p>
          <a:p>
            <a:pPr marL="285750" indent="-285750"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Each case tests key dimensions:</a:t>
            </a:r>
          </a:p>
          <a:p>
            <a:pPr marL="971550" lvl="1" indent="-347345"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Call eligibility</a:t>
            </a:r>
          </a:p>
          <a:p>
            <a:pPr marL="971550" lvl="1" indent="-347345">
              <a:spcAft>
                <a:spcPts val="1200"/>
              </a:spcAft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Valid responses</a:t>
            </a:r>
          </a:p>
          <a:p>
            <a:pPr marL="971550" lvl="1" indent="-347345"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New lines</a:t>
            </a:r>
          </a:p>
          <a:p>
            <a:pPr marL="285750" indent="-285750">
              <a:buChar char="•"/>
            </a:pPr>
            <a:endParaRPr lang="en-US" dirty="0">
              <a:solidFill>
                <a:schemeClr val="tx1"/>
              </a:solidFill>
              <a:cs typeface="Sabon Next LT"/>
            </a:endParaRPr>
          </a:p>
        </p:txBody>
      </p:sp>
      <p:pic>
        <p:nvPicPr>
          <p:cNvPr id="10" name="Picture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50A264-1F18-5F2C-9E58-25C8B60FE2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753826" y="2331791"/>
            <a:ext cx="5012548" cy="3721817"/>
          </a:xfrm>
          <a:noFill/>
        </p:spPr>
      </p:pic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05C86449-9814-6008-F3BB-918C0AEC8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TDD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vert="horz" lIns="91440" tIns="0" rIns="91440" bIns="0" rtlCol="0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Helped catch edge cases early</a:t>
            </a:r>
            <a:endParaRPr lang="en-US" sz="1800" dirty="0">
              <a:solidFill>
                <a:srgbClr val="000000"/>
              </a:solidFill>
              <a:cs typeface="Sabon Next LT"/>
            </a:endParaRPr>
          </a:p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Improved team alignment</a:t>
            </a:r>
            <a:endParaRPr lang="en-US" sz="1800" dirty="0">
              <a:solidFill>
                <a:srgbClr val="000000"/>
              </a:solidFill>
              <a:cs typeface="Sabon Next LT"/>
            </a:endParaRPr>
          </a:p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1800" dirty="0">
                <a:solidFill>
                  <a:schemeClr val="tx1"/>
                </a:solidFill>
                <a:cs typeface="Sabon Next LT"/>
              </a:rPr>
              <a:t>Increased overall confidence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8E87BC-545B-B403-7BEE-F80CF3B38F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Presenter: Abdul Ashwood</a:t>
            </a:r>
          </a:p>
          <a:p>
            <a:r>
              <a:rPr lang="en-US" dirty="0">
                <a:cs typeface="Sabon Next LT"/>
              </a:rPr>
              <a:t>Slack: @wopr-team </a:t>
            </a:r>
            <a:endParaRPr lang="en-US" dirty="0"/>
          </a:p>
          <a:p>
            <a:r>
              <a:rPr lang="en-US" dirty="0">
                <a:cs typeface="Sabon Next LT"/>
              </a:rPr>
              <a:t>Email: tt-wopr@target.com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FA76D1-3C6D-40BC-A42D-496B6EDE8B8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Custom</vt:lpstr>
      <vt:lpstr>Wopr Demo: Multi-ROUTING TDD</vt:lpstr>
      <vt:lpstr>MR Prod readiness</vt:lpstr>
      <vt:lpstr>PowerPoint Presentation</vt:lpstr>
      <vt:lpstr>TDD Results</vt:lpstr>
      <vt:lpstr>Questions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97</cp:revision>
  <dcterms:created xsi:type="dcterms:W3CDTF">2025-06-02T16:51:03Z</dcterms:created>
  <dcterms:modified xsi:type="dcterms:W3CDTF">2025-06-02T18:45:02Z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