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7" r:id="rId2"/>
    <p:sldId id="310" r:id="rId3"/>
    <p:sldId id="266" r:id="rId4"/>
    <p:sldId id="276" r:id="rId5"/>
    <p:sldId id="301" r:id="rId6"/>
    <p:sldId id="302" r:id="rId7"/>
    <p:sldId id="305" r:id="rId8"/>
    <p:sldId id="260" r:id="rId9"/>
    <p:sldId id="261" r:id="rId10"/>
    <p:sldId id="262" r:id="rId11"/>
    <p:sldId id="263" r:id="rId12"/>
    <p:sldId id="264" r:id="rId13"/>
    <p:sldId id="265" r:id="rId14"/>
    <p:sldId id="306" r:id="rId15"/>
    <p:sldId id="308" r:id="rId16"/>
    <p:sldId id="307" r:id="rId17"/>
    <p:sldId id="30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96"/>
    <a:srgbClr val="FFA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sey.Golden" userId="S::casey.golden@target.com::0b7f323d-c643-427d-91f7-da41837c1761" providerId="AD" clId="Web-{6127EAFD-46E8-B193-BA89-268907F23CAB}"/>
    <pc:docChg chg="addSld delSld modSld sldOrd">
      <pc:chgData name="Casey.Golden" userId="S::casey.golden@target.com::0b7f323d-c643-427d-91f7-da41837c1761" providerId="AD" clId="Web-{6127EAFD-46E8-B193-BA89-268907F23CAB}" dt="2024-07-03T21:25:36.095" v="344" actId="20577"/>
      <pc:docMkLst>
        <pc:docMk/>
      </pc:docMkLst>
      <pc:sldChg chg="add">
        <pc:chgData name="Casey.Golden" userId="S::casey.golden@target.com::0b7f323d-c643-427d-91f7-da41837c1761" providerId="AD" clId="Web-{6127EAFD-46E8-B193-BA89-268907F23CAB}" dt="2024-07-03T20:30:20.991" v="39"/>
        <pc:sldMkLst>
          <pc:docMk/>
          <pc:sldMk cId="2431237282" sldId="260"/>
        </pc:sldMkLst>
      </pc:sldChg>
      <pc:sldChg chg="add">
        <pc:chgData name="Casey.Golden" userId="S::casey.golden@target.com::0b7f323d-c643-427d-91f7-da41837c1761" providerId="AD" clId="Web-{6127EAFD-46E8-B193-BA89-268907F23CAB}" dt="2024-07-03T20:30:24.850" v="40"/>
        <pc:sldMkLst>
          <pc:docMk/>
          <pc:sldMk cId="832937025" sldId="261"/>
        </pc:sldMkLst>
      </pc:sldChg>
      <pc:sldChg chg="add">
        <pc:chgData name="Casey.Golden" userId="S::casey.golden@target.com::0b7f323d-c643-427d-91f7-da41837c1761" providerId="AD" clId="Web-{6127EAFD-46E8-B193-BA89-268907F23CAB}" dt="2024-07-03T20:30:35.413" v="41"/>
        <pc:sldMkLst>
          <pc:docMk/>
          <pc:sldMk cId="1225892240" sldId="262"/>
        </pc:sldMkLst>
      </pc:sldChg>
      <pc:sldChg chg="add">
        <pc:chgData name="Casey.Golden" userId="S::casey.golden@target.com::0b7f323d-c643-427d-91f7-da41837c1761" providerId="AD" clId="Web-{6127EAFD-46E8-B193-BA89-268907F23CAB}" dt="2024-07-03T20:30:39.241" v="42"/>
        <pc:sldMkLst>
          <pc:docMk/>
          <pc:sldMk cId="2145902603" sldId="263"/>
        </pc:sldMkLst>
      </pc:sldChg>
      <pc:sldChg chg="add">
        <pc:chgData name="Casey.Golden" userId="S::casey.golden@target.com::0b7f323d-c643-427d-91f7-da41837c1761" providerId="AD" clId="Web-{6127EAFD-46E8-B193-BA89-268907F23CAB}" dt="2024-07-03T20:30:41.757" v="43"/>
        <pc:sldMkLst>
          <pc:docMk/>
          <pc:sldMk cId="2578602047" sldId="264"/>
        </pc:sldMkLst>
      </pc:sldChg>
      <pc:sldChg chg="modSp add">
        <pc:chgData name="Casey.Golden" userId="S::casey.golden@target.com::0b7f323d-c643-427d-91f7-da41837c1761" providerId="AD" clId="Web-{6127EAFD-46E8-B193-BA89-268907F23CAB}" dt="2024-07-03T20:31:41.353" v="101" actId="14100"/>
        <pc:sldMkLst>
          <pc:docMk/>
          <pc:sldMk cId="3143143857" sldId="265"/>
        </pc:sldMkLst>
        <pc:spChg chg="mod">
          <ac:chgData name="Casey.Golden" userId="S::casey.golden@target.com::0b7f323d-c643-427d-91f7-da41837c1761" providerId="AD" clId="Web-{6127EAFD-46E8-B193-BA89-268907F23CAB}" dt="2024-07-03T20:31:41.353" v="101" actId="14100"/>
          <ac:spMkLst>
            <pc:docMk/>
            <pc:sldMk cId="3143143857" sldId="265"/>
            <ac:spMk id="17" creationId="{A2C1ABCC-08B1-2565-08AA-52DCB5EF9D48}"/>
          </ac:spMkLst>
        </pc:spChg>
      </pc:sldChg>
      <pc:sldChg chg="addSp delSp modSp">
        <pc:chgData name="Casey.Golden" userId="S::casey.golden@target.com::0b7f323d-c643-427d-91f7-da41837c1761" providerId="AD" clId="Web-{6127EAFD-46E8-B193-BA89-268907F23CAB}" dt="2024-07-03T21:25:36.095" v="344" actId="20577"/>
        <pc:sldMkLst>
          <pc:docMk/>
          <pc:sldMk cId="3271451824" sldId="276"/>
        </pc:sldMkLst>
        <pc:spChg chg="mod">
          <ac:chgData name="Casey.Golden" userId="S::casey.golden@target.com::0b7f323d-c643-427d-91f7-da41837c1761" providerId="AD" clId="Web-{6127EAFD-46E8-B193-BA89-268907F23CAB}" dt="2024-07-03T21:25:36.095" v="344" actId="20577"/>
          <ac:spMkLst>
            <pc:docMk/>
            <pc:sldMk cId="3271451824" sldId="276"/>
            <ac:spMk id="5" creationId="{58C3E639-1425-2A78-F77E-6641E4FA93A7}"/>
          </ac:spMkLst>
        </pc:spChg>
        <pc:spChg chg="mod">
          <ac:chgData name="Casey.Golden" userId="S::casey.golden@target.com::0b7f323d-c643-427d-91f7-da41837c1761" providerId="AD" clId="Web-{6127EAFD-46E8-B193-BA89-268907F23CAB}" dt="2024-07-03T21:10:00.605" v="325" actId="20577"/>
          <ac:spMkLst>
            <pc:docMk/>
            <pc:sldMk cId="3271451824" sldId="276"/>
            <ac:spMk id="7" creationId="{65CAE7AC-4FDA-9E9D-E651-29C83FC466BE}"/>
          </ac:spMkLst>
        </pc:spChg>
        <pc:spChg chg="mod">
          <ac:chgData name="Casey.Golden" userId="S::casey.golden@target.com::0b7f323d-c643-427d-91f7-da41837c1761" providerId="AD" clId="Web-{6127EAFD-46E8-B193-BA89-268907F23CAB}" dt="2024-07-03T21:20:18.368" v="340" actId="20577"/>
          <ac:spMkLst>
            <pc:docMk/>
            <pc:sldMk cId="3271451824" sldId="276"/>
            <ac:spMk id="11" creationId="{5ACC85F3-E94A-D21C-18D8-103580FC7BD1}"/>
          </ac:spMkLst>
        </pc:spChg>
        <pc:spChg chg="add del mod">
          <ac:chgData name="Casey.Golden" userId="S::casey.golden@target.com::0b7f323d-c643-427d-91f7-da41837c1761" providerId="AD" clId="Web-{6127EAFD-46E8-B193-BA89-268907F23CAB}" dt="2024-07-03T20:55:32.511" v="183"/>
          <ac:spMkLst>
            <pc:docMk/>
            <pc:sldMk cId="3271451824" sldId="276"/>
            <ac:spMk id="14" creationId="{BDE15A4D-828B-5C7F-EB7F-D008576E032A}"/>
          </ac:spMkLst>
        </pc:spChg>
        <pc:spChg chg="mod">
          <ac:chgData name="Casey.Golden" userId="S::casey.golden@target.com::0b7f323d-c643-427d-91f7-da41837c1761" providerId="AD" clId="Web-{6127EAFD-46E8-B193-BA89-268907F23CAB}" dt="2024-07-03T20:55:30.979" v="182" actId="20577"/>
          <ac:spMkLst>
            <pc:docMk/>
            <pc:sldMk cId="3271451824" sldId="276"/>
            <ac:spMk id="15" creationId="{671439F8-AF1A-8CBD-8558-9D0796B99E3E}"/>
          </ac:spMkLst>
        </pc:spChg>
        <pc:spChg chg="add del mod">
          <ac:chgData name="Casey.Golden" userId="S::casey.golden@target.com::0b7f323d-c643-427d-91f7-da41837c1761" providerId="AD" clId="Web-{6127EAFD-46E8-B193-BA89-268907F23CAB}" dt="2024-07-03T21:20:19.197" v="341"/>
          <ac:spMkLst>
            <pc:docMk/>
            <pc:sldMk cId="3271451824" sldId="276"/>
            <ac:spMk id="19" creationId="{C24AC308-FE5A-C510-618D-2F1EBF12D720}"/>
          </ac:spMkLst>
        </pc:spChg>
        <pc:spChg chg="add del mod">
          <ac:chgData name="Casey.Golden" userId="S::casey.golden@target.com::0b7f323d-c643-427d-91f7-da41837c1761" providerId="AD" clId="Web-{6127EAFD-46E8-B193-BA89-268907F23CAB}" dt="2024-07-03T21:06:49.216" v="195"/>
          <ac:spMkLst>
            <pc:docMk/>
            <pc:sldMk cId="3271451824" sldId="276"/>
            <ac:spMk id="20" creationId="{53E5B948-5D5F-D39A-3832-9CCE2F22B630}"/>
          </ac:spMkLst>
        </pc:spChg>
        <pc:spChg chg="mod">
          <ac:chgData name="Casey.Golden" userId="S::casey.golden@target.com::0b7f323d-c643-427d-91f7-da41837c1761" providerId="AD" clId="Web-{6127EAFD-46E8-B193-BA89-268907F23CAB}" dt="2024-07-03T21:10:57.390" v="332" actId="20577"/>
          <ac:spMkLst>
            <pc:docMk/>
            <pc:sldMk cId="3271451824" sldId="276"/>
            <ac:spMk id="26" creationId="{31363D33-36D6-8FE1-B883-153B35ACA5E2}"/>
          </ac:spMkLst>
        </pc:spChg>
        <pc:spChg chg="mod">
          <ac:chgData name="Casey.Golden" userId="S::casey.golden@target.com::0b7f323d-c643-427d-91f7-da41837c1761" providerId="AD" clId="Web-{6127EAFD-46E8-B193-BA89-268907F23CAB}" dt="2024-07-03T21:10:24.763" v="330" actId="20577"/>
          <ac:spMkLst>
            <pc:docMk/>
            <pc:sldMk cId="3271451824" sldId="276"/>
            <ac:spMk id="27" creationId="{2DFAF25E-D8B3-62F4-0DE3-3D9BC656671F}"/>
          </ac:spMkLst>
        </pc:spChg>
      </pc:sldChg>
      <pc:sldChg chg="addSp delSp modSp">
        <pc:chgData name="Casey.Golden" userId="S::casey.golden@target.com::0b7f323d-c643-427d-91f7-da41837c1761" providerId="AD" clId="Web-{6127EAFD-46E8-B193-BA89-268907F23CAB}" dt="2024-07-03T21:13:36.355" v="337"/>
        <pc:sldMkLst>
          <pc:docMk/>
          <pc:sldMk cId="3539278910" sldId="301"/>
        </pc:sldMkLst>
        <pc:spChg chg="add del mod">
          <ac:chgData name="Casey.Golden" userId="S::casey.golden@target.com::0b7f323d-c643-427d-91f7-da41837c1761" providerId="AD" clId="Web-{6127EAFD-46E8-B193-BA89-268907F23CAB}" dt="2024-07-03T20:29:06.582" v="9"/>
          <ac:spMkLst>
            <pc:docMk/>
            <pc:sldMk cId="3539278910" sldId="301"/>
            <ac:spMk id="5" creationId="{3521A561-A09E-E5A0-53F2-78695B76695B}"/>
          </ac:spMkLst>
        </pc:spChg>
        <pc:spChg chg="mod">
          <ac:chgData name="Casey.Golden" userId="S::casey.golden@target.com::0b7f323d-c643-427d-91f7-da41837c1761" providerId="AD" clId="Web-{6127EAFD-46E8-B193-BA89-268907F23CAB}" dt="2024-07-03T20:55:46.449" v="190" actId="20577"/>
          <ac:spMkLst>
            <pc:docMk/>
            <pc:sldMk cId="3539278910" sldId="301"/>
            <ac:spMk id="8" creationId="{8C893A1C-2749-2706-F454-CF044EC7703F}"/>
          </ac:spMkLst>
        </pc:spChg>
        <pc:spChg chg="add del mod">
          <ac:chgData name="Casey.Golden" userId="S::casey.golden@target.com::0b7f323d-c643-427d-91f7-da41837c1761" providerId="AD" clId="Web-{6127EAFD-46E8-B193-BA89-268907F23CAB}" dt="2024-07-03T20:55:46.793" v="191"/>
          <ac:spMkLst>
            <pc:docMk/>
            <pc:sldMk cId="3539278910" sldId="301"/>
            <ac:spMk id="10" creationId="{251E5936-249B-DB4A-F10F-5076053D1F9C}"/>
          </ac:spMkLst>
        </pc:spChg>
        <pc:spChg chg="mod">
          <ac:chgData name="Casey.Golden" userId="S::casey.golden@target.com::0b7f323d-c643-427d-91f7-da41837c1761" providerId="AD" clId="Web-{6127EAFD-46E8-B193-BA89-268907F23CAB}" dt="2024-07-03T20:55:49.637" v="193" actId="20577"/>
          <ac:spMkLst>
            <pc:docMk/>
            <pc:sldMk cId="3539278910" sldId="301"/>
            <ac:spMk id="11" creationId="{761DA64A-CFE6-885D-BB2D-29A5E7F4EF46}"/>
          </ac:spMkLst>
        </pc:spChg>
        <pc:spChg chg="add del mod">
          <ac:chgData name="Casey.Golden" userId="S::casey.golden@target.com::0b7f323d-c643-427d-91f7-da41837c1761" providerId="AD" clId="Web-{6127EAFD-46E8-B193-BA89-268907F23CAB}" dt="2024-07-03T21:13:36.355" v="337"/>
          <ac:spMkLst>
            <pc:docMk/>
            <pc:sldMk cId="3539278910" sldId="301"/>
            <ac:spMk id="12" creationId="{FA2C5DD4-6CC1-F16C-A704-0CDA924808FD}"/>
          </ac:spMkLst>
        </pc:spChg>
        <pc:spChg chg="mod">
          <ac:chgData name="Casey.Golden" userId="S::casey.golden@target.com::0b7f323d-c643-427d-91f7-da41837c1761" providerId="AD" clId="Web-{6127EAFD-46E8-B193-BA89-268907F23CAB}" dt="2024-07-03T21:13:33.948" v="336" actId="20577"/>
          <ac:spMkLst>
            <pc:docMk/>
            <pc:sldMk cId="3539278910" sldId="301"/>
            <ac:spMk id="15" creationId="{AEA7EBA3-7174-8BFE-D5D1-E6ABFFED0206}"/>
          </ac:spMkLst>
        </pc:spChg>
      </pc:sldChg>
      <pc:sldChg chg="addSp modSp">
        <pc:chgData name="Casey.Golden" userId="S::casey.golden@target.com::0b7f323d-c643-427d-91f7-da41837c1761" providerId="AD" clId="Web-{6127EAFD-46E8-B193-BA89-268907F23CAB}" dt="2024-07-03T20:29:16.692" v="15" actId="1076"/>
        <pc:sldMkLst>
          <pc:docMk/>
          <pc:sldMk cId="1782378845" sldId="302"/>
        </pc:sldMkLst>
        <pc:spChg chg="add mod">
          <ac:chgData name="Casey.Golden" userId="S::casey.golden@target.com::0b7f323d-c643-427d-91f7-da41837c1761" providerId="AD" clId="Web-{6127EAFD-46E8-B193-BA89-268907F23CAB}" dt="2024-07-03T20:29:16.692" v="15" actId="1076"/>
          <ac:spMkLst>
            <pc:docMk/>
            <pc:sldMk cId="1782378845" sldId="302"/>
            <ac:spMk id="5" creationId="{61C50716-E90E-4ED7-BE80-1265CC20691E}"/>
          </ac:spMkLst>
        </pc:spChg>
      </pc:sldChg>
      <pc:sldChg chg="del">
        <pc:chgData name="Casey.Golden" userId="S::casey.golden@target.com::0b7f323d-c643-427d-91f7-da41837c1761" providerId="AD" clId="Web-{6127EAFD-46E8-B193-BA89-268907F23CAB}" dt="2024-07-03T20:32:12.198" v="115"/>
        <pc:sldMkLst>
          <pc:docMk/>
          <pc:sldMk cId="1828051332" sldId="303"/>
        </pc:sldMkLst>
      </pc:sldChg>
      <pc:sldChg chg="new del">
        <pc:chgData name="Casey.Golden" userId="S::casey.golden@target.com::0b7f323d-c643-427d-91f7-da41837c1761" providerId="AD" clId="Web-{6127EAFD-46E8-B193-BA89-268907F23CAB}" dt="2024-07-03T20:30:11.991" v="38"/>
        <pc:sldMkLst>
          <pc:docMk/>
          <pc:sldMk cId="3770075676" sldId="304"/>
        </pc:sldMkLst>
      </pc:sldChg>
      <pc:sldChg chg="delSp modSp new">
        <pc:chgData name="Casey.Golden" userId="S::casey.golden@target.com::0b7f323d-c643-427d-91f7-da41837c1761" providerId="AD" clId="Web-{6127EAFD-46E8-B193-BA89-268907F23CAB}" dt="2024-07-03T20:30:10.131" v="37"/>
        <pc:sldMkLst>
          <pc:docMk/>
          <pc:sldMk cId="4273268042" sldId="305"/>
        </pc:sldMkLst>
        <pc:spChg chg="mod">
          <ac:chgData name="Casey.Golden" userId="S::casey.golden@target.com::0b7f323d-c643-427d-91f7-da41837c1761" providerId="AD" clId="Web-{6127EAFD-46E8-B193-BA89-268907F23CAB}" dt="2024-07-03T20:30:04.053" v="34" actId="20577"/>
          <ac:spMkLst>
            <pc:docMk/>
            <pc:sldMk cId="4273268042" sldId="305"/>
            <ac:spMk id="2" creationId="{04B4B4BC-2878-4225-A0BD-E6618B204EF6}"/>
          </ac:spMkLst>
        </pc:spChg>
        <pc:spChg chg="del">
          <ac:chgData name="Casey.Golden" userId="S::casey.golden@target.com::0b7f323d-c643-427d-91f7-da41837c1761" providerId="AD" clId="Web-{6127EAFD-46E8-B193-BA89-268907F23CAB}" dt="2024-07-03T20:30:10.131" v="37"/>
          <ac:spMkLst>
            <pc:docMk/>
            <pc:sldMk cId="4273268042" sldId="305"/>
            <ac:spMk id="3" creationId="{A2A50C58-5F90-BBA9-61AE-244267AE9EBA}"/>
          </ac:spMkLst>
        </pc:spChg>
        <pc:spChg chg="del">
          <ac:chgData name="Casey.Golden" userId="S::casey.golden@target.com::0b7f323d-c643-427d-91f7-da41837c1761" providerId="AD" clId="Web-{6127EAFD-46E8-B193-BA89-268907F23CAB}" dt="2024-07-03T20:30:06.568" v="36"/>
          <ac:spMkLst>
            <pc:docMk/>
            <pc:sldMk cId="4273268042" sldId="305"/>
            <ac:spMk id="4" creationId="{49A04AF2-D626-231B-693E-599892A0FCC7}"/>
          </ac:spMkLst>
        </pc:spChg>
        <pc:spChg chg="del">
          <ac:chgData name="Casey.Golden" userId="S::casey.golden@target.com::0b7f323d-c643-427d-91f7-da41837c1761" providerId="AD" clId="Web-{6127EAFD-46E8-B193-BA89-268907F23CAB}" dt="2024-07-03T20:30:06.568" v="35"/>
          <ac:spMkLst>
            <pc:docMk/>
            <pc:sldMk cId="4273268042" sldId="305"/>
            <ac:spMk id="5" creationId="{17B0E645-A722-5ACC-67C3-879CE5758008}"/>
          </ac:spMkLst>
        </pc:spChg>
      </pc:sldChg>
      <pc:sldChg chg="modSp add replId">
        <pc:chgData name="Casey.Golden" userId="S::casey.golden@target.com::0b7f323d-c643-427d-91f7-da41837c1761" providerId="AD" clId="Web-{6127EAFD-46E8-B193-BA89-268907F23CAB}" dt="2024-07-03T20:32:02.932" v="112" actId="20577"/>
        <pc:sldMkLst>
          <pc:docMk/>
          <pc:sldMk cId="2531207088" sldId="306"/>
        </pc:sldMkLst>
        <pc:spChg chg="mod">
          <ac:chgData name="Casey.Golden" userId="S::casey.golden@target.com::0b7f323d-c643-427d-91f7-da41837c1761" providerId="AD" clId="Web-{6127EAFD-46E8-B193-BA89-268907F23CAB}" dt="2024-07-03T20:32:02.932" v="112" actId="20577"/>
          <ac:spMkLst>
            <pc:docMk/>
            <pc:sldMk cId="2531207088" sldId="306"/>
            <ac:spMk id="2" creationId="{04B4B4BC-2878-4225-A0BD-E6618B204EF6}"/>
          </ac:spMkLst>
        </pc:spChg>
      </pc:sldChg>
      <pc:sldChg chg="delSp modSp add ord replId">
        <pc:chgData name="Casey.Golden" userId="S::casey.golden@target.com::0b7f323d-c643-427d-91f7-da41837c1761" providerId="AD" clId="Web-{6127EAFD-46E8-B193-BA89-268907F23CAB}" dt="2024-07-03T20:32:55.668" v="176" actId="20577"/>
        <pc:sldMkLst>
          <pc:docMk/>
          <pc:sldMk cId="739426426" sldId="307"/>
        </pc:sldMkLst>
        <pc:spChg chg="mod">
          <ac:chgData name="Casey.Golden" userId="S::casey.golden@target.com::0b7f323d-c643-427d-91f7-da41837c1761" providerId="AD" clId="Web-{6127EAFD-46E8-B193-BA89-268907F23CAB}" dt="2024-07-03T20:32:55.668" v="176" actId="20577"/>
          <ac:spMkLst>
            <pc:docMk/>
            <pc:sldMk cId="739426426" sldId="307"/>
            <ac:spMk id="4" creationId="{0794D8A2-7FCB-D86C-B38A-75585DAEE255}"/>
          </ac:spMkLst>
        </pc:spChg>
        <pc:spChg chg="del">
          <ac:chgData name="Casey.Golden" userId="S::casey.golden@target.com::0b7f323d-c643-427d-91f7-da41837c1761" providerId="AD" clId="Web-{6127EAFD-46E8-B193-BA89-268907F23CAB}" dt="2024-07-03T20:32:26.526" v="117"/>
          <ac:spMkLst>
            <pc:docMk/>
            <pc:sldMk cId="739426426" sldId="307"/>
            <ac:spMk id="8" creationId="{CFBB4114-BF03-FEDC-94BD-2FB212351748}"/>
          </ac:spMkLst>
        </pc:spChg>
      </pc:sldChg>
    </pc:docChg>
  </pc:docChgLst>
  <pc:docChgLst>
    <pc:chgData name="Casey.Golden" userId="S::casey.golden@target.com::0b7f323d-c643-427d-91f7-da41837c1761" providerId="AD" clId="Web-{2F271FCB-3E79-DAA8-873F-287BFE4387DB}"/>
    <pc:docChg chg="addSld modSld">
      <pc:chgData name="Casey.Golden" userId="S::casey.golden@target.com::0b7f323d-c643-427d-91f7-da41837c1761" providerId="AD" clId="Web-{2F271FCB-3E79-DAA8-873F-287BFE4387DB}" dt="2023-09-29T13:42:40.250" v="130" actId="20577"/>
      <pc:docMkLst>
        <pc:docMk/>
      </pc:docMkLst>
      <pc:sldChg chg="addSp delSp modSp">
        <pc:chgData name="Casey.Golden" userId="S::casey.golden@target.com::0b7f323d-c643-427d-91f7-da41837c1761" providerId="AD" clId="Web-{2F271FCB-3E79-DAA8-873F-287BFE4387DB}" dt="2023-09-29T13:42:40.250" v="130" actId="20577"/>
        <pc:sldMkLst>
          <pc:docMk/>
          <pc:sldMk cId="1559939775" sldId="263"/>
        </pc:sldMkLst>
        <pc:spChg chg="mod">
          <ac:chgData name="Casey.Golden" userId="S::casey.golden@target.com::0b7f323d-c643-427d-91f7-da41837c1761" providerId="AD" clId="Web-{2F271FCB-3E79-DAA8-873F-287BFE4387DB}" dt="2023-09-29T13:42:07.046" v="72" actId="20577"/>
          <ac:spMkLst>
            <pc:docMk/>
            <pc:sldMk cId="1559939775" sldId="263"/>
            <ac:spMk id="2" creationId="{35EBE435-69B5-F205-0521-DBB194A0D380}"/>
          </ac:spMkLst>
        </pc:spChg>
        <pc:spChg chg="mod">
          <ac:chgData name="Casey.Golden" userId="S::casey.golden@target.com::0b7f323d-c643-427d-91f7-da41837c1761" providerId="AD" clId="Web-{2F271FCB-3E79-DAA8-873F-287BFE4387DB}" dt="2023-09-29T13:42:09.827" v="73" actId="20577"/>
          <ac:spMkLst>
            <pc:docMk/>
            <pc:sldMk cId="1559939775" sldId="263"/>
            <ac:spMk id="9" creationId="{D482C848-563C-9C6E-CFAB-67F60E7BAC78}"/>
          </ac:spMkLst>
        </pc:spChg>
        <pc:spChg chg="mod">
          <ac:chgData name="Casey.Golden" userId="S::casey.golden@target.com::0b7f323d-c643-427d-91f7-da41837c1761" providerId="AD" clId="Web-{2F271FCB-3E79-DAA8-873F-287BFE4387DB}" dt="2023-09-29T13:42:40.250" v="130" actId="20577"/>
          <ac:spMkLst>
            <pc:docMk/>
            <pc:sldMk cId="1559939775" sldId="263"/>
            <ac:spMk id="11" creationId="{EF59C8BE-6CD4-F67B-1754-6159E13F98C7}"/>
          </ac:spMkLst>
        </pc:spChg>
        <pc:picChg chg="add mod modCrop">
          <ac:chgData name="Casey.Golden" userId="S::casey.golden@target.com::0b7f323d-c643-427d-91f7-da41837c1761" providerId="AD" clId="Web-{2F271FCB-3E79-DAA8-873F-287BFE4387DB}" dt="2023-09-28T19:05:52.144" v="54" actId="1076"/>
          <ac:picMkLst>
            <pc:docMk/>
            <pc:sldMk cId="1559939775" sldId="263"/>
            <ac:picMk id="4" creationId="{B7F4D3AF-8349-32BE-108E-10DC2AFDF1A0}"/>
          </ac:picMkLst>
        </pc:picChg>
        <pc:picChg chg="add del mod">
          <ac:chgData name="Casey.Golden" userId="S::casey.golden@target.com::0b7f323d-c643-427d-91f7-da41837c1761" providerId="AD" clId="Web-{2F271FCB-3E79-DAA8-873F-287BFE4387DB}" dt="2023-09-28T19:03:05.934" v="36"/>
          <ac:picMkLst>
            <pc:docMk/>
            <pc:sldMk cId="1559939775" sldId="263"/>
            <ac:picMk id="6" creationId="{E4B0894E-CD8F-6B9C-395D-97525E8C9520}"/>
          </ac:picMkLst>
        </pc:picChg>
        <pc:picChg chg="add mod modCrop">
          <ac:chgData name="Casey.Golden" userId="S::casey.golden@target.com::0b7f323d-c643-427d-91f7-da41837c1761" providerId="AD" clId="Web-{2F271FCB-3E79-DAA8-873F-287BFE4387DB}" dt="2023-09-28T19:05:14.314" v="45" actId="1076"/>
          <ac:picMkLst>
            <pc:docMk/>
            <pc:sldMk cId="1559939775" sldId="263"/>
            <ac:picMk id="8" creationId="{96F55F66-DD83-19EC-D3CE-2C713A909342}"/>
          </ac:picMkLst>
        </pc:picChg>
      </pc:sldChg>
      <pc:sldChg chg="modSp">
        <pc:chgData name="Casey.Golden" userId="S::casey.golden@target.com::0b7f323d-c643-427d-91f7-da41837c1761" providerId="AD" clId="Web-{2F271FCB-3E79-DAA8-873F-287BFE4387DB}" dt="2023-09-28T18:19:00.234" v="30" actId="1076"/>
        <pc:sldMkLst>
          <pc:docMk/>
          <pc:sldMk cId="3030060345" sldId="270"/>
        </pc:sldMkLst>
        <pc:spChg chg="mod">
          <ac:chgData name="Casey.Golden" userId="S::casey.golden@target.com::0b7f323d-c643-427d-91f7-da41837c1761" providerId="AD" clId="Web-{2F271FCB-3E79-DAA8-873F-287BFE4387DB}" dt="2023-09-28T18:19:00.234" v="30" actId="1076"/>
          <ac:spMkLst>
            <pc:docMk/>
            <pc:sldMk cId="3030060345" sldId="270"/>
            <ac:spMk id="7" creationId="{75253BA9-C35E-C6DB-8E8C-FF9315C48B81}"/>
          </ac:spMkLst>
        </pc:spChg>
      </pc:sldChg>
      <pc:sldChg chg="addSp modSp new">
        <pc:chgData name="Casey.Golden" userId="S::casey.golden@target.com::0b7f323d-c643-427d-91f7-da41837c1761" providerId="AD" clId="Web-{2F271FCB-3E79-DAA8-873F-287BFE4387DB}" dt="2023-09-28T16:59:56.256" v="29" actId="20577"/>
        <pc:sldMkLst>
          <pc:docMk/>
          <pc:sldMk cId="2360156995" sldId="272"/>
        </pc:sldMkLst>
        <pc:spChg chg="add mod">
          <ac:chgData name="Casey.Golden" userId="S::casey.golden@target.com::0b7f323d-c643-427d-91f7-da41837c1761" providerId="AD" clId="Web-{2F271FCB-3E79-DAA8-873F-287BFE4387DB}" dt="2023-09-28T16:59:56.256" v="29" actId="20577"/>
          <ac:spMkLst>
            <pc:docMk/>
            <pc:sldMk cId="2360156995" sldId="272"/>
            <ac:spMk id="5" creationId="{711C9A87-7670-F865-FB2E-DF9995A1465A}"/>
          </ac:spMkLst>
        </pc:spChg>
      </pc:sldChg>
    </pc:docChg>
  </pc:docChgLst>
  <pc:docChgLst>
    <pc:chgData clId="Web-{5FE2CE53-5980-20EC-9C15-E3FF1A048F95}"/>
    <pc:docChg chg="modSld">
      <pc:chgData name="" userId="" providerId="" clId="Web-{5FE2CE53-5980-20EC-9C15-E3FF1A048F95}" dt="2023-09-19T14:37:20.770" v="1"/>
      <pc:docMkLst>
        <pc:docMk/>
      </pc:docMkLst>
      <pc:sldChg chg="modSp">
        <pc:chgData name="" userId="" providerId="" clId="Web-{5FE2CE53-5980-20EC-9C15-E3FF1A048F95}" dt="2023-09-19T14:37:20.770" v="1"/>
        <pc:sldMkLst>
          <pc:docMk/>
          <pc:sldMk cId="3197212346" sldId="267"/>
        </pc:sldMkLst>
        <pc:graphicFrameChg chg="mod modGraphic">
          <ac:chgData name="" userId="" providerId="" clId="Web-{5FE2CE53-5980-20EC-9C15-E3FF1A048F95}" dt="2023-09-19T14:37:20.770" v="1"/>
          <ac:graphicFrameMkLst>
            <pc:docMk/>
            <pc:sldMk cId="3197212346" sldId="267"/>
            <ac:graphicFrameMk id="5" creationId="{C85D23B8-2D40-D8E7-123B-0F5AD669809E}"/>
          </ac:graphicFrameMkLst>
        </pc:graphicFrameChg>
      </pc:sldChg>
    </pc:docChg>
  </pc:docChgLst>
  <pc:docChgLst>
    <pc:chgData name="Casey.Golden" userId="S::casey.golden@target.com::0b7f323d-c643-427d-91f7-da41837c1761" providerId="AD" clId="Web-{EC50FDAB-7CD4-549F-4D0A-701600FA2C02}"/>
    <pc:docChg chg="addSld delSld modSld sldOrd">
      <pc:chgData name="Casey.Golden" userId="S::casey.golden@target.com::0b7f323d-c643-427d-91f7-da41837c1761" providerId="AD" clId="Web-{EC50FDAB-7CD4-549F-4D0A-701600FA2C02}" dt="2023-10-06T19:51:31.925" v="2785" actId="20577"/>
      <pc:docMkLst>
        <pc:docMk/>
      </pc:docMkLst>
      <pc:sldChg chg="delSp">
        <pc:chgData name="Casey.Golden" userId="S::casey.golden@target.com::0b7f323d-c643-427d-91f7-da41837c1761" providerId="AD" clId="Web-{EC50FDAB-7CD4-549F-4D0A-701600FA2C02}" dt="2023-10-06T17:52:30.376" v="1562"/>
        <pc:sldMkLst>
          <pc:docMk/>
          <pc:sldMk cId="3948900969" sldId="259"/>
        </pc:sldMkLst>
        <pc:spChg chg="del">
          <ac:chgData name="Casey.Golden" userId="S::casey.golden@target.com::0b7f323d-c643-427d-91f7-da41837c1761" providerId="AD" clId="Web-{EC50FDAB-7CD4-549F-4D0A-701600FA2C02}" dt="2023-10-06T17:52:30.376" v="1562"/>
          <ac:spMkLst>
            <pc:docMk/>
            <pc:sldMk cId="3948900969" sldId="259"/>
            <ac:spMk id="2" creationId="{EBAFEE53-6CD4-51CA-110E-05764D84E503}"/>
          </ac:spMkLst>
        </pc:spChg>
      </pc:sldChg>
      <pc:sldChg chg="del">
        <pc:chgData name="Casey.Golden" userId="S::casey.golden@target.com::0b7f323d-c643-427d-91f7-da41837c1761" providerId="AD" clId="Web-{EC50FDAB-7CD4-549F-4D0A-701600FA2C02}" dt="2023-10-06T15:41:27.459" v="220"/>
        <pc:sldMkLst>
          <pc:docMk/>
          <pc:sldMk cId="1777448919" sldId="264"/>
        </pc:sldMkLst>
      </pc:sldChg>
      <pc:sldChg chg="addSp delSp modSp ord modNotes">
        <pc:chgData name="Casey.Golden" userId="S::casey.golden@target.com::0b7f323d-c643-427d-91f7-da41837c1761" providerId="AD" clId="Web-{EC50FDAB-7CD4-549F-4D0A-701600FA2C02}" dt="2023-10-06T19:41:09.080" v="2782"/>
        <pc:sldMkLst>
          <pc:docMk/>
          <pc:sldMk cId="1336816715" sldId="266"/>
        </pc:sldMkLst>
        <pc:spChg chg="mod">
          <ac:chgData name="Casey.Golden" userId="S::casey.golden@target.com::0b7f323d-c643-427d-91f7-da41837c1761" providerId="AD" clId="Web-{EC50FDAB-7CD4-549F-4D0A-701600FA2C02}" dt="2023-10-06T16:41:02.176" v="1530" actId="20577"/>
          <ac:spMkLst>
            <pc:docMk/>
            <pc:sldMk cId="1336816715" sldId="266"/>
            <ac:spMk id="3" creationId="{0164AC60-B855-64D6-A685-06DC9D314B39}"/>
          </ac:spMkLst>
        </pc:spChg>
        <pc:spChg chg="mod ord">
          <ac:chgData name="Casey.Golden" userId="S::casey.golden@target.com::0b7f323d-c643-427d-91f7-da41837c1761" providerId="AD" clId="Web-{EC50FDAB-7CD4-549F-4D0A-701600FA2C02}" dt="2023-10-06T18:19:02.571" v="1954" actId="1076"/>
          <ac:spMkLst>
            <pc:docMk/>
            <pc:sldMk cId="1336816715" sldId="266"/>
            <ac:spMk id="4" creationId="{0C73BCB0-6334-2AF4-7D4F-7C31FD40B177}"/>
          </ac:spMkLst>
        </pc:spChg>
        <pc:spChg chg="add mod">
          <ac:chgData name="Casey.Golden" userId="S::casey.golden@target.com::0b7f323d-c643-427d-91f7-da41837c1761" providerId="AD" clId="Web-{EC50FDAB-7CD4-549F-4D0A-701600FA2C02}" dt="2023-10-06T18:55:18.863" v="2590" actId="1076"/>
          <ac:spMkLst>
            <pc:docMk/>
            <pc:sldMk cId="1336816715" sldId="266"/>
            <ac:spMk id="5" creationId="{FC07075E-3B83-DBA2-10E2-27C2FE3D5A36}"/>
          </ac:spMkLst>
        </pc:spChg>
        <pc:spChg chg="add mod">
          <ac:chgData name="Casey.Golden" userId="S::casey.golden@target.com::0b7f323d-c643-427d-91f7-da41837c1761" providerId="AD" clId="Web-{EC50FDAB-7CD4-549F-4D0A-701600FA2C02}" dt="2023-10-06T16:31:29.107" v="1280" actId="1076"/>
          <ac:spMkLst>
            <pc:docMk/>
            <pc:sldMk cId="1336816715" sldId="266"/>
            <ac:spMk id="8" creationId="{88086C37-06F7-B469-048C-F09DAA0FF5AE}"/>
          </ac:spMkLst>
        </pc:spChg>
        <pc:spChg chg="add mod">
          <ac:chgData name="Casey.Golden" userId="S::casey.golden@target.com::0b7f323d-c643-427d-91f7-da41837c1761" providerId="AD" clId="Web-{EC50FDAB-7CD4-549F-4D0A-701600FA2C02}" dt="2023-10-06T16:31:22.622" v="1277" actId="1076"/>
          <ac:spMkLst>
            <pc:docMk/>
            <pc:sldMk cId="1336816715" sldId="266"/>
            <ac:spMk id="9" creationId="{4AB88764-070B-6C0E-678E-0DD6ABE0FF18}"/>
          </ac:spMkLst>
        </pc:spChg>
        <pc:spChg chg="add mod">
          <ac:chgData name="Casey.Golden" userId="S::casey.golden@target.com::0b7f323d-c643-427d-91f7-da41837c1761" providerId="AD" clId="Web-{EC50FDAB-7CD4-549F-4D0A-701600FA2C02}" dt="2023-10-06T16:31:14.981" v="1274" actId="1076"/>
          <ac:spMkLst>
            <pc:docMk/>
            <pc:sldMk cId="1336816715" sldId="266"/>
            <ac:spMk id="10" creationId="{58C81A37-61D7-8C5E-D5A8-DFBB1B3F81B8}"/>
          </ac:spMkLst>
        </pc:spChg>
        <pc:spChg chg="add mod">
          <ac:chgData name="Casey.Golden" userId="S::casey.golden@target.com::0b7f323d-c643-427d-91f7-da41837c1761" providerId="AD" clId="Web-{EC50FDAB-7CD4-549F-4D0A-701600FA2C02}" dt="2023-10-06T16:31:04.356" v="1269" actId="1076"/>
          <ac:spMkLst>
            <pc:docMk/>
            <pc:sldMk cId="1336816715" sldId="266"/>
            <ac:spMk id="11" creationId="{73E98276-7AB5-F46B-D695-52D02D7DFE3E}"/>
          </ac:spMkLst>
        </pc:spChg>
        <pc:spChg chg="add mod">
          <ac:chgData name="Casey.Golden" userId="S::casey.golden@target.com::0b7f323d-c643-427d-91f7-da41837c1761" providerId="AD" clId="Web-{EC50FDAB-7CD4-549F-4D0A-701600FA2C02}" dt="2023-10-06T16:30:59.840" v="1266" actId="1076"/>
          <ac:spMkLst>
            <pc:docMk/>
            <pc:sldMk cId="1336816715" sldId="266"/>
            <ac:spMk id="12" creationId="{56E2AF18-F52D-6CC1-AF16-CBD47378B601}"/>
          </ac:spMkLst>
        </pc:spChg>
        <pc:spChg chg="add mod">
          <ac:chgData name="Casey.Golden" userId="S::casey.golden@target.com::0b7f323d-c643-427d-91f7-da41837c1761" providerId="AD" clId="Web-{EC50FDAB-7CD4-549F-4D0A-701600FA2C02}" dt="2023-10-06T16:28:28.178" v="1233" actId="1076"/>
          <ac:spMkLst>
            <pc:docMk/>
            <pc:sldMk cId="1336816715" sldId="266"/>
            <ac:spMk id="13" creationId="{25656DD4-D362-4A67-3A50-A25D2FB6AE12}"/>
          </ac:spMkLst>
        </pc:spChg>
        <pc:spChg chg="add mod">
          <ac:chgData name="Casey.Golden" userId="S::casey.golden@target.com::0b7f323d-c643-427d-91f7-da41837c1761" providerId="AD" clId="Web-{EC50FDAB-7CD4-549F-4D0A-701600FA2C02}" dt="2023-10-06T16:31:29.122" v="1281" actId="1076"/>
          <ac:spMkLst>
            <pc:docMk/>
            <pc:sldMk cId="1336816715" sldId="266"/>
            <ac:spMk id="14" creationId="{E20C7E1B-09DF-04AE-DC56-A13CC2133D37}"/>
          </ac:spMkLst>
        </pc:spChg>
        <pc:spChg chg="add mod">
          <ac:chgData name="Casey.Golden" userId="S::casey.golden@target.com::0b7f323d-c643-427d-91f7-da41837c1761" providerId="AD" clId="Web-{EC50FDAB-7CD4-549F-4D0A-701600FA2C02}" dt="2023-10-06T16:31:22.638" v="1278" actId="1076"/>
          <ac:spMkLst>
            <pc:docMk/>
            <pc:sldMk cId="1336816715" sldId="266"/>
            <ac:spMk id="15" creationId="{619B522F-7276-34A5-2D81-135F8EE93E36}"/>
          </ac:spMkLst>
        </pc:spChg>
        <pc:spChg chg="add mod">
          <ac:chgData name="Casey.Golden" userId="S::casey.golden@target.com::0b7f323d-c643-427d-91f7-da41837c1761" providerId="AD" clId="Web-{EC50FDAB-7CD4-549F-4D0A-701600FA2C02}" dt="2023-10-06T16:31:14.997" v="1275" actId="1076"/>
          <ac:spMkLst>
            <pc:docMk/>
            <pc:sldMk cId="1336816715" sldId="266"/>
            <ac:spMk id="16" creationId="{7AEAD961-897C-485D-4EE7-8EE2B6A6A319}"/>
          </ac:spMkLst>
        </pc:spChg>
        <pc:spChg chg="add mod">
          <ac:chgData name="Casey.Golden" userId="S::casey.golden@target.com::0b7f323d-c643-427d-91f7-da41837c1761" providerId="AD" clId="Web-{EC50FDAB-7CD4-549F-4D0A-701600FA2C02}" dt="2023-10-06T16:31:04.371" v="1270" actId="1076"/>
          <ac:spMkLst>
            <pc:docMk/>
            <pc:sldMk cId="1336816715" sldId="266"/>
            <ac:spMk id="17" creationId="{FEFAB56C-41C3-3E22-DE01-EF4CEA9B86B1}"/>
          </ac:spMkLst>
        </pc:spChg>
        <pc:spChg chg="add mod">
          <ac:chgData name="Casey.Golden" userId="S::casey.golden@target.com::0b7f323d-c643-427d-91f7-da41837c1761" providerId="AD" clId="Web-{EC50FDAB-7CD4-549F-4D0A-701600FA2C02}" dt="2023-10-06T16:30:59.871" v="1267" actId="1076"/>
          <ac:spMkLst>
            <pc:docMk/>
            <pc:sldMk cId="1336816715" sldId="266"/>
            <ac:spMk id="18" creationId="{E1FF2D9B-3053-8253-7FD5-73B4D8088D33}"/>
          </ac:spMkLst>
        </pc:spChg>
        <pc:spChg chg="add mod">
          <ac:chgData name="Casey.Golden" userId="S::casey.golden@target.com::0b7f323d-c643-427d-91f7-da41837c1761" providerId="AD" clId="Web-{EC50FDAB-7CD4-549F-4D0A-701600FA2C02}" dt="2023-10-06T16:28:28.193" v="1234" actId="1076"/>
          <ac:spMkLst>
            <pc:docMk/>
            <pc:sldMk cId="1336816715" sldId="266"/>
            <ac:spMk id="19" creationId="{9150B028-59AA-1A54-3837-7FE34B767992}"/>
          </ac:spMkLst>
        </pc:spChg>
        <pc:spChg chg="add mod">
          <ac:chgData name="Casey.Golden" userId="S::casey.golden@target.com::0b7f323d-c643-427d-91f7-da41837c1761" providerId="AD" clId="Web-{EC50FDAB-7CD4-549F-4D0A-701600FA2C02}" dt="2023-10-06T16:31:35.701" v="1283" actId="1076"/>
          <ac:spMkLst>
            <pc:docMk/>
            <pc:sldMk cId="1336816715" sldId="266"/>
            <ac:spMk id="20" creationId="{03F454D7-7766-4943-62A2-66ED01AA6CDE}"/>
          </ac:spMkLst>
        </pc:spChg>
        <pc:spChg chg="add mod">
          <ac:chgData name="Casey.Golden" userId="S::casey.golden@target.com::0b7f323d-c643-427d-91f7-da41837c1761" providerId="AD" clId="Web-{EC50FDAB-7CD4-549F-4D0A-701600FA2C02}" dt="2023-10-06T16:31:35.717" v="1284" actId="1076"/>
          <ac:spMkLst>
            <pc:docMk/>
            <pc:sldMk cId="1336816715" sldId="266"/>
            <ac:spMk id="21" creationId="{07D0DABC-1CB8-85FA-B375-3259D737A4D0}"/>
          </ac:spMkLst>
        </pc:spChg>
        <pc:spChg chg="add mod">
          <ac:chgData name="Casey.Golden" userId="S::casey.golden@target.com::0b7f323d-c643-427d-91f7-da41837c1761" providerId="AD" clId="Web-{EC50FDAB-7CD4-549F-4D0A-701600FA2C02}" dt="2023-10-06T16:31:35.732" v="1285" actId="1076"/>
          <ac:spMkLst>
            <pc:docMk/>
            <pc:sldMk cId="1336816715" sldId="266"/>
            <ac:spMk id="22" creationId="{6C1AABE4-6031-1E1E-C7E5-86FD5F0917EF}"/>
          </ac:spMkLst>
        </pc:spChg>
        <pc:spChg chg="add del mod">
          <ac:chgData name="Casey.Golden" userId="S::casey.golden@target.com::0b7f323d-c643-427d-91f7-da41837c1761" providerId="AD" clId="Web-{EC50FDAB-7CD4-549F-4D0A-701600FA2C02}" dt="2023-10-06T16:35:29.991" v="1302"/>
          <ac:spMkLst>
            <pc:docMk/>
            <pc:sldMk cId="1336816715" sldId="266"/>
            <ac:spMk id="23" creationId="{0BD6E338-08C5-9551-3F1B-396F2374BEE6}"/>
          </ac:spMkLst>
        </pc:spChg>
        <pc:spChg chg="add mod">
          <ac:chgData name="Casey.Golden" userId="S::casey.golden@target.com::0b7f323d-c643-427d-91f7-da41837c1761" providerId="AD" clId="Web-{EC50FDAB-7CD4-549F-4D0A-701600FA2C02}" dt="2023-10-06T18:05:40.059" v="1645" actId="1076"/>
          <ac:spMkLst>
            <pc:docMk/>
            <pc:sldMk cId="1336816715" sldId="266"/>
            <ac:spMk id="23" creationId="{AF1D2BE9-77CC-8AE0-E8F8-442703E04106}"/>
          </ac:spMkLst>
        </pc:spChg>
        <pc:spChg chg="add del mod">
          <ac:chgData name="Casey.Golden" userId="S::casey.golden@target.com::0b7f323d-c643-427d-91f7-da41837c1761" providerId="AD" clId="Web-{EC50FDAB-7CD4-549F-4D0A-701600FA2C02}" dt="2023-10-06T16:35:29.991" v="1301"/>
          <ac:spMkLst>
            <pc:docMk/>
            <pc:sldMk cId="1336816715" sldId="266"/>
            <ac:spMk id="24" creationId="{D676E292-A467-93E4-CAA7-331365E9888C}"/>
          </ac:spMkLst>
        </pc:spChg>
        <pc:spChg chg="add mod">
          <ac:chgData name="Casey.Golden" userId="S::casey.golden@target.com::0b7f323d-c643-427d-91f7-da41837c1761" providerId="AD" clId="Web-{EC50FDAB-7CD4-549F-4D0A-701600FA2C02}" dt="2023-10-06T18:08:48.644" v="1729" actId="20577"/>
          <ac:spMkLst>
            <pc:docMk/>
            <pc:sldMk cId="1336816715" sldId="266"/>
            <ac:spMk id="24" creationId="{EA7F5676-5B52-B969-838B-B2AA10FBD22E}"/>
          </ac:spMkLst>
        </pc:spChg>
        <pc:spChg chg="add mod">
          <ac:chgData name="Casey.Golden" userId="S::casey.golden@target.com::0b7f323d-c643-427d-91f7-da41837c1761" providerId="AD" clId="Web-{EC50FDAB-7CD4-549F-4D0A-701600FA2C02}" dt="2023-10-06T18:08:59.441" v="1730" actId="1076"/>
          <ac:spMkLst>
            <pc:docMk/>
            <pc:sldMk cId="1336816715" sldId="266"/>
            <ac:spMk id="25" creationId="{0A7E0A11-B890-F008-E491-655638A68817}"/>
          </ac:spMkLst>
        </pc:spChg>
        <pc:spChg chg="add del mod">
          <ac:chgData name="Casey.Golden" userId="S::casey.golden@target.com::0b7f323d-c643-427d-91f7-da41837c1761" providerId="AD" clId="Web-{EC50FDAB-7CD4-549F-4D0A-701600FA2C02}" dt="2023-10-06T16:26:40.814" v="1216"/>
          <ac:spMkLst>
            <pc:docMk/>
            <pc:sldMk cId="1336816715" sldId="266"/>
            <ac:spMk id="26" creationId="{11EBC6F8-CDE7-891B-188A-F8E2E79E9A8A}"/>
          </ac:spMkLst>
        </pc:spChg>
        <pc:spChg chg="add mod">
          <ac:chgData name="Casey.Golden" userId="S::casey.golden@target.com::0b7f323d-c643-427d-91f7-da41837c1761" providerId="AD" clId="Web-{EC50FDAB-7CD4-549F-4D0A-701600FA2C02}" dt="2023-10-06T18:08:59.457" v="1731" actId="1076"/>
          <ac:spMkLst>
            <pc:docMk/>
            <pc:sldMk cId="1336816715" sldId="266"/>
            <ac:spMk id="26" creationId="{E020322B-8907-EE06-114E-BC6893C4C958}"/>
          </ac:spMkLst>
        </pc:spChg>
        <pc:spChg chg="add mod">
          <ac:chgData name="Casey.Golden" userId="S::casey.golden@target.com::0b7f323d-c643-427d-91f7-da41837c1761" providerId="AD" clId="Web-{EC50FDAB-7CD4-549F-4D0A-701600FA2C02}" dt="2023-10-06T16:28:52.069" v="1238" actId="20577"/>
          <ac:spMkLst>
            <pc:docMk/>
            <pc:sldMk cId="1336816715" sldId="266"/>
            <ac:spMk id="27" creationId="{EA818279-6B6B-9787-B846-6C3BEDC6FBD3}"/>
          </ac:spMkLst>
        </pc:spChg>
        <pc:spChg chg="add mod">
          <ac:chgData name="Casey.Golden" userId="S::casey.golden@target.com::0b7f323d-c643-427d-91f7-da41837c1761" providerId="AD" clId="Web-{EC50FDAB-7CD4-549F-4D0A-701600FA2C02}" dt="2023-10-06T16:30:59.887" v="1268" actId="1076"/>
          <ac:spMkLst>
            <pc:docMk/>
            <pc:sldMk cId="1336816715" sldId="266"/>
            <ac:spMk id="28" creationId="{BD365843-5AA5-4E79-0DC2-4E6B6882BA6C}"/>
          </ac:spMkLst>
        </pc:spChg>
        <pc:spChg chg="add mod">
          <ac:chgData name="Casey.Golden" userId="S::casey.golden@target.com::0b7f323d-c643-427d-91f7-da41837c1761" providerId="AD" clId="Web-{EC50FDAB-7CD4-549F-4D0A-701600FA2C02}" dt="2023-10-06T16:31:04.387" v="1271" actId="1076"/>
          <ac:spMkLst>
            <pc:docMk/>
            <pc:sldMk cId="1336816715" sldId="266"/>
            <ac:spMk id="29" creationId="{348C8374-62CC-6A19-BBDD-F3D7FE71781F}"/>
          </ac:spMkLst>
        </pc:spChg>
        <pc:spChg chg="add mod">
          <ac:chgData name="Casey.Golden" userId="S::casey.golden@target.com::0b7f323d-c643-427d-91f7-da41837c1761" providerId="AD" clId="Web-{EC50FDAB-7CD4-549F-4D0A-701600FA2C02}" dt="2023-10-06T16:31:15.012" v="1276" actId="1076"/>
          <ac:spMkLst>
            <pc:docMk/>
            <pc:sldMk cId="1336816715" sldId="266"/>
            <ac:spMk id="30" creationId="{72D27321-F406-625D-9C18-04DB19C5D3F7}"/>
          </ac:spMkLst>
        </pc:spChg>
        <pc:spChg chg="add mod">
          <ac:chgData name="Casey.Golden" userId="S::casey.golden@target.com::0b7f323d-c643-427d-91f7-da41837c1761" providerId="AD" clId="Web-{EC50FDAB-7CD4-549F-4D0A-701600FA2C02}" dt="2023-10-06T16:31:22.653" v="1279" actId="1076"/>
          <ac:spMkLst>
            <pc:docMk/>
            <pc:sldMk cId="1336816715" sldId="266"/>
            <ac:spMk id="31" creationId="{2B62B923-8E4F-5428-DBAF-30D601E8099A}"/>
          </ac:spMkLst>
        </pc:spChg>
        <pc:spChg chg="add mod">
          <ac:chgData name="Casey.Golden" userId="S::casey.golden@target.com::0b7f323d-c643-427d-91f7-da41837c1761" providerId="AD" clId="Web-{EC50FDAB-7CD4-549F-4D0A-701600FA2C02}" dt="2023-10-06T16:31:29.153" v="1282" actId="1076"/>
          <ac:spMkLst>
            <pc:docMk/>
            <pc:sldMk cId="1336816715" sldId="266"/>
            <ac:spMk id="32" creationId="{B7374B71-ED1F-F704-3E10-33B3B6698C38}"/>
          </ac:spMkLst>
        </pc:spChg>
        <pc:spChg chg="add mod">
          <ac:chgData name="Casey.Golden" userId="S::casey.golden@target.com::0b7f323d-c643-427d-91f7-da41837c1761" providerId="AD" clId="Web-{EC50FDAB-7CD4-549F-4D0A-701600FA2C02}" dt="2023-10-06T18:08:59.472" v="1732" actId="1076"/>
          <ac:spMkLst>
            <pc:docMk/>
            <pc:sldMk cId="1336816715" sldId="266"/>
            <ac:spMk id="37" creationId="{8E5276CF-6487-C952-86F8-D8D3AF87B9FD}"/>
          </ac:spMkLst>
        </pc:spChg>
        <pc:spChg chg="add mod">
          <ac:chgData name="Casey.Golden" userId="S::casey.golden@target.com::0b7f323d-c643-427d-91f7-da41837c1761" providerId="AD" clId="Web-{EC50FDAB-7CD4-549F-4D0A-701600FA2C02}" dt="2023-10-06T18:11:03.883" v="1862" actId="20577"/>
          <ac:spMkLst>
            <pc:docMk/>
            <pc:sldMk cId="1336816715" sldId="266"/>
            <ac:spMk id="38" creationId="{100878EB-71D7-E936-F8CD-126F83D756AE}"/>
          </ac:spMkLst>
        </pc:spChg>
        <pc:cxnChg chg="add mod">
          <ac:chgData name="Casey.Golden" userId="S::casey.golden@target.com::0b7f323d-c643-427d-91f7-da41837c1761" providerId="AD" clId="Web-{EC50FDAB-7CD4-549F-4D0A-701600FA2C02}" dt="2023-10-06T16:31:46.592" v="1287" actId="14100"/>
          <ac:cxnSpMkLst>
            <pc:docMk/>
            <pc:sldMk cId="1336816715" sldId="266"/>
            <ac:cxnSpMk id="7" creationId="{AA28550A-0B4E-6DE9-FB3D-1ABCBA180FA5}"/>
          </ac:cxnSpMkLst>
        </pc:cxnChg>
        <pc:cxnChg chg="add del mod">
          <ac:chgData name="Casey.Golden" userId="S::casey.golden@target.com::0b7f323d-c643-427d-91f7-da41837c1761" providerId="AD" clId="Web-{EC50FDAB-7CD4-549F-4D0A-701600FA2C02}" dt="2023-10-06T16:27:58.723" v="1231"/>
          <ac:cxnSpMkLst>
            <pc:docMk/>
            <pc:sldMk cId="1336816715" sldId="266"/>
            <ac:cxnSpMk id="25" creationId="{4A5BFCBD-9BBE-10AD-D73D-E49904E8A40A}"/>
          </ac:cxnSpMkLst>
        </pc:cxnChg>
        <pc:cxnChg chg="add mod">
          <ac:chgData name="Casey.Golden" userId="S::casey.golden@target.com::0b7f323d-c643-427d-91f7-da41837c1761" providerId="AD" clId="Web-{EC50FDAB-7CD4-549F-4D0A-701600FA2C02}" dt="2023-10-06T16:31:54.920" v="1290" actId="14100"/>
          <ac:cxnSpMkLst>
            <pc:docMk/>
            <pc:sldMk cId="1336816715" sldId="266"/>
            <ac:cxnSpMk id="33" creationId="{503FF458-6DD6-A8F1-DFF6-C5D9544D573E}"/>
          </ac:cxnSpMkLst>
        </pc:cxnChg>
        <pc:cxnChg chg="add mod">
          <ac:chgData name="Casey.Golden" userId="S::casey.golden@target.com::0b7f323d-c643-427d-91f7-da41837c1761" providerId="AD" clId="Web-{EC50FDAB-7CD4-549F-4D0A-701600FA2C02}" dt="2023-10-06T16:32:03.342" v="1293" actId="14100"/>
          <ac:cxnSpMkLst>
            <pc:docMk/>
            <pc:sldMk cId="1336816715" sldId="266"/>
            <ac:cxnSpMk id="34" creationId="{8A899E66-13C7-668A-6CC4-898226379ABD}"/>
          </ac:cxnSpMkLst>
        </pc:cxnChg>
        <pc:cxnChg chg="add mod">
          <ac:chgData name="Casey.Golden" userId="S::casey.golden@target.com::0b7f323d-c643-427d-91f7-da41837c1761" providerId="AD" clId="Web-{EC50FDAB-7CD4-549F-4D0A-701600FA2C02}" dt="2023-10-06T16:32:13.452" v="1296" actId="14100"/>
          <ac:cxnSpMkLst>
            <pc:docMk/>
            <pc:sldMk cId="1336816715" sldId="266"/>
            <ac:cxnSpMk id="35" creationId="{AB0B3E40-7341-A5C2-B7C0-650397BB60B2}"/>
          </ac:cxnSpMkLst>
        </pc:cxnChg>
        <pc:cxnChg chg="add mod">
          <ac:chgData name="Casey.Golden" userId="S::casey.golden@target.com::0b7f323d-c643-427d-91f7-da41837c1761" providerId="AD" clId="Web-{EC50FDAB-7CD4-549F-4D0A-701600FA2C02}" dt="2023-10-06T16:32:26.452" v="1299" actId="14100"/>
          <ac:cxnSpMkLst>
            <pc:docMk/>
            <pc:sldMk cId="1336816715" sldId="266"/>
            <ac:cxnSpMk id="36" creationId="{8D374A89-A190-97B8-AE25-A51F08F0A143}"/>
          </ac:cxnSpMkLst>
        </pc:cxnChg>
      </pc:sldChg>
      <pc:sldChg chg="modSp">
        <pc:chgData name="Casey.Golden" userId="S::casey.golden@target.com::0b7f323d-c643-427d-91f7-da41837c1761" providerId="AD" clId="Web-{EC50FDAB-7CD4-549F-4D0A-701600FA2C02}" dt="2023-10-06T18:41:48.619" v="2004" actId="1076"/>
        <pc:sldMkLst>
          <pc:docMk/>
          <pc:sldMk cId="3197212346" sldId="267"/>
        </pc:sldMkLst>
        <pc:spChg chg="mod">
          <ac:chgData name="Casey.Golden" userId="S::casey.golden@target.com::0b7f323d-c643-427d-91f7-da41837c1761" providerId="AD" clId="Web-{EC50FDAB-7CD4-549F-4D0A-701600FA2C02}" dt="2023-10-06T18:41:48.619" v="2004" actId="1076"/>
          <ac:spMkLst>
            <pc:docMk/>
            <pc:sldMk cId="3197212346" sldId="267"/>
            <ac:spMk id="4" creationId="{A6733807-66DD-15C9-6E0A-771DB8903995}"/>
          </ac:spMkLst>
        </pc:spChg>
      </pc:sldChg>
      <pc:sldChg chg="addSp delSp modSp">
        <pc:chgData name="Casey.Golden" userId="S::casey.golden@target.com::0b7f323d-c643-427d-91f7-da41837c1761" providerId="AD" clId="Web-{EC50FDAB-7CD4-549F-4D0A-701600FA2C02}" dt="2023-10-06T19:51:31.925" v="2785" actId="20577"/>
        <pc:sldMkLst>
          <pc:docMk/>
          <pc:sldMk cId="548771273" sldId="268"/>
        </pc:sldMkLst>
        <pc:spChg chg="mod">
          <ac:chgData name="Casey.Golden" userId="S::casey.golden@target.com::0b7f323d-c643-427d-91f7-da41837c1761" providerId="AD" clId="Web-{EC50FDAB-7CD4-549F-4D0A-701600FA2C02}" dt="2023-10-06T19:51:31.925" v="2785" actId="20577"/>
          <ac:spMkLst>
            <pc:docMk/>
            <pc:sldMk cId="548771273" sldId="268"/>
            <ac:spMk id="4" creationId="{D88C0C94-2399-2DF5-5E6C-327FB6E44AED}"/>
          </ac:spMkLst>
        </pc:spChg>
        <pc:spChg chg="mod">
          <ac:chgData name="Casey.Golden" userId="S::casey.golden@target.com::0b7f323d-c643-427d-91f7-da41837c1761" providerId="AD" clId="Web-{EC50FDAB-7CD4-549F-4D0A-701600FA2C02}" dt="2023-10-06T18:25:27.443" v="1970" actId="20577"/>
          <ac:spMkLst>
            <pc:docMk/>
            <pc:sldMk cId="548771273" sldId="268"/>
            <ac:spMk id="5" creationId="{03A0977D-8BEC-F32B-16F3-C7C967B120E3}"/>
          </ac:spMkLst>
        </pc:spChg>
        <pc:spChg chg="del mod">
          <ac:chgData name="Casey.Golden" userId="S::casey.golden@target.com::0b7f323d-c643-427d-91f7-da41837c1761" providerId="AD" clId="Web-{EC50FDAB-7CD4-549F-4D0A-701600FA2C02}" dt="2023-10-06T18:42:11.729" v="2050"/>
          <ac:spMkLst>
            <pc:docMk/>
            <pc:sldMk cId="548771273" sldId="268"/>
            <ac:spMk id="6" creationId="{832BF4FC-93D0-C4C0-9D73-A19C0EDC49DD}"/>
          </ac:spMkLst>
        </pc:spChg>
        <pc:spChg chg="add mod">
          <ac:chgData name="Casey.Golden" userId="S::casey.golden@target.com::0b7f323d-c643-427d-91f7-da41837c1761" providerId="AD" clId="Web-{EC50FDAB-7CD4-549F-4D0A-701600FA2C02}" dt="2023-10-06T18:42:09.182" v="2049" actId="20577"/>
          <ac:spMkLst>
            <pc:docMk/>
            <pc:sldMk cId="548771273" sldId="268"/>
            <ac:spMk id="8" creationId="{671292B9-FA7E-F931-0184-0B17EE79BECD}"/>
          </ac:spMkLst>
        </pc:spChg>
        <pc:spChg chg="del">
          <ac:chgData name="Casey.Golden" userId="S::casey.golden@target.com::0b7f323d-c643-427d-91f7-da41837c1761" providerId="AD" clId="Web-{EC50FDAB-7CD4-549F-4D0A-701600FA2C02}" dt="2023-10-06T15:39:05.141" v="93"/>
          <ac:spMkLst>
            <pc:docMk/>
            <pc:sldMk cId="548771273" sldId="268"/>
            <ac:spMk id="10" creationId="{E9218DC1-C076-9759-E040-7BE71986E6BD}"/>
          </ac:spMkLst>
        </pc:spChg>
        <pc:spChg chg="mod">
          <ac:chgData name="Casey.Golden" userId="S::casey.golden@target.com::0b7f323d-c643-427d-91f7-da41837c1761" providerId="AD" clId="Web-{EC50FDAB-7CD4-549F-4D0A-701600FA2C02}" dt="2023-10-06T18:02:03.427" v="1606" actId="1076"/>
          <ac:spMkLst>
            <pc:docMk/>
            <pc:sldMk cId="548771273" sldId="268"/>
            <ac:spMk id="14" creationId="{7447566B-4EFD-FCFA-2982-27925E3178F1}"/>
          </ac:spMkLst>
        </pc:spChg>
        <pc:spChg chg="mod">
          <ac:chgData name="Casey.Golden" userId="S::casey.golden@target.com::0b7f323d-c643-427d-91f7-da41837c1761" providerId="AD" clId="Web-{EC50FDAB-7CD4-549F-4D0A-701600FA2C02}" dt="2023-10-06T15:40:05.566" v="152" actId="1076"/>
          <ac:spMkLst>
            <pc:docMk/>
            <pc:sldMk cId="548771273" sldId="268"/>
            <ac:spMk id="15" creationId="{F273B919-D6F8-FF42-9521-9E71D48262D1}"/>
          </ac:spMkLst>
        </pc:spChg>
        <pc:spChg chg="mod">
          <ac:chgData name="Casey.Golden" userId="S::casey.golden@target.com::0b7f323d-c643-427d-91f7-da41837c1761" providerId="AD" clId="Web-{EC50FDAB-7CD4-549F-4D0A-701600FA2C02}" dt="2023-10-06T15:40:18.894" v="180" actId="1076"/>
          <ac:spMkLst>
            <pc:docMk/>
            <pc:sldMk cId="548771273" sldId="268"/>
            <ac:spMk id="16" creationId="{5A2FB608-8982-398E-97E2-18577305A895}"/>
          </ac:spMkLst>
        </pc:spChg>
        <pc:spChg chg="mod">
          <ac:chgData name="Casey.Golden" userId="S::casey.golden@target.com::0b7f323d-c643-427d-91f7-da41837c1761" providerId="AD" clId="Web-{EC50FDAB-7CD4-549F-4D0A-701600FA2C02}" dt="2023-10-06T15:40:32.801" v="203" actId="1076"/>
          <ac:spMkLst>
            <pc:docMk/>
            <pc:sldMk cId="548771273" sldId="268"/>
            <ac:spMk id="17" creationId="{D3C067CC-3374-7430-912F-278BF57F816F}"/>
          </ac:spMkLst>
        </pc:spChg>
        <pc:spChg chg="mod">
          <ac:chgData name="Casey.Golden" userId="S::casey.golden@target.com::0b7f323d-c643-427d-91f7-da41837c1761" providerId="AD" clId="Web-{EC50FDAB-7CD4-549F-4D0A-701600FA2C02}" dt="2023-10-06T15:41:04.865" v="215" actId="20577"/>
          <ac:spMkLst>
            <pc:docMk/>
            <pc:sldMk cId="548771273" sldId="268"/>
            <ac:spMk id="18" creationId="{CEC6DDE0-C1FA-9CF0-635B-130D60C40DCC}"/>
          </ac:spMkLst>
        </pc:spChg>
        <pc:spChg chg="mod">
          <ac:chgData name="Casey.Golden" userId="S::casey.golden@target.com::0b7f323d-c643-427d-91f7-da41837c1761" providerId="AD" clId="Web-{EC50FDAB-7CD4-549F-4D0A-701600FA2C02}" dt="2023-10-06T15:41:08.052" v="216" actId="20577"/>
          <ac:spMkLst>
            <pc:docMk/>
            <pc:sldMk cId="548771273" sldId="268"/>
            <ac:spMk id="19" creationId="{8C537505-A961-FA19-0D12-395F48481A87}"/>
          </ac:spMkLst>
        </pc:spChg>
        <pc:spChg chg="mod">
          <ac:chgData name="Casey.Golden" userId="S::casey.golden@target.com::0b7f323d-c643-427d-91f7-da41837c1761" providerId="AD" clId="Web-{EC50FDAB-7CD4-549F-4D0A-701600FA2C02}" dt="2023-10-06T15:41:10.943" v="217" actId="20577"/>
          <ac:spMkLst>
            <pc:docMk/>
            <pc:sldMk cId="548771273" sldId="268"/>
            <ac:spMk id="21" creationId="{41C36078-38BA-2CF3-035E-8D7DE47C90A0}"/>
          </ac:spMkLst>
        </pc:spChg>
        <pc:spChg chg="mod">
          <ac:chgData name="Casey.Golden" userId="S::casey.golden@target.com::0b7f323d-c643-427d-91f7-da41837c1761" providerId="AD" clId="Web-{EC50FDAB-7CD4-549F-4D0A-701600FA2C02}" dt="2023-10-06T15:40:39.098" v="212" actId="1076"/>
          <ac:spMkLst>
            <pc:docMk/>
            <pc:sldMk cId="548771273" sldId="268"/>
            <ac:spMk id="22" creationId="{72624659-BEA1-82C5-EEC1-B399B907BFB4}"/>
          </ac:spMkLst>
        </pc:spChg>
        <pc:spChg chg="mod">
          <ac:chgData name="Casey.Golden" userId="S::casey.golden@target.com::0b7f323d-c643-427d-91f7-da41837c1761" providerId="AD" clId="Web-{EC50FDAB-7CD4-549F-4D0A-701600FA2C02}" dt="2023-10-06T16:48:55.881" v="1532" actId="14100"/>
          <ac:spMkLst>
            <pc:docMk/>
            <pc:sldMk cId="548771273" sldId="268"/>
            <ac:spMk id="23" creationId="{0E0638A3-2102-1038-49FF-1BDAAF666750}"/>
          </ac:spMkLst>
        </pc:spChg>
        <pc:cxnChg chg="mod">
          <ac:chgData name="Casey.Golden" userId="S::casey.golden@target.com::0b7f323d-c643-427d-91f7-da41837c1761" providerId="AD" clId="Web-{EC50FDAB-7CD4-549F-4D0A-701600FA2C02}" dt="2023-10-06T15:40:14.035" v="170" actId="1076"/>
          <ac:cxnSpMkLst>
            <pc:docMk/>
            <pc:sldMk cId="548771273" sldId="268"/>
            <ac:cxnSpMk id="11" creationId="{5D7855FF-4D80-2097-A8AB-3D7DC32CF482}"/>
          </ac:cxnSpMkLst>
        </pc:cxnChg>
        <pc:cxnChg chg="mod">
          <ac:chgData name="Casey.Golden" userId="S::casey.golden@target.com::0b7f323d-c643-427d-91f7-da41837c1761" providerId="AD" clId="Web-{EC50FDAB-7CD4-549F-4D0A-701600FA2C02}" dt="2023-10-06T15:39:59.409" v="139" actId="1076"/>
          <ac:cxnSpMkLst>
            <pc:docMk/>
            <pc:sldMk cId="548771273" sldId="268"/>
            <ac:cxnSpMk id="12" creationId="{1E6F285D-A915-AF7C-4FC8-75837CDB1187}"/>
          </ac:cxnSpMkLst>
        </pc:cxnChg>
        <pc:cxnChg chg="mod">
          <ac:chgData name="Casey.Golden" userId="S::casey.golden@target.com::0b7f323d-c643-427d-91f7-da41837c1761" providerId="AD" clId="Web-{EC50FDAB-7CD4-549F-4D0A-701600FA2C02}" dt="2023-10-06T15:40:24.113" v="187" actId="1076"/>
          <ac:cxnSpMkLst>
            <pc:docMk/>
            <pc:sldMk cId="548771273" sldId="268"/>
            <ac:cxnSpMk id="13" creationId="{D56BCA33-B700-7346-24BE-E9028C41956A}"/>
          </ac:cxnSpMkLst>
        </pc:cxnChg>
        <pc:cxnChg chg="mod">
          <ac:chgData name="Casey.Golden" userId="S::casey.golden@target.com::0b7f323d-c643-427d-91f7-da41837c1761" providerId="AD" clId="Web-{EC50FDAB-7CD4-549F-4D0A-701600FA2C02}" dt="2023-10-06T15:40:36.395" v="208" actId="1076"/>
          <ac:cxnSpMkLst>
            <pc:docMk/>
            <pc:sldMk cId="548771273" sldId="268"/>
            <ac:cxnSpMk id="20" creationId="{9378DC58-3A96-02ED-564D-68533C8C253C}"/>
          </ac:cxnSpMkLst>
        </pc:cxnChg>
      </pc:sldChg>
      <pc:sldChg chg="delSp modSp">
        <pc:chgData name="Casey.Golden" userId="S::casey.golden@target.com::0b7f323d-c643-427d-91f7-da41837c1761" providerId="AD" clId="Web-{EC50FDAB-7CD4-549F-4D0A-701600FA2C02}" dt="2023-10-06T18:01:47.114" v="1605"/>
        <pc:sldMkLst>
          <pc:docMk/>
          <pc:sldMk cId="3030060345" sldId="270"/>
        </pc:sldMkLst>
        <pc:spChg chg="mod">
          <ac:chgData name="Casey.Golden" userId="S::casey.golden@target.com::0b7f323d-c643-427d-91f7-da41837c1761" providerId="AD" clId="Web-{EC50FDAB-7CD4-549F-4D0A-701600FA2C02}" dt="2023-10-06T18:01:47.114" v="1605"/>
          <ac:spMkLst>
            <pc:docMk/>
            <pc:sldMk cId="3030060345" sldId="270"/>
            <ac:spMk id="4" creationId="{0F09CE44-0DAE-1D2E-1B6E-15ED354D2A76}"/>
          </ac:spMkLst>
        </pc:spChg>
        <pc:spChg chg="mod">
          <ac:chgData name="Casey.Golden" userId="S::casey.golden@target.com::0b7f323d-c643-427d-91f7-da41837c1761" providerId="AD" clId="Web-{EC50FDAB-7CD4-549F-4D0A-701600FA2C02}" dt="2023-10-06T18:01:16.722" v="1600" actId="1076"/>
          <ac:spMkLst>
            <pc:docMk/>
            <pc:sldMk cId="3030060345" sldId="270"/>
            <ac:spMk id="6" creationId="{D1327401-F76A-0674-79BA-6C4BE0957A98}"/>
          </ac:spMkLst>
        </pc:spChg>
        <pc:spChg chg="del mod">
          <ac:chgData name="Casey.Golden" userId="S::casey.golden@target.com::0b7f323d-c643-427d-91f7-da41837c1761" providerId="AD" clId="Web-{EC50FDAB-7CD4-549F-4D0A-701600FA2C02}" dt="2023-10-06T18:01:30.301" v="1603"/>
          <ac:spMkLst>
            <pc:docMk/>
            <pc:sldMk cId="3030060345" sldId="270"/>
            <ac:spMk id="7" creationId="{75253BA9-C35E-C6DB-8E8C-FF9315C48B81}"/>
          </ac:spMkLst>
        </pc:spChg>
        <pc:spChg chg="mod">
          <ac:chgData name="Casey.Golden" userId="S::casey.golden@target.com::0b7f323d-c643-427d-91f7-da41837c1761" providerId="AD" clId="Web-{EC50FDAB-7CD4-549F-4D0A-701600FA2C02}" dt="2023-10-06T18:00:53.518" v="1579" actId="1076"/>
          <ac:spMkLst>
            <pc:docMk/>
            <pc:sldMk cId="3030060345" sldId="270"/>
            <ac:spMk id="17" creationId="{53A5656C-A8D7-7D1D-0B6E-6AB90B2B0948}"/>
          </ac:spMkLst>
        </pc:spChg>
        <pc:spChg chg="mod">
          <ac:chgData name="Casey.Golden" userId="S::casey.golden@target.com::0b7f323d-c643-427d-91f7-da41837c1761" providerId="AD" clId="Web-{EC50FDAB-7CD4-549F-4D0A-701600FA2C02}" dt="2023-10-06T18:01:28.457" v="1602" actId="1076"/>
          <ac:spMkLst>
            <pc:docMk/>
            <pc:sldMk cId="3030060345" sldId="270"/>
            <ac:spMk id="22" creationId="{26ADCF2C-9F94-2D96-26BD-7A7058B5F593}"/>
          </ac:spMkLst>
        </pc:spChg>
        <pc:spChg chg="mod">
          <ac:chgData name="Casey.Golden" userId="S::casey.golden@target.com::0b7f323d-c643-427d-91f7-da41837c1761" providerId="AD" clId="Web-{EC50FDAB-7CD4-549F-4D0A-701600FA2C02}" dt="2023-10-06T16:50:23.057" v="1561" actId="20577"/>
          <ac:spMkLst>
            <pc:docMk/>
            <pc:sldMk cId="3030060345" sldId="270"/>
            <ac:spMk id="37" creationId="{5D7C211F-CBED-91A4-6813-D371BBE26B34}"/>
          </ac:spMkLst>
        </pc:spChg>
        <pc:spChg chg="mod">
          <ac:chgData name="Casey.Golden" userId="S::casey.golden@target.com::0b7f323d-c643-427d-91f7-da41837c1761" providerId="AD" clId="Web-{EC50FDAB-7CD4-549F-4D0A-701600FA2C02}" dt="2023-10-06T16:50:07.931" v="1547" actId="20577"/>
          <ac:spMkLst>
            <pc:docMk/>
            <pc:sldMk cId="3030060345" sldId="270"/>
            <ac:spMk id="45" creationId="{AD277302-FE14-7FB1-FF57-279BC682B0D5}"/>
          </ac:spMkLst>
        </pc:spChg>
        <pc:spChg chg="mod">
          <ac:chgData name="Casey.Golden" userId="S::casey.golden@target.com::0b7f323d-c643-427d-91f7-da41837c1761" providerId="AD" clId="Web-{EC50FDAB-7CD4-549F-4D0A-701600FA2C02}" dt="2023-10-06T16:50:11.228" v="1549" actId="20577"/>
          <ac:spMkLst>
            <pc:docMk/>
            <pc:sldMk cId="3030060345" sldId="270"/>
            <ac:spMk id="53" creationId="{C4D11544-C267-FD23-0E2E-4E53923ACD73}"/>
          </ac:spMkLst>
        </pc:spChg>
      </pc:sldChg>
      <pc:sldChg chg="modSp">
        <pc:chgData name="Casey.Golden" userId="S::casey.golden@target.com::0b7f323d-c643-427d-91f7-da41837c1761" providerId="AD" clId="Web-{EC50FDAB-7CD4-549F-4D0A-701600FA2C02}" dt="2023-10-06T18:25:17.693" v="1969" actId="1076"/>
        <pc:sldMkLst>
          <pc:docMk/>
          <pc:sldMk cId="3687966153" sldId="271"/>
        </pc:sldMkLst>
        <pc:spChg chg="mod">
          <ac:chgData name="Casey.Golden" userId="S::casey.golden@target.com::0b7f323d-c643-427d-91f7-da41837c1761" providerId="AD" clId="Web-{EC50FDAB-7CD4-549F-4D0A-701600FA2C02}" dt="2023-10-06T18:25:17.693" v="1969" actId="1076"/>
          <ac:spMkLst>
            <pc:docMk/>
            <pc:sldMk cId="3687966153" sldId="271"/>
            <ac:spMk id="2" creationId="{EDCF2142-B920-A7BC-EFC3-5B5372031C92}"/>
          </ac:spMkLst>
        </pc:spChg>
      </pc:sldChg>
      <pc:sldChg chg="ord">
        <pc:chgData name="Casey.Golden" userId="S::casey.golden@target.com::0b7f323d-c643-427d-91f7-da41837c1761" providerId="AD" clId="Web-{EC50FDAB-7CD4-549F-4D0A-701600FA2C02}" dt="2023-10-06T15:41:43.366" v="223"/>
        <pc:sldMkLst>
          <pc:docMk/>
          <pc:sldMk cId="2360156995" sldId="272"/>
        </pc:sldMkLst>
      </pc:sldChg>
      <pc:sldChg chg="addSp delSp modSp new del">
        <pc:chgData name="Casey.Golden" userId="S::casey.golden@target.com::0b7f323d-c643-427d-91f7-da41837c1761" providerId="AD" clId="Web-{EC50FDAB-7CD4-549F-4D0A-701600FA2C02}" dt="2023-10-06T16:35:10.178" v="1300"/>
        <pc:sldMkLst>
          <pc:docMk/>
          <pc:sldMk cId="396093169" sldId="273"/>
        </pc:sldMkLst>
        <pc:spChg chg="del">
          <ac:chgData name="Casey.Golden" userId="S::casey.golden@target.com::0b7f323d-c643-427d-91f7-da41837c1761" providerId="AD" clId="Web-{EC50FDAB-7CD4-549F-4D0A-701600FA2C02}" dt="2023-10-06T16:27:10.893" v="1221"/>
          <ac:spMkLst>
            <pc:docMk/>
            <pc:sldMk cId="396093169" sldId="273"/>
            <ac:spMk id="3" creationId="{1912945B-E1E8-0F96-192B-9CF1EB75AFAC}"/>
          </ac:spMkLst>
        </pc:spChg>
        <pc:spChg chg="del">
          <ac:chgData name="Casey.Golden" userId="S::casey.golden@target.com::0b7f323d-c643-427d-91f7-da41837c1761" providerId="AD" clId="Web-{EC50FDAB-7CD4-549F-4D0A-701600FA2C02}" dt="2023-10-06T16:27:12.097" v="1222"/>
          <ac:spMkLst>
            <pc:docMk/>
            <pc:sldMk cId="396093169" sldId="273"/>
            <ac:spMk id="4" creationId="{760017AA-91CB-F157-3D4E-59272399C511}"/>
          </ac:spMkLst>
        </pc:spChg>
        <pc:spChg chg="add del mod">
          <ac:chgData name="Casey.Golden" userId="S::casey.golden@target.com::0b7f323d-c643-427d-91f7-da41837c1761" providerId="AD" clId="Web-{EC50FDAB-7CD4-549F-4D0A-701600FA2C02}" dt="2023-10-06T16:27:42.192" v="1226"/>
          <ac:spMkLst>
            <pc:docMk/>
            <pc:sldMk cId="396093169" sldId="273"/>
            <ac:spMk id="5" creationId="{74BC3A17-8A63-550D-B537-3B5BDEAD5C23}"/>
          </ac:spMkLst>
        </pc:spChg>
        <pc:cxnChg chg="add del mod">
          <ac:chgData name="Casey.Golden" userId="S::casey.golden@target.com::0b7f323d-c643-427d-91f7-da41837c1761" providerId="AD" clId="Web-{EC50FDAB-7CD4-549F-4D0A-701600FA2C02}" dt="2023-10-06T16:27:56.692" v="1230"/>
          <ac:cxnSpMkLst>
            <pc:docMk/>
            <pc:sldMk cId="396093169" sldId="273"/>
            <ac:cxnSpMk id="6" creationId="{86FC849C-C841-F703-4FC4-26004791F01B}"/>
          </ac:cxnSpMkLst>
        </pc:cxnChg>
      </pc:sldChg>
      <pc:sldChg chg="addSp modSp new">
        <pc:chgData name="Casey.Golden" userId="S::casey.golden@target.com::0b7f323d-c643-427d-91f7-da41837c1761" providerId="AD" clId="Web-{EC50FDAB-7CD4-549F-4D0A-701600FA2C02}" dt="2023-10-06T18:14:06.045" v="1946" actId="20577"/>
        <pc:sldMkLst>
          <pc:docMk/>
          <pc:sldMk cId="924276863" sldId="273"/>
        </pc:sldMkLst>
        <pc:spChg chg="mod">
          <ac:chgData name="Casey.Golden" userId="S::casey.golden@target.com::0b7f323d-c643-427d-91f7-da41837c1761" providerId="AD" clId="Web-{EC50FDAB-7CD4-549F-4D0A-701600FA2C02}" dt="2023-10-06T18:12:50.308" v="1866" actId="20577"/>
          <ac:spMkLst>
            <pc:docMk/>
            <pc:sldMk cId="924276863" sldId="273"/>
            <ac:spMk id="3" creationId="{F1AFCE05-E31B-E83A-8E3E-3B4CC9752AE2}"/>
          </ac:spMkLst>
        </pc:spChg>
        <pc:spChg chg="mod">
          <ac:chgData name="Casey.Golden" userId="S::casey.golden@target.com::0b7f323d-c643-427d-91f7-da41837c1761" providerId="AD" clId="Web-{EC50FDAB-7CD4-549F-4D0A-701600FA2C02}" dt="2023-10-06T18:14:06.045" v="1946" actId="20577"/>
          <ac:spMkLst>
            <pc:docMk/>
            <pc:sldMk cId="924276863" sldId="273"/>
            <ac:spMk id="4" creationId="{9473B3F3-2675-8D80-2729-6EE413B91CC1}"/>
          </ac:spMkLst>
        </pc:spChg>
        <pc:picChg chg="add">
          <ac:chgData name="Casey.Golden" userId="S::casey.golden@target.com::0b7f323d-c643-427d-91f7-da41837c1761" providerId="AD" clId="Web-{EC50FDAB-7CD4-549F-4D0A-701600FA2C02}" dt="2023-10-06T18:13:36.716" v="1936"/>
          <ac:picMkLst>
            <pc:docMk/>
            <pc:sldMk cId="924276863" sldId="273"/>
            <ac:picMk id="6" creationId="{5307BDCE-A425-0D6F-7275-B63C2743DAE6}"/>
          </ac:picMkLst>
        </pc:picChg>
      </pc:sldChg>
      <pc:sldChg chg="modSp add replId">
        <pc:chgData name="Casey.Golden" userId="S::casey.golden@target.com::0b7f323d-c643-427d-91f7-da41837c1761" providerId="AD" clId="Web-{EC50FDAB-7CD4-549F-4D0A-701600FA2C02}" dt="2023-10-06T18:25:13.927" v="1968" actId="1076"/>
        <pc:sldMkLst>
          <pc:docMk/>
          <pc:sldMk cId="537416159" sldId="274"/>
        </pc:sldMkLst>
        <pc:spChg chg="mod">
          <ac:chgData name="Casey.Golden" userId="S::casey.golden@target.com::0b7f323d-c643-427d-91f7-da41837c1761" providerId="AD" clId="Web-{EC50FDAB-7CD4-549F-4D0A-701600FA2C02}" dt="2023-10-06T18:25:13.927" v="1968" actId="1076"/>
          <ac:spMkLst>
            <pc:docMk/>
            <pc:sldMk cId="537416159" sldId="274"/>
            <ac:spMk id="2" creationId="{EDCF2142-B920-A7BC-EFC3-5B5372031C92}"/>
          </ac:spMkLst>
        </pc:spChg>
      </pc:sldChg>
      <pc:sldChg chg="addSp delSp modSp add replId">
        <pc:chgData name="Casey.Golden" userId="S::casey.golden@target.com::0b7f323d-c643-427d-91f7-da41837c1761" providerId="AD" clId="Web-{EC50FDAB-7CD4-549F-4D0A-701600FA2C02}" dt="2023-10-06T19:41:00.377" v="2779" actId="20577"/>
        <pc:sldMkLst>
          <pc:docMk/>
          <pc:sldMk cId="108279154" sldId="275"/>
        </pc:sldMkLst>
        <pc:spChg chg="del mod">
          <ac:chgData name="Casey.Golden" userId="S::casey.golden@target.com::0b7f323d-c643-427d-91f7-da41837c1761" providerId="AD" clId="Web-{EC50FDAB-7CD4-549F-4D0A-701600FA2C02}" dt="2023-10-06T18:42:18.511" v="2052"/>
          <ac:spMkLst>
            <pc:docMk/>
            <pc:sldMk cId="108279154" sldId="275"/>
            <ac:spMk id="3" creationId="{0164AC60-B855-64D6-A685-06DC9D314B39}"/>
          </ac:spMkLst>
        </pc:spChg>
        <pc:spChg chg="mod">
          <ac:chgData name="Casey.Golden" userId="S::casey.golden@target.com::0b7f323d-c643-427d-91f7-da41837c1761" providerId="AD" clId="Web-{EC50FDAB-7CD4-549F-4D0A-701600FA2C02}" dt="2023-10-06T18:44:14.999" v="2146" actId="14100"/>
          <ac:spMkLst>
            <pc:docMk/>
            <pc:sldMk cId="108279154" sldId="275"/>
            <ac:spMk id="4" creationId="{0C73BCB0-6334-2AF4-7D4F-7C31FD40B177}"/>
          </ac:spMkLst>
        </pc:spChg>
        <pc:spChg chg="del">
          <ac:chgData name="Casey.Golden" userId="S::casey.golden@target.com::0b7f323d-c643-427d-91f7-da41837c1761" providerId="AD" clId="Web-{EC50FDAB-7CD4-549F-4D0A-701600FA2C02}" dt="2023-10-06T18:41:35.962" v="1999"/>
          <ac:spMkLst>
            <pc:docMk/>
            <pc:sldMk cId="108279154" sldId="275"/>
            <ac:spMk id="8" creationId="{88086C37-06F7-B469-048C-F09DAA0FF5AE}"/>
          </ac:spMkLst>
        </pc:spChg>
        <pc:spChg chg="del">
          <ac:chgData name="Casey.Golden" userId="S::casey.golden@target.com::0b7f323d-c643-427d-91f7-da41837c1761" providerId="AD" clId="Web-{EC50FDAB-7CD4-549F-4D0A-701600FA2C02}" dt="2023-10-06T18:41:35.962" v="1998"/>
          <ac:spMkLst>
            <pc:docMk/>
            <pc:sldMk cId="108279154" sldId="275"/>
            <ac:spMk id="9" creationId="{4AB88764-070B-6C0E-678E-0DD6ABE0FF18}"/>
          </ac:spMkLst>
        </pc:spChg>
        <pc:spChg chg="del">
          <ac:chgData name="Casey.Golden" userId="S::casey.golden@target.com::0b7f323d-c643-427d-91f7-da41837c1761" providerId="AD" clId="Web-{EC50FDAB-7CD4-549F-4D0A-701600FA2C02}" dt="2023-10-06T18:41:35.962" v="1997"/>
          <ac:spMkLst>
            <pc:docMk/>
            <pc:sldMk cId="108279154" sldId="275"/>
            <ac:spMk id="10" creationId="{58C81A37-61D7-8C5E-D5A8-DFBB1B3F81B8}"/>
          </ac:spMkLst>
        </pc:spChg>
        <pc:spChg chg="del">
          <ac:chgData name="Casey.Golden" userId="S::casey.golden@target.com::0b7f323d-c643-427d-91f7-da41837c1761" providerId="AD" clId="Web-{EC50FDAB-7CD4-549F-4D0A-701600FA2C02}" dt="2023-10-06T18:41:35.962" v="1996"/>
          <ac:spMkLst>
            <pc:docMk/>
            <pc:sldMk cId="108279154" sldId="275"/>
            <ac:spMk id="11" creationId="{73E98276-7AB5-F46B-D695-52D02D7DFE3E}"/>
          </ac:spMkLst>
        </pc:spChg>
        <pc:spChg chg="del">
          <ac:chgData name="Casey.Golden" userId="S::casey.golden@target.com::0b7f323d-c643-427d-91f7-da41837c1761" providerId="AD" clId="Web-{EC50FDAB-7CD4-549F-4D0A-701600FA2C02}" dt="2023-10-06T18:41:35.962" v="1995"/>
          <ac:spMkLst>
            <pc:docMk/>
            <pc:sldMk cId="108279154" sldId="275"/>
            <ac:spMk id="12" creationId="{56E2AF18-F52D-6CC1-AF16-CBD47378B601}"/>
          </ac:spMkLst>
        </pc:spChg>
        <pc:spChg chg="del">
          <ac:chgData name="Casey.Golden" userId="S::casey.golden@target.com::0b7f323d-c643-427d-91f7-da41837c1761" providerId="AD" clId="Web-{EC50FDAB-7CD4-549F-4D0A-701600FA2C02}" dt="2023-10-06T18:41:39.666" v="2003"/>
          <ac:spMkLst>
            <pc:docMk/>
            <pc:sldMk cId="108279154" sldId="275"/>
            <ac:spMk id="13" creationId="{25656DD4-D362-4A67-3A50-A25D2FB6AE12}"/>
          </ac:spMkLst>
        </pc:spChg>
        <pc:spChg chg="del">
          <ac:chgData name="Casey.Golden" userId="S::casey.golden@target.com::0b7f323d-c643-427d-91f7-da41837c1761" providerId="AD" clId="Web-{EC50FDAB-7CD4-549F-4D0A-701600FA2C02}" dt="2023-10-06T18:41:35.962" v="1994"/>
          <ac:spMkLst>
            <pc:docMk/>
            <pc:sldMk cId="108279154" sldId="275"/>
            <ac:spMk id="14" creationId="{E20C7E1B-09DF-04AE-DC56-A13CC2133D37}"/>
          </ac:spMkLst>
        </pc:spChg>
        <pc:spChg chg="del">
          <ac:chgData name="Casey.Golden" userId="S::casey.golden@target.com::0b7f323d-c643-427d-91f7-da41837c1761" providerId="AD" clId="Web-{EC50FDAB-7CD4-549F-4D0A-701600FA2C02}" dt="2023-10-06T18:41:35.962" v="1993"/>
          <ac:spMkLst>
            <pc:docMk/>
            <pc:sldMk cId="108279154" sldId="275"/>
            <ac:spMk id="15" creationId="{619B522F-7276-34A5-2D81-135F8EE93E36}"/>
          </ac:spMkLst>
        </pc:spChg>
        <pc:spChg chg="del">
          <ac:chgData name="Casey.Golden" userId="S::casey.golden@target.com::0b7f323d-c643-427d-91f7-da41837c1761" providerId="AD" clId="Web-{EC50FDAB-7CD4-549F-4D0A-701600FA2C02}" dt="2023-10-06T18:41:35.962" v="1992"/>
          <ac:spMkLst>
            <pc:docMk/>
            <pc:sldMk cId="108279154" sldId="275"/>
            <ac:spMk id="16" creationId="{7AEAD961-897C-485D-4EE7-8EE2B6A6A319}"/>
          </ac:spMkLst>
        </pc:spChg>
        <pc:spChg chg="del">
          <ac:chgData name="Casey.Golden" userId="S::casey.golden@target.com::0b7f323d-c643-427d-91f7-da41837c1761" providerId="AD" clId="Web-{EC50FDAB-7CD4-549F-4D0A-701600FA2C02}" dt="2023-10-06T18:41:35.962" v="1991"/>
          <ac:spMkLst>
            <pc:docMk/>
            <pc:sldMk cId="108279154" sldId="275"/>
            <ac:spMk id="17" creationId="{FEFAB56C-41C3-3E22-DE01-EF4CEA9B86B1}"/>
          </ac:spMkLst>
        </pc:spChg>
        <pc:spChg chg="del">
          <ac:chgData name="Casey.Golden" userId="S::casey.golden@target.com::0b7f323d-c643-427d-91f7-da41837c1761" providerId="AD" clId="Web-{EC50FDAB-7CD4-549F-4D0A-701600FA2C02}" dt="2023-10-06T18:41:35.962" v="1990"/>
          <ac:spMkLst>
            <pc:docMk/>
            <pc:sldMk cId="108279154" sldId="275"/>
            <ac:spMk id="18" creationId="{E1FF2D9B-3053-8253-7FD5-73B4D8088D33}"/>
          </ac:spMkLst>
        </pc:spChg>
        <pc:spChg chg="del">
          <ac:chgData name="Casey.Golden" userId="S::casey.golden@target.com::0b7f323d-c643-427d-91f7-da41837c1761" providerId="AD" clId="Web-{EC50FDAB-7CD4-549F-4D0A-701600FA2C02}" dt="2023-10-06T18:41:39.666" v="2002"/>
          <ac:spMkLst>
            <pc:docMk/>
            <pc:sldMk cId="108279154" sldId="275"/>
            <ac:spMk id="19" creationId="{9150B028-59AA-1A54-3837-7FE34B767992}"/>
          </ac:spMkLst>
        </pc:spChg>
        <pc:spChg chg="del">
          <ac:chgData name="Casey.Golden" userId="S::casey.golden@target.com::0b7f323d-c643-427d-91f7-da41837c1761" providerId="AD" clId="Web-{EC50FDAB-7CD4-549F-4D0A-701600FA2C02}" dt="2023-10-06T18:41:35.962" v="1989"/>
          <ac:spMkLst>
            <pc:docMk/>
            <pc:sldMk cId="108279154" sldId="275"/>
            <ac:spMk id="20" creationId="{03F454D7-7766-4943-62A2-66ED01AA6CDE}"/>
          </ac:spMkLst>
        </pc:spChg>
        <pc:spChg chg="del">
          <ac:chgData name="Casey.Golden" userId="S::casey.golden@target.com::0b7f323d-c643-427d-91f7-da41837c1761" providerId="AD" clId="Web-{EC50FDAB-7CD4-549F-4D0A-701600FA2C02}" dt="2023-10-06T18:41:35.962" v="1988"/>
          <ac:spMkLst>
            <pc:docMk/>
            <pc:sldMk cId="108279154" sldId="275"/>
            <ac:spMk id="21" creationId="{07D0DABC-1CB8-85FA-B375-3259D737A4D0}"/>
          </ac:spMkLst>
        </pc:spChg>
        <pc:spChg chg="del">
          <ac:chgData name="Casey.Golden" userId="S::casey.golden@target.com::0b7f323d-c643-427d-91f7-da41837c1761" providerId="AD" clId="Web-{EC50FDAB-7CD4-549F-4D0A-701600FA2C02}" dt="2023-10-06T18:41:35.962" v="1987"/>
          <ac:spMkLst>
            <pc:docMk/>
            <pc:sldMk cId="108279154" sldId="275"/>
            <ac:spMk id="22" creationId="{6C1AABE4-6031-1E1E-C7E5-86FD5F0917EF}"/>
          </ac:spMkLst>
        </pc:spChg>
        <pc:spChg chg="del">
          <ac:chgData name="Casey.Golden" userId="S::casey.golden@target.com::0b7f323d-c643-427d-91f7-da41837c1761" providerId="AD" clId="Web-{EC50FDAB-7CD4-549F-4D0A-701600FA2C02}" dt="2023-10-06T18:41:35.962" v="1977"/>
          <ac:spMkLst>
            <pc:docMk/>
            <pc:sldMk cId="108279154" sldId="275"/>
            <ac:spMk id="23" creationId="{AF1D2BE9-77CC-8AE0-E8F8-442703E04106}"/>
          </ac:spMkLst>
        </pc:spChg>
        <pc:spChg chg="del">
          <ac:chgData name="Casey.Golden" userId="S::casey.golden@target.com::0b7f323d-c643-427d-91f7-da41837c1761" providerId="AD" clId="Web-{EC50FDAB-7CD4-549F-4D0A-701600FA2C02}" dt="2023-10-06T18:41:35.962" v="1976"/>
          <ac:spMkLst>
            <pc:docMk/>
            <pc:sldMk cId="108279154" sldId="275"/>
            <ac:spMk id="24" creationId="{EA7F5676-5B52-B969-838B-B2AA10FBD22E}"/>
          </ac:spMkLst>
        </pc:spChg>
        <pc:spChg chg="del">
          <ac:chgData name="Casey.Golden" userId="S::casey.golden@target.com::0b7f323d-c643-427d-91f7-da41837c1761" providerId="AD" clId="Web-{EC50FDAB-7CD4-549F-4D0A-701600FA2C02}" dt="2023-10-06T18:41:35.962" v="1975"/>
          <ac:spMkLst>
            <pc:docMk/>
            <pc:sldMk cId="108279154" sldId="275"/>
            <ac:spMk id="25" creationId="{0A7E0A11-B890-F008-E491-655638A68817}"/>
          </ac:spMkLst>
        </pc:spChg>
        <pc:spChg chg="del">
          <ac:chgData name="Casey.Golden" userId="S::casey.golden@target.com::0b7f323d-c643-427d-91f7-da41837c1761" providerId="AD" clId="Web-{EC50FDAB-7CD4-549F-4D0A-701600FA2C02}" dt="2023-10-06T18:41:35.962" v="1974"/>
          <ac:spMkLst>
            <pc:docMk/>
            <pc:sldMk cId="108279154" sldId="275"/>
            <ac:spMk id="26" creationId="{E020322B-8907-EE06-114E-BC6893C4C958}"/>
          </ac:spMkLst>
        </pc:spChg>
        <pc:spChg chg="del">
          <ac:chgData name="Casey.Golden" userId="S::casey.golden@target.com::0b7f323d-c643-427d-91f7-da41837c1761" providerId="AD" clId="Web-{EC50FDAB-7CD4-549F-4D0A-701600FA2C02}" dt="2023-10-06T18:41:35.962" v="1986"/>
          <ac:spMkLst>
            <pc:docMk/>
            <pc:sldMk cId="108279154" sldId="275"/>
            <ac:spMk id="27" creationId="{EA818279-6B6B-9787-B846-6C3BEDC6FBD3}"/>
          </ac:spMkLst>
        </pc:spChg>
        <pc:spChg chg="del">
          <ac:chgData name="Casey.Golden" userId="S::casey.golden@target.com::0b7f323d-c643-427d-91f7-da41837c1761" providerId="AD" clId="Web-{EC50FDAB-7CD4-549F-4D0A-701600FA2C02}" dt="2023-10-06T18:41:35.962" v="1985"/>
          <ac:spMkLst>
            <pc:docMk/>
            <pc:sldMk cId="108279154" sldId="275"/>
            <ac:spMk id="28" creationId="{BD365843-5AA5-4E79-0DC2-4E6B6882BA6C}"/>
          </ac:spMkLst>
        </pc:spChg>
        <pc:spChg chg="del">
          <ac:chgData name="Casey.Golden" userId="S::casey.golden@target.com::0b7f323d-c643-427d-91f7-da41837c1761" providerId="AD" clId="Web-{EC50FDAB-7CD4-549F-4D0A-701600FA2C02}" dt="2023-10-06T18:41:35.962" v="1984"/>
          <ac:spMkLst>
            <pc:docMk/>
            <pc:sldMk cId="108279154" sldId="275"/>
            <ac:spMk id="29" creationId="{348C8374-62CC-6A19-BBDD-F3D7FE71781F}"/>
          </ac:spMkLst>
        </pc:spChg>
        <pc:spChg chg="del">
          <ac:chgData name="Casey.Golden" userId="S::casey.golden@target.com::0b7f323d-c643-427d-91f7-da41837c1761" providerId="AD" clId="Web-{EC50FDAB-7CD4-549F-4D0A-701600FA2C02}" dt="2023-10-06T18:41:35.962" v="1983"/>
          <ac:spMkLst>
            <pc:docMk/>
            <pc:sldMk cId="108279154" sldId="275"/>
            <ac:spMk id="30" creationId="{72D27321-F406-625D-9C18-04DB19C5D3F7}"/>
          </ac:spMkLst>
        </pc:spChg>
        <pc:spChg chg="del">
          <ac:chgData name="Casey.Golden" userId="S::casey.golden@target.com::0b7f323d-c643-427d-91f7-da41837c1761" providerId="AD" clId="Web-{EC50FDAB-7CD4-549F-4D0A-701600FA2C02}" dt="2023-10-06T18:41:35.962" v="1982"/>
          <ac:spMkLst>
            <pc:docMk/>
            <pc:sldMk cId="108279154" sldId="275"/>
            <ac:spMk id="31" creationId="{2B62B923-8E4F-5428-DBAF-30D601E8099A}"/>
          </ac:spMkLst>
        </pc:spChg>
        <pc:spChg chg="del">
          <ac:chgData name="Casey.Golden" userId="S::casey.golden@target.com::0b7f323d-c643-427d-91f7-da41837c1761" providerId="AD" clId="Web-{EC50FDAB-7CD4-549F-4D0A-701600FA2C02}" dt="2023-10-06T18:41:35.962" v="1981"/>
          <ac:spMkLst>
            <pc:docMk/>
            <pc:sldMk cId="108279154" sldId="275"/>
            <ac:spMk id="32" creationId="{B7374B71-ED1F-F704-3E10-33B3B6698C38}"/>
          </ac:spMkLst>
        </pc:spChg>
        <pc:spChg chg="del">
          <ac:chgData name="Casey.Golden" userId="S::casey.golden@target.com::0b7f323d-c643-427d-91f7-da41837c1761" providerId="AD" clId="Web-{EC50FDAB-7CD4-549F-4D0A-701600FA2C02}" dt="2023-10-06T18:41:35.962" v="1973"/>
          <ac:spMkLst>
            <pc:docMk/>
            <pc:sldMk cId="108279154" sldId="275"/>
            <ac:spMk id="37" creationId="{8E5276CF-6487-C952-86F8-D8D3AF87B9FD}"/>
          </ac:spMkLst>
        </pc:spChg>
        <pc:spChg chg="del">
          <ac:chgData name="Casey.Golden" userId="S::casey.golden@target.com::0b7f323d-c643-427d-91f7-da41837c1761" providerId="AD" clId="Web-{EC50FDAB-7CD4-549F-4D0A-701600FA2C02}" dt="2023-10-06T18:41:35.962" v="1972"/>
          <ac:spMkLst>
            <pc:docMk/>
            <pc:sldMk cId="108279154" sldId="275"/>
            <ac:spMk id="38" creationId="{100878EB-71D7-E936-F8CD-126F83D756AE}"/>
          </ac:spMkLst>
        </pc:spChg>
        <pc:spChg chg="add mod">
          <ac:chgData name="Casey.Golden" userId="S::casey.golden@target.com::0b7f323d-c643-427d-91f7-da41837c1761" providerId="AD" clId="Web-{EC50FDAB-7CD4-549F-4D0A-701600FA2C02}" dt="2023-10-06T18:42:28.995" v="2065" actId="20577"/>
          <ac:spMkLst>
            <pc:docMk/>
            <pc:sldMk cId="108279154" sldId="275"/>
            <ac:spMk id="40" creationId="{46E568B5-744C-DBC6-5805-682ABE8BE20E}"/>
          </ac:spMkLst>
        </pc:spChg>
        <pc:spChg chg="add del">
          <ac:chgData name="Casey.Golden" userId="S::casey.golden@target.com::0b7f323d-c643-427d-91f7-da41837c1761" providerId="AD" clId="Web-{EC50FDAB-7CD4-549F-4D0A-701600FA2C02}" dt="2023-10-06T18:42:21.542" v="2056"/>
          <ac:spMkLst>
            <pc:docMk/>
            <pc:sldMk cId="108279154" sldId="275"/>
            <ac:spMk id="42" creationId="{F1F0BB2C-2DE3-0994-4F76-5FC488E029B9}"/>
          </ac:spMkLst>
        </pc:spChg>
        <pc:spChg chg="add del">
          <ac:chgData name="Casey.Golden" userId="S::casey.golden@target.com::0b7f323d-c643-427d-91f7-da41837c1761" providerId="AD" clId="Web-{EC50FDAB-7CD4-549F-4D0A-701600FA2C02}" dt="2023-10-06T18:42:21.542" v="2055"/>
          <ac:spMkLst>
            <pc:docMk/>
            <pc:sldMk cId="108279154" sldId="275"/>
            <ac:spMk id="44" creationId="{50128776-CD94-6E32-F1F8-FA778AA2635E}"/>
          </ac:spMkLst>
        </pc:spChg>
        <pc:spChg chg="add mod">
          <ac:chgData name="Casey.Golden" userId="S::casey.golden@target.com::0b7f323d-c643-427d-91f7-da41837c1761" providerId="AD" clId="Web-{EC50FDAB-7CD4-549F-4D0A-701600FA2C02}" dt="2023-10-06T18:51:25.215" v="2469" actId="20577"/>
          <ac:spMkLst>
            <pc:docMk/>
            <pc:sldMk cId="108279154" sldId="275"/>
            <ac:spMk id="46" creationId="{8553F35A-023C-59A6-D86E-ECEDE336D2D0}"/>
          </ac:spMkLst>
        </pc:spChg>
        <pc:spChg chg="add mod">
          <ac:chgData name="Casey.Golden" userId="S::casey.golden@target.com::0b7f323d-c643-427d-91f7-da41837c1761" providerId="AD" clId="Web-{EC50FDAB-7CD4-549F-4D0A-701600FA2C02}" dt="2023-10-06T18:57:51.680" v="2724" actId="20577"/>
          <ac:spMkLst>
            <pc:docMk/>
            <pc:sldMk cId="108279154" sldId="275"/>
            <ac:spMk id="47" creationId="{3B3D1805-FA10-DB22-641C-0AD1C2B48068}"/>
          </ac:spMkLst>
        </pc:spChg>
        <pc:spChg chg="add mod">
          <ac:chgData name="Casey.Golden" userId="S::casey.golden@target.com::0b7f323d-c643-427d-91f7-da41837c1761" providerId="AD" clId="Web-{EC50FDAB-7CD4-549F-4D0A-701600FA2C02}" dt="2023-10-06T19:40:10.016" v="2775" actId="20577"/>
          <ac:spMkLst>
            <pc:docMk/>
            <pc:sldMk cId="108279154" sldId="275"/>
            <ac:spMk id="48" creationId="{79A7C27D-15F2-30BA-C9B5-61E913E10E4A}"/>
          </ac:spMkLst>
        </pc:spChg>
        <pc:spChg chg="add mod">
          <ac:chgData name="Casey.Golden" userId="S::casey.golden@target.com::0b7f323d-c643-427d-91f7-da41837c1761" providerId="AD" clId="Web-{EC50FDAB-7CD4-549F-4D0A-701600FA2C02}" dt="2023-10-06T19:41:00.377" v="2779" actId="20577"/>
          <ac:spMkLst>
            <pc:docMk/>
            <pc:sldMk cId="108279154" sldId="275"/>
            <ac:spMk id="49" creationId="{7676B418-8FDB-33AD-FAEC-9BEDC16A2903}"/>
          </ac:spMkLst>
        </pc:spChg>
        <pc:spChg chg="add mod">
          <ac:chgData name="Casey.Golden" userId="S::casey.golden@target.com::0b7f323d-c643-427d-91f7-da41837c1761" providerId="AD" clId="Web-{EC50FDAB-7CD4-549F-4D0A-701600FA2C02}" dt="2023-10-06T18:45:48.517" v="2163" actId="1076"/>
          <ac:spMkLst>
            <pc:docMk/>
            <pc:sldMk cId="108279154" sldId="275"/>
            <ac:spMk id="50" creationId="{9F1F3DB4-D923-88FB-CA55-9F536D07AFDD}"/>
          </ac:spMkLst>
        </pc:spChg>
        <pc:spChg chg="add mod">
          <ac:chgData name="Casey.Golden" userId="S::casey.golden@target.com::0b7f323d-c643-427d-91f7-da41837c1761" providerId="AD" clId="Web-{EC50FDAB-7CD4-549F-4D0A-701600FA2C02}" dt="2023-10-06T18:45:48.533" v="2164" actId="1076"/>
          <ac:spMkLst>
            <pc:docMk/>
            <pc:sldMk cId="108279154" sldId="275"/>
            <ac:spMk id="51" creationId="{A6E6CA87-94CD-3856-6C1D-9FCEED1F3992}"/>
          </ac:spMkLst>
        </pc:spChg>
        <pc:spChg chg="add del mod">
          <ac:chgData name="Casey.Golden" userId="S::casey.golden@target.com::0b7f323d-c643-427d-91f7-da41837c1761" providerId="AD" clId="Web-{EC50FDAB-7CD4-549F-4D0A-701600FA2C02}" dt="2023-10-06T18:45:50.283" v="2166"/>
          <ac:spMkLst>
            <pc:docMk/>
            <pc:sldMk cId="108279154" sldId="275"/>
            <ac:spMk id="52" creationId="{E0F894F9-9974-944C-7333-9CCB8AE675D5}"/>
          </ac:spMkLst>
        </pc:spChg>
        <pc:spChg chg="add mod">
          <ac:chgData name="Casey.Golden" userId="S::casey.golden@target.com::0b7f323d-c643-427d-91f7-da41837c1761" providerId="AD" clId="Web-{EC50FDAB-7CD4-549F-4D0A-701600FA2C02}" dt="2023-10-06T18:50:51.636" v="2457"/>
          <ac:spMkLst>
            <pc:docMk/>
            <pc:sldMk cId="108279154" sldId="275"/>
            <ac:spMk id="53" creationId="{8228885D-A5EC-7736-88B2-693DEADD32B4}"/>
          </ac:spMkLst>
        </pc:spChg>
        <pc:cxnChg chg="del">
          <ac:chgData name="Casey.Golden" userId="S::casey.golden@target.com::0b7f323d-c643-427d-91f7-da41837c1761" providerId="AD" clId="Web-{EC50FDAB-7CD4-549F-4D0A-701600FA2C02}" dt="2023-10-06T18:41:35.962" v="2000"/>
          <ac:cxnSpMkLst>
            <pc:docMk/>
            <pc:sldMk cId="108279154" sldId="275"/>
            <ac:cxnSpMk id="7" creationId="{AA28550A-0B4E-6DE9-FB3D-1ABCBA180FA5}"/>
          </ac:cxnSpMkLst>
        </pc:cxnChg>
        <pc:cxnChg chg="del">
          <ac:chgData name="Casey.Golden" userId="S::casey.golden@target.com::0b7f323d-c643-427d-91f7-da41837c1761" providerId="AD" clId="Web-{EC50FDAB-7CD4-549F-4D0A-701600FA2C02}" dt="2023-10-06T18:41:35.962" v="1980"/>
          <ac:cxnSpMkLst>
            <pc:docMk/>
            <pc:sldMk cId="108279154" sldId="275"/>
            <ac:cxnSpMk id="33" creationId="{503FF458-6DD6-A8F1-DFF6-C5D9544D573E}"/>
          </ac:cxnSpMkLst>
        </pc:cxnChg>
        <pc:cxnChg chg="del">
          <ac:chgData name="Casey.Golden" userId="S::casey.golden@target.com::0b7f323d-c643-427d-91f7-da41837c1761" providerId="AD" clId="Web-{EC50FDAB-7CD4-549F-4D0A-701600FA2C02}" dt="2023-10-06T18:41:35.962" v="1979"/>
          <ac:cxnSpMkLst>
            <pc:docMk/>
            <pc:sldMk cId="108279154" sldId="275"/>
            <ac:cxnSpMk id="34" creationId="{8A899E66-13C7-668A-6CC4-898226379ABD}"/>
          </ac:cxnSpMkLst>
        </pc:cxnChg>
        <pc:cxnChg chg="del">
          <ac:chgData name="Casey.Golden" userId="S::casey.golden@target.com::0b7f323d-c643-427d-91f7-da41837c1761" providerId="AD" clId="Web-{EC50FDAB-7CD4-549F-4D0A-701600FA2C02}" dt="2023-10-06T18:41:35.962" v="1978"/>
          <ac:cxnSpMkLst>
            <pc:docMk/>
            <pc:sldMk cId="108279154" sldId="275"/>
            <ac:cxnSpMk id="35" creationId="{AB0B3E40-7341-A5C2-B7C0-650397BB60B2}"/>
          </ac:cxnSpMkLst>
        </pc:cxnChg>
        <pc:cxnChg chg="del">
          <ac:chgData name="Casey.Golden" userId="S::casey.golden@target.com::0b7f323d-c643-427d-91f7-da41837c1761" providerId="AD" clId="Web-{EC50FDAB-7CD4-549F-4D0A-701600FA2C02}" dt="2023-10-06T18:41:39.666" v="2001"/>
          <ac:cxnSpMkLst>
            <pc:docMk/>
            <pc:sldMk cId="108279154" sldId="275"/>
            <ac:cxnSpMk id="36" creationId="{8D374A89-A190-97B8-AE25-A51F08F0A143}"/>
          </ac:cxnSpMkLst>
        </pc:cxnChg>
      </pc:sldChg>
    </pc:docChg>
  </pc:docChgLst>
  <pc:docChgLst>
    <pc:chgData name="Casey.Golden" userId="S::casey.golden@target.com::0b7f323d-c643-427d-91f7-da41837c1761" providerId="AD" clId="Web-{5FE2CE53-5980-20EC-9C15-E3FF1A048F95}"/>
    <pc:docChg chg="addSld delSld modSld sldOrd">
      <pc:chgData name="Casey.Golden" userId="S::casey.golden@target.com::0b7f323d-c643-427d-91f7-da41837c1761" providerId="AD" clId="Web-{5FE2CE53-5980-20EC-9C15-E3FF1A048F95}" dt="2023-09-19T16:24:28.754" v="2024" actId="20577"/>
      <pc:docMkLst>
        <pc:docMk/>
      </pc:docMkLst>
      <pc:sldChg chg="addSp delSp modSp">
        <pc:chgData name="Casey.Golden" userId="S::casey.golden@target.com::0b7f323d-c643-427d-91f7-da41837c1761" providerId="AD" clId="Web-{5FE2CE53-5980-20EC-9C15-E3FF1A048F95}" dt="2023-09-19T14:06:41.859" v="378" actId="1076"/>
        <pc:sldMkLst>
          <pc:docMk/>
          <pc:sldMk cId="1480293173" sldId="257"/>
        </pc:sldMkLst>
        <pc:spChg chg="del mod">
          <ac:chgData name="Casey.Golden" userId="S::casey.golden@target.com::0b7f323d-c643-427d-91f7-da41837c1761" providerId="AD" clId="Web-{5FE2CE53-5980-20EC-9C15-E3FF1A048F95}" dt="2023-09-19T14:06:28.765" v="372"/>
          <ac:spMkLst>
            <pc:docMk/>
            <pc:sldMk cId="1480293173" sldId="257"/>
            <ac:spMk id="2" creationId="{117ADD83-0F84-244E-B9F5-59A1D3FCF1D1}"/>
          </ac:spMkLst>
        </pc:spChg>
        <pc:spChg chg="del">
          <ac:chgData name="Casey.Golden" userId="S::casey.golden@target.com::0b7f323d-c643-427d-91f7-da41837c1761" providerId="AD" clId="Web-{5FE2CE53-5980-20EC-9C15-E3FF1A048F95}" dt="2023-09-19T14:06:25.546" v="370"/>
          <ac:spMkLst>
            <pc:docMk/>
            <pc:sldMk cId="1480293173" sldId="257"/>
            <ac:spMk id="3" creationId="{37A7D194-2D9E-D14B-8B26-0099D8812A4B}"/>
          </ac:spMkLst>
        </pc:spChg>
        <pc:spChg chg="add del mod">
          <ac:chgData name="Casey.Golden" userId="S::casey.golden@target.com::0b7f323d-c643-427d-91f7-da41837c1761" providerId="AD" clId="Web-{5FE2CE53-5980-20EC-9C15-E3FF1A048F95}" dt="2023-09-19T14:06:34.124" v="374"/>
          <ac:spMkLst>
            <pc:docMk/>
            <pc:sldMk cId="1480293173" sldId="257"/>
            <ac:spMk id="7" creationId="{AA812C13-68C3-779F-4BCE-444A0F5F1F10}"/>
          </ac:spMkLst>
        </pc:spChg>
        <pc:spChg chg="add del mod">
          <ac:chgData name="Casey.Golden" userId="S::casey.golden@target.com::0b7f323d-c643-427d-91f7-da41837c1761" providerId="AD" clId="Web-{5FE2CE53-5980-20EC-9C15-E3FF1A048F95}" dt="2023-09-19T14:06:31.671" v="373"/>
          <ac:spMkLst>
            <pc:docMk/>
            <pc:sldMk cId="1480293173" sldId="257"/>
            <ac:spMk id="9" creationId="{B39AD3DD-494C-D381-4C74-FF81142A4BE6}"/>
          </ac:spMkLst>
        </pc:spChg>
        <pc:picChg chg="del">
          <ac:chgData name="Casey.Golden" userId="S::casey.golden@target.com::0b7f323d-c643-427d-91f7-da41837c1761" providerId="AD" clId="Web-{5FE2CE53-5980-20EC-9C15-E3FF1A048F95}" dt="2023-09-19T14:06:21.796" v="369"/>
          <ac:picMkLst>
            <pc:docMk/>
            <pc:sldMk cId="1480293173" sldId="257"/>
            <ac:picMk id="4" creationId="{36412204-DF8F-8DE5-506F-9A552E4C1AF7}"/>
          </ac:picMkLst>
        </pc:picChg>
        <pc:picChg chg="add mod">
          <ac:chgData name="Casey.Golden" userId="S::casey.golden@target.com::0b7f323d-c643-427d-91f7-da41837c1761" providerId="AD" clId="Web-{5FE2CE53-5980-20EC-9C15-E3FF1A048F95}" dt="2023-09-19T14:06:41.859" v="378" actId="1076"/>
          <ac:picMkLst>
            <pc:docMk/>
            <pc:sldMk cId="1480293173" sldId="257"/>
            <ac:picMk id="5" creationId="{357ED2F5-EEF8-00B6-35A6-D24062765C5A}"/>
          </ac:picMkLst>
        </pc:picChg>
      </pc:sldChg>
      <pc:sldChg chg="modSp ord">
        <pc:chgData name="Casey.Golden" userId="S::casey.golden@target.com::0b7f323d-c643-427d-91f7-da41837c1761" providerId="AD" clId="Web-{5FE2CE53-5980-20EC-9C15-E3FF1A048F95}" dt="2023-09-19T16:24:08.784" v="2017"/>
        <pc:sldMkLst>
          <pc:docMk/>
          <pc:sldMk cId="670121122" sldId="258"/>
        </pc:sldMkLst>
        <pc:spChg chg="mod">
          <ac:chgData name="Casey.Golden" userId="S::casey.golden@target.com::0b7f323d-c643-427d-91f7-da41837c1761" providerId="AD" clId="Web-{5FE2CE53-5980-20EC-9C15-E3FF1A048F95}" dt="2023-09-19T15:05:33.121" v="1484"/>
          <ac:spMkLst>
            <pc:docMk/>
            <pc:sldMk cId="670121122" sldId="258"/>
            <ac:spMk id="7" creationId="{75357E3B-7D3E-8503-62E3-B802F9C64457}"/>
          </ac:spMkLst>
        </pc:spChg>
        <pc:spChg chg="mod">
          <ac:chgData name="Casey.Golden" userId="S::casey.golden@target.com::0b7f323d-c643-427d-91f7-da41837c1761" providerId="AD" clId="Web-{5FE2CE53-5980-20EC-9C15-E3FF1A048F95}" dt="2023-09-19T15:05:33.340" v="1485"/>
          <ac:spMkLst>
            <pc:docMk/>
            <pc:sldMk cId="670121122" sldId="258"/>
            <ac:spMk id="8" creationId="{932AF6AB-D1AA-4267-8FE6-A6E1EACEF249}"/>
          </ac:spMkLst>
        </pc:spChg>
        <pc:spChg chg="mod">
          <ac:chgData name="Casey.Golden" userId="S::casey.golden@target.com::0b7f323d-c643-427d-91f7-da41837c1761" providerId="AD" clId="Web-{5FE2CE53-5980-20EC-9C15-E3FF1A048F95}" dt="2023-09-19T15:05:37.965" v="1486"/>
          <ac:spMkLst>
            <pc:docMk/>
            <pc:sldMk cId="670121122" sldId="258"/>
            <ac:spMk id="9" creationId="{7981C560-1FB8-7CF3-F228-5617F43B5195}"/>
          </ac:spMkLst>
        </pc:spChg>
        <pc:spChg chg="mod">
          <ac:chgData name="Casey.Golden" userId="S::casey.golden@target.com::0b7f323d-c643-427d-91f7-da41837c1761" providerId="AD" clId="Web-{5FE2CE53-5980-20EC-9C15-E3FF1A048F95}" dt="2023-09-19T14:02:24.898" v="362" actId="20577"/>
          <ac:spMkLst>
            <pc:docMk/>
            <pc:sldMk cId="670121122" sldId="258"/>
            <ac:spMk id="10" creationId="{F753CD2C-49CA-F1FF-E412-AA3E3A2690FB}"/>
          </ac:spMkLst>
        </pc:spChg>
        <pc:spChg chg="mod">
          <ac:chgData name="Casey.Golden" userId="S::casey.golden@target.com::0b7f323d-c643-427d-91f7-da41837c1761" providerId="AD" clId="Web-{5FE2CE53-5980-20EC-9C15-E3FF1A048F95}" dt="2023-09-19T14:01:45.772" v="355" actId="20577"/>
          <ac:spMkLst>
            <pc:docMk/>
            <pc:sldMk cId="670121122" sldId="258"/>
            <ac:spMk id="14" creationId="{8A3508B3-2DC7-AD89-CAFE-4B0CF9BD85D0}"/>
          </ac:spMkLst>
        </pc:spChg>
        <pc:spChg chg="mod">
          <ac:chgData name="Casey.Golden" userId="S::casey.golden@target.com::0b7f323d-c643-427d-91f7-da41837c1761" providerId="AD" clId="Web-{5FE2CE53-5980-20EC-9C15-E3FF1A048F95}" dt="2023-09-19T15:06:15.341" v="1489"/>
          <ac:spMkLst>
            <pc:docMk/>
            <pc:sldMk cId="670121122" sldId="258"/>
            <ac:spMk id="18" creationId="{9853E279-E120-69CA-A906-6E630C822415}"/>
          </ac:spMkLst>
        </pc:spChg>
        <pc:spChg chg="mod">
          <ac:chgData name="Casey.Golden" userId="S::casey.golden@target.com::0b7f323d-c643-427d-91f7-da41837c1761" providerId="AD" clId="Web-{5FE2CE53-5980-20EC-9C15-E3FF1A048F95}" dt="2023-09-19T15:06:15.497" v="1490"/>
          <ac:spMkLst>
            <pc:docMk/>
            <pc:sldMk cId="670121122" sldId="258"/>
            <ac:spMk id="19" creationId="{2ADAD217-CAB3-3A1C-2EAC-5F89D2C96579}"/>
          </ac:spMkLst>
        </pc:spChg>
        <pc:spChg chg="mod">
          <ac:chgData name="Casey.Golden" userId="S::casey.golden@target.com::0b7f323d-c643-427d-91f7-da41837c1761" providerId="AD" clId="Web-{5FE2CE53-5980-20EC-9C15-E3FF1A048F95}" dt="2023-09-19T15:06:08.888" v="1488"/>
          <ac:spMkLst>
            <pc:docMk/>
            <pc:sldMk cId="670121122" sldId="258"/>
            <ac:spMk id="20" creationId="{DA32AF90-C556-69F4-66DF-68F61DD02AB1}"/>
          </ac:spMkLst>
        </pc:spChg>
        <pc:spChg chg="mod">
          <ac:chgData name="Casey.Golden" userId="S::casey.golden@target.com::0b7f323d-c643-427d-91f7-da41837c1761" providerId="AD" clId="Web-{5FE2CE53-5980-20EC-9C15-E3FF1A048F95}" dt="2023-09-19T14:02:31.304" v="363" actId="20577"/>
          <ac:spMkLst>
            <pc:docMk/>
            <pc:sldMk cId="670121122" sldId="258"/>
            <ac:spMk id="21" creationId="{5633AAB3-16D5-E9A2-CC86-CDF363594BB1}"/>
          </ac:spMkLst>
        </pc:spChg>
        <pc:spChg chg="mod">
          <ac:chgData name="Casey.Golden" userId="S::casey.golden@target.com::0b7f323d-c643-427d-91f7-da41837c1761" providerId="AD" clId="Web-{5FE2CE53-5980-20EC-9C15-E3FF1A048F95}" dt="2023-09-19T15:07:36.156" v="1497"/>
          <ac:spMkLst>
            <pc:docMk/>
            <pc:sldMk cId="670121122" sldId="258"/>
            <ac:spMk id="26" creationId="{65DC264F-75F2-916F-0712-627153519A8B}"/>
          </ac:spMkLst>
        </pc:spChg>
        <pc:spChg chg="mod">
          <ac:chgData name="Casey.Golden" userId="S::casey.golden@target.com::0b7f323d-c643-427d-91f7-da41837c1761" providerId="AD" clId="Web-{5FE2CE53-5980-20EC-9C15-E3FF1A048F95}" dt="2023-09-19T15:07:36.234" v="1498"/>
          <ac:spMkLst>
            <pc:docMk/>
            <pc:sldMk cId="670121122" sldId="258"/>
            <ac:spMk id="27" creationId="{E362D4D3-A1A6-1EA8-CE79-1398D9B5D8B9}"/>
          </ac:spMkLst>
        </pc:spChg>
        <pc:spChg chg="mod">
          <ac:chgData name="Casey.Golden" userId="S::casey.golden@target.com::0b7f323d-c643-427d-91f7-da41837c1761" providerId="AD" clId="Web-{5FE2CE53-5980-20EC-9C15-E3FF1A048F95}" dt="2023-09-19T15:07:36.516" v="1499"/>
          <ac:spMkLst>
            <pc:docMk/>
            <pc:sldMk cId="670121122" sldId="258"/>
            <ac:spMk id="28" creationId="{40D0BD31-32BB-BA1E-C99B-5D4E1D9C8141}"/>
          </ac:spMkLst>
        </pc:spChg>
        <pc:spChg chg="mod">
          <ac:chgData name="Casey.Golden" userId="S::casey.golden@target.com::0b7f323d-c643-427d-91f7-da41837c1761" providerId="AD" clId="Web-{5FE2CE53-5980-20EC-9C15-E3FF1A048F95}" dt="2023-09-19T14:02:37.351" v="365" actId="20577"/>
          <ac:spMkLst>
            <pc:docMk/>
            <pc:sldMk cId="670121122" sldId="258"/>
            <ac:spMk id="29" creationId="{8855CB76-B895-132D-E677-B164EE95D617}"/>
          </ac:spMkLst>
        </pc:spChg>
      </pc:sldChg>
      <pc:sldChg chg="ord">
        <pc:chgData name="Casey.Golden" userId="S::casey.golden@target.com::0b7f323d-c643-427d-91f7-da41837c1761" providerId="AD" clId="Web-{5FE2CE53-5980-20EC-9C15-E3FF1A048F95}" dt="2023-09-19T13:56:24.981" v="244"/>
        <pc:sldMkLst>
          <pc:docMk/>
          <pc:sldMk cId="3948900969" sldId="259"/>
        </pc:sldMkLst>
      </pc:sldChg>
      <pc:sldChg chg="addSp modSp del">
        <pc:chgData name="Casey.Golden" userId="S::casey.golden@target.com::0b7f323d-c643-427d-91f7-da41837c1761" providerId="AD" clId="Web-{5FE2CE53-5980-20EC-9C15-E3FF1A048F95}" dt="2023-09-19T13:59:56.690" v="352"/>
        <pc:sldMkLst>
          <pc:docMk/>
          <pc:sldMk cId="2198535584" sldId="262"/>
        </pc:sldMkLst>
        <pc:spChg chg="mod">
          <ac:chgData name="Casey.Golden" userId="S::casey.golden@target.com::0b7f323d-c643-427d-91f7-da41837c1761" providerId="AD" clId="Web-{5FE2CE53-5980-20EC-9C15-E3FF1A048F95}" dt="2023-09-18T21:01:07.057" v="27" actId="1076"/>
          <ac:spMkLst>
            <pc:docMk/>
            <pc:sldMk cId="2198535584" sldId="262"/>
            <ac:spMk id="2" creationId="{C8A52B4B-8E77-E05E-6DD6-B7E9A5E69D2D}"/>
          </ac:spMkLst>
        </pc:spChg>
        <pc:spChg chg="add mod">
          <ac:chgData name="Casey.Golden" userId="S::casey.golden@target.com::0b7f323d-c643-427d-91f7-da41837c1761" providerId="AD" clId="Web-{5FE2CE53-5980-20EC-9C15-E3FF1A048F95}" dt="2023-09-19T13:49:13.889" v="98" actId="1076"/>
          <ac:spMkLst>
            <pc:docMk/>
            <pc:sldMk cId="2198535584" sldId="262"/>
            <ac:spMk id="5" creationId="{780D8A5D-FD75-16CD-710F-ABE343F7D5A7}"/>
          </ac:spMkLst>
        </pc:spChg>
        <pc:spChg chg="add mod">
          <ac:chgData name="Casey.Golden" userId="S::casey.golden@target.com::0b7f323d-c643-427d-91f7-da41837c1761" providerId="AD" clId="Web-{5FE2CE53-5980-20EC-9C15-E3FF1A048F95}" dt="2023-09-19T13:49:16.014" v="99" actId="1076"/>
          <ac:spMkLst>
            <pc:docMk/>
            <pc:sldMk cId="2198535584" sldId="262"/>
            <ac:spMk id="6" creationId="{308FBA46-0383-89B6-28BB-59675F065121}"/>
          </ac:spMkLst>
        </pc:spChg>
        <pc:spChg chg="add mod">
          <ac:chgData name="Casey.Golden" userId="S::casey.golden@target.com::0b7f323d-c643-427d-91f7-da41837c1761" providerId="AD" clId="Web-{5FE2CE53-5980-20EC-9C15-E3FF1A048F95}" dt="2023-09-19T13:49:09.499" v="96" actId="1076"/>
          <ac:spMkLst>
            <pc:docMk/>
            <pc:sldMk cId="2198535584" sldId="262"/>
            <ac:spMk id="7" creationId="{6A5F987E-8D32-91B4-3521-75A6F3B66D6C}"/>
          </ac:spMkLst>
        </pc:spChg>
        <pc:spChg chg="add mod">
          <ac:chgData name="Casey.Golden" userId="S::casey.golden@target.com::0b7f323d-c643-427d-91f7-da41837c1761" providerId="AD" clId="Web-{5FE2CE53-5980-20EC-9C15-E3FF1A048F95}" dt="2023-09-19T13:49:09.499" v="97" actId="1076"/>
          <ac:spMkLst>
            <pc:docMk/>
            <pc:sldMk cId="2198535584" sldId="262"/>
            <ac:spMk id="8" creationId="{0C2B1564-BE97-B7A0-7BD7-71FB8255EE22}"/>
          </ac:spMkLst>
        </pc:spChg>
        <pc:picChg chg="add mod">
          <ac:chgData name="Casey.Golden" userId="S::casey.golden@target.com::0b7f323d-c643-427d-91f7-da41837c1761" providerId="AD" clId="Web-{5FE2CE53-5980-20EC-9C15-E3FF1A048F95}" dt="2023-09-19T13:49:59.938" v="110" actId="1076"/>
          <ac:picMkLst>
            <pc:docMk/>
            <pc:sldMk cId="2198535584" sldId="262"/>
            <ac:picMk id="9" creationId="{6D91D2F5-DCC5-C070-D452-5EA40D671B1A}"/>
          </ac:picMkLst>
        </pc:picChg>
        <pc:picChg chg="add mod ord">
          <ac:chgData name="Casey.Golden" userId="S::casey.golden@target.com::0b7f323d-c643-427d-91f7-da41837c1761" providerId="AD" clId="Web-{5FE2CE53-5980-20EC-9C15-E3FF1A048F95}" dt="2023-09-19T13:49:49.125" v="106"/>
          <ac:picMkLst>
            <pc:docMk/>
            <pc:sldMk cId="2198535584" sldId="262"/>
            <ac:picMk id="10" creationId="{9C76BC3C-B79B-6AD9-B4A9-4211F908A145}"/>
          </ac:picMkLst>
        </pc:picChg>
      </pc:sldChg>
      <pc:sldChg chg="addSp delSp modSp new addAnim">
        <pc:chgData name="Casey.Golden" userId="S::casey.golden@target.com::0b7f323d-c643-427d-91f7-da41837c1761" providerId="AD" clId="Web-{5FE2CE53-5980-20EC-9C15-E3FF1A048F95}" dt="2023-09-19T14:04:30.339" v="366"/>
        <pc:sldMkLst>
          <pc:docMk/>
          <pc:sldMk cId="1559939775" sldId="263"/>
        </pc:sldMkLst>
        <pc:spChg chg="mod">
          <ac:chgData name="Casey.Golden" userId="S::casey.golden@target.com::0b7f323d-c643-427d-91f7-da41837c1761" providerId="AD" clId="Web-{5FE2CE53-5980-20EC-9C15-E3FF1A048F95}" dt="2023-09-19T13:59:33.002" v="349" actId="20577"/>
          <ac:spMkLst>
            <pc:docMk/>
            <pc:sldMk cId="1559939775" sldId="263"/>
            <ac:spMk id="2" creationId="{35EBE435-69B5-F205-0521-DBB194A0D380}"/>
          </ac:spMkLst>
        </pc:spChg>
        <pc:spChg chg="add mod">
          <ac:chgData name="Casey.Golden" userId="S::casey.golden@target.com::0b7f323d-c643-427d-91f7-da41837c1761" providerId="AD" clId="Web-{5FE2CE53-5980-20EC-9C15-E3FF1A048F95}" dt="2023-09-19T13:59:30.299" v="348" actId="20577"/>
          <ac:spMkLst>
            <pc:docMk/>
            <pc:sldMk cId="1559939775" sldId="263"/>
            <ac:spMk id="9" creationId="{D482C848-563C-9C6E-CFAB-67F60E7BAC78}"/>
          </ac:spMkLst>
        </pc:spChg>
        <pc:spChg chg="add mod">
          <ac:chgData name="Casey.Golden" userId="S::casey.golden@target.com::0b7f323d-c643-427d-91f7-da41837c1761" providerId="AD" clId="Web-{5FE2CE53-5980-20EC-9C15-E3FF1A048F95}" dt="2023-09-19T13:59:46.190" v="351" actId="1076"/>
          <ac:spMkLst>
            <pc:docMk/>
            <pc:sldMk cId="1559939775" sldId="263"/>
            <ac:spMk id="11" creationId="{EF59C8BE-6CD4-F67B-1754-6159E13F98C7}"/>
          </ac:spMkLst>
        </pc:spChg>
        <pc:spChg chg="add mod">
          <ac:chgData name="Casey.Golden" userId="S::casey.golden@target.com::0b7f323d-c643-427d-91f7-da41837c1761" providerId="AD" clId="Web-{5FE2CE53-5980-20EC-9C15-E3FF1A048F95}" dt="2023-09-19T13:59:23.205" v="347" actId="20577"/>
          <ac:spMkLst>
            <pc:docMk/>
            <pc:sldMk cId="1559939775" sldId="263"/>
            <ac:spMk id="13" creationId="{69ABB3FD-91CE-83F7-1E41-3D29A6F4FFBC}"/>
          </ac:spMkLst>
        </pc:spChg>
        <pc:picChg chg="add mod">
          <ac:chgData name="Casey.Golden" userId="S::casey.golden@target.com::0b7f323d-c643-427d-91f7-da41837c1761" providerId="AD" clId="Web-{5FE2CE53-5980-20EC-9C15-E3FF1A048F95}" dt="2023-09-19T13:51:08.768" v="126" actId="1076"/>
          <ac:picMkLst>
            <pc:docMk/>
            <pc:sldMk cId="1559939775" sldId="263"/>
            <ac:picMk id="5" creationId="{6B75D320-F60E-5B9A-CC44-A3B1425A8860}"/>
          </ac:picMkLst>
        </pc:picChg>
        <pc:picChg chg="add mod ord">
          <ac:chgData name="Casey.Golden" userId="S::casey.golden@target.com::0b7f323d-c643-427d-91f7-da41837c1761" providerId="AD" clId="Web-{5FE2CE53-5980-20EC-9C15-E3FF1A048F95}" dt="2023-09-19T13:50:45.158" v="119"/>
          <ac:picMkLst>
            <pc:docMk/>
            <pc:sldMk cId="1559939775" sldId="263"/>
            <ac:picMk id="7" creationId="{C4723A13-6915-55EF-7527-EB87A88CF27D}"/>
          </ac:picMkLst>
        </pc:picChg>
        <pc:picChg chg="add del mod">
          <ac:chgData name="Casey.Golden" userId="S::casey.golden@target.com::0b7f323d-c643-427d-91f7-da41837c1761" providerId="AD" clId="Web-{5FE2CE53-5980-20EC-9C15-E3FF1A048F95}" dt="2023-09-19T13:55:10.588" v="240"/>
          <ac:picMkLst>
            <pc:docMk/>
            <pc:sldMk cId="1559939775" sldId="263"/>
            <ac:picMk id="12" creationId="{217E3E1D-48C0-FABF-1C35-3F5616A42A35}"/>
          </ac:picMkLst>
        </pc:picChg>
      </pc:sldChg>
      <pc:sldChg chg="addSp modSp new">
        <pc:chgData name="Casey.Golden" userId="S::casey.golden@target.com::0b7f323d-c643-427d-91f7-da41837c1761" providerId="AD" clId="Web-{5FE2CE53-5980-20EC-9C15-E3FF1A048F95}" dt="2023-09-19T15:07:37.109" v="1503" actId="20577"/>
        <pc:sldMkLst>
          <pc:docMk/>
          <pc:sldMk cId="1777448919" sldId="264"/>
        </pc:sldMkLst>
        <pc:spChg chg="mod">
          <ac:chgData name="Casey.Golden" userId="S::casey.golden@target.com::0b7f323d-c643-427d-91f7-da41837c1761" providerId="AD" clId="Web-{5FE2CE53-5980-20EC-9C15-E3FF1A048F95}" dt="2023-09-19T15:07:37.109" v="1503" actId="20577"/>
          <ac:spMkLst>
            <pc:docMk/>
            <pc:sldMk cId="1777448919" sldId="264"/>
            <ac:spMk id="3" creationId="{A6DAEE14-C2BC-361E-05A5-9087AFC29FF3}"/>
          </ac:spMkLst>
        </pc:spChg>
        <pc:spChg chg="add mod">
          <ac:chgData name="Casey.Golden" userId="S::casey.golden@target.com::0b7f323d-c643-427d-91f7-da41837c1761" providerId="AD" clId="Web-{5FE2CE53-5980-20EC-9C15-E3FF1A048F95}" dt="2023-09-19T15:07:36.891" v="1501" actId="1076"/>
          <ac:spMkLst>
            <pc:docMk/>
            <pc:sldMk cId="1777448919" sldId="264"/>
            <ac:spMk id="6" creationId="{ACDD55CD-9CEC-69C5-D892-68579BDC89B7}"/>
          </ac:spMkLst>
        </pc:spChg>
      </pc:sldChg>
      <pc:sldChg chg="new del">
        <pc:chgData name="Casey.Golden" userId="S::casey.golden@target.com::0b7f323d-c643-427d-91f7-da41837c1761" providerId="AD" clId="Web-{5FE2CE53-5980-20EC-9C15-E3FF1A048F95}" dt="2023-09-19T14:11:09.867" v="399"/>
        <pc:sldMkLst>
          <pc:docMk/>
          <pc:sldMk cId="3625551214" sldId="265"/>
        </pc:sldMkLst>
      </pc:sldChg>
      <pc:sldChg chg="addSp modSp new">
        <pc:chgData name="Casey.Golden" userId="S::casey.golden@target.com::0b7f323d-c643-427d-91f7-da41837c1761" providerId="AD" clId="Web-{5FE2CE53-5980-20EC-9C15-E3FF1A048F95}" dt="2023-09-19T15:08:03.235" v="1507" actId="20577"/>
        <pc:sldMkLst>
          <pc:docMk/>
          <pc:sldMk cId="1336816715" sldId="266"/>
        </pc:sldMkLst>
        <pc:spChg chg="mod">
          <ac:chgData name="Casey.Golden" userId="S::casey.golden@target.com::0b7f323d-c643-427d-91f7-da41837c1761" providerId="AD" clId="Web-{5FE2CE53-5980-20EC-9C15-E3FF1A048F95}" dt="2023-09-19T15:08:03.235" v="1507" actId="20577"/>
          <ac:spMkLst>
            <pc:docMk/>
            <pc:sldMk cId="1336816715" sldId="266"/>
            <ac:spMk id="3" creationId="{0164AC60-B855-64D6-A685-06DC9D314B39}"/>
          </ac:spMkLst>
        </pc:spChg>
        <pc:spChg chg="add mod">
          <ac:chgData name="Casey.Golden" userId="S::casey.golden@target.com::0b7f323d-c643-427d-91f7-da41837c1761" providerId="AD" clId="Web-{5FE2CE53-5980-20EC-9C15-E3FF1A048F95}" dt="2023-09-19T15:08:03.017" v="1505" actId="1076"/>
          <ac:spMkLst>
            <pc:docMk/>
            <pc:sldMk cId="1336816715" sldId="266"/>
            <ac:spMk id="6" creationId="{F87C59C1-CBA9-46C1-10FE-AF111992A9B3}"/>
          </ac:spMkLst>
        </pc:spChg>
      </pc:sldChg>
      <pc:sldChg chg="addSp delSp modSp new">
        <pc:chgData name="Casey.Golden" userId="S::casey.golden@target.com::0b7f323d-c643-427d-91f7-da41837c1761" providerId="AD" clId="Web-{5FE2CE53-5980-20EC-9C15-E3FF1A048F95}" dt="2023-09-19T15:26:14.167" v="1625" actId="1076"/>
        <pc:sldMkLst>
          <pc:docMk/>
          <pc:sldMk cId="3197212346" sldId="267"/>
        </pc:sldMkLst>
        <pc:spChg chg="mod">
          <ac:chgData name="Casey.Golden" userId="S::casey.golden@target.com::0b7f323d-c643-427d-91f7-da41837c1761" providerId="AD" clId="Web-{5FE2CE53-5980-20EC-9C15-E3FF1A048F95}" dt="2023-09-19T15:24:00.534" v="1539" actId="20577"/>
          <ac:spMkLst>
            <pc:docMk/>
            <pc:sldMk cId="3197212346" sldId="267"/>
            <ac:spMk id="3" creationId="{B728CE4F-4E32-62D6-060E-51C3440E448C}"/>
          </ac:spMkLst>
        </pc:spChg>
        <pc:spChg chg="mod">
          <ac:chgData name="Casey.Golden" userId="S::casey.golden@target.com::0b7f323d-c643-427d-91f7-da41837c1761" providerId="AD" clId="Web-{5FE2CE53-5980-20EC-9C15-E3FF1A048F95}" dt="2023-09-19T15:24:13.550" v="1558" actId="20577"/>
          <ac:spMkLst>
            <pc:docMk/>
            <pc:sldMk cId="3197212346" sldId="267"/>
            <ac:spMk id="4" creationId="{A6733807-66DD-15C9-6E0A-771DB8903995}"/>
          </ac:spMkLst>
        </pc:spChg>
        <pc:spChg chg="add mod">
          <ac:chgData name="Casey.Golden" userId="S::casey.golden@target.com::0b7f323d-c643-427d-91f7-da41837c1761" providerId="AD" clId="Web-{5FE2CE53-5980-20EC-9C15-E3FF1A048F95}" dt="2023-09-19T15:08:18.642" v="1510" actId="1076"/>
          <ac:spMkLst>
            <pc:docMk/>
            <pc:sldMk cId="3197212346" sldId="267"/>
            <ac:spMk id="7" creationId="{F87C648A-D550-2554-E33A-018614EDDD0C}"/>
          </ac:spMkLst>
        </pc:spChg>
        <pc:spChg chg="add mod">
          <ac:chgData name="Casey.Golden" userId="S::casey.golden@target.com::0b7f323d-c643-427d-91f7-da41837c1761" providerId="AD" clId="Web-{5FE2CE53-5980-20EC-9C15-E3FF1A048F95}" dt="2023-09-19T15:08:18.767" v="1511" actId="1076"/>
          <ac:spMkLst>
            <pc:docMk/>
            <pc:sldMk cId="3197212346" sldId="267"/>
            <ac:spMk id="9" creationId="{CFB58F21-E563-2694-A3A9-D3A301B4F508}"/>
          </ac:spMkLst>
        </pc:spChg>
        <pc:graphicFrameChg chg="add del mod modGraphic">
          <ac:chgData name="Casey.Golden" userId="S::casey.golden@target.com::0b7f323d-c643-427d-91f7-da41837c1761" providerId="AD" clId="Web-{5FE2CE53-5980-20EC-9C15-E3FF1A048F95}" dt="2023-09-19T15:26:14.167" v="1625" actId="1076"/>
          <ac:graphicFrameMkLst>
            <pc:docMk/>
            <pc:sldMk cId="3197212346" sldId="267"/>
            <ac:graphicFrameMk id="5" creationId="{C85D23B8-2D40-D8E7-123B-0F5AD669809E}"/>
          </ac:graphicFrameMkLst>
        </pc:graphicFrameChg>
      </pc:sldChg>
      <pc:sldChg chg="addSp delSp modSp new">
        <pc:chgData name="Casey.Golden" userId="S::casey.golden@target.com::0b7f323d-c643-427d-91f7-da41837c1761" providerId="AD" clId="Web-{5FE2CE53-5980-20EC-9C15-E3FF1A048F95}" dt="2023-09-19T16:24:28.754" v="2024" actId="20577"/>
        <pc:sldMkLst>
          <pc:docMk/>
          <pc:sldMk cId="548771273" sldId="268"/>
        </pc:sldMkLst>
        <pc:spChg chg="mod">
          <ac:chgData name="Casey.Golden" userId="S::casey.golden@target.com::0b7f323d-c643-427d-91f7-da41837c1761" providerId="AD" clId="Web-{5FE2CE53-5980-20EC-9C15-E3FF1A048F95}" dt="2023-09-19T15:26:37.743" v="1632" actId="20577"/>
          <ac:spMkLst>
            <pc:docMk/>
            <pc:sldMk cId="548771273" sldId="268"/>
            <ac:spMk id="3" creationId="{72957DF0-9C8C-608A-EEEF-0C8F9A95C8EF}"/>
          </ac:spMkLst>
        </pc:spChg>
        <pc:spChg chg="del">
          <ac:chgData name="Casey.Golden" userId="S::casey.golden@target.com::0b7f323d-c643-427d-91f7-da41837c1761" providerId="AD" clId="Web-{5FE2CE53-5980-20EC-9C15-E3FF1A048F95}" dt="2023-09-19T15:27:04.728" v="1674"/>
          <ac:spMkLst>
            <pc:docMk/>
            <pc:sldMk cId="548771273" sldId="268"/>
            <ac:spMk id="4" creationId="{9EEE1D62-3A91-B729-9E0C-17C12F162560}"/>
          </ac:spMkLst>
        </pc:spChg>
        <pc:spChg chg="add mod">
          <ac:chgData name="Casey.Golden" userId="S::casey.golden@target.com::0b7f323d-c643-427d-91f7-da41837c1761" providerId="AD" clId="Web-{5FE2CE53-5980-20EC-9C15-E3FF1A048F95}" dt="2023-09-19T15:27:02.009" v="1673" actId="20577"/>
          <ac:spMkLst>
            <pc:docMk/>
            <pc:sldMk cId="548771273" sldId="268"/>
            <ac:spMk id="6" creationId="{832BF4FC-93D0-C4C0-9D73-A19C0EDC49DD}"/>
          </ac:spMkLst>
        </pc:spChg>
        <pc:spChg chg="add mod">
          <ac:chgData name="Casey.Golden" userId="S::casey.golden@target.com::0b7f323d-c643-427d-91f7-da41837c1761" providerId="AD" clId="Web-{5FE2CE53-5980-20EC-9C15-E3FF1A048F95}" dt="2023-09-19T15:29:16.685" v="1676" actId="1076"/>
          <ac:spMkLst>
            <pc:docMk/>
            <pc:sldMk cId="548771273" sldId="268"/>
            <ac:spMk id="7" creationId="{25BD5D0B-3BAB-8377-2741-432B26F48ACF}"/>
          </ac:spMkLst>
        </pc:spChg>
        <pc:spChg chg="add mod">
          <ac:chgData name="Casey.Golden" userId="S::casey.golden@target.com::0b7f323d-c643-427d-91f7-da41837c1761" providerId="AD" clId="Web-{5FE2CE53-5980-20EC-9C15-E3FF1A048F95}" dt="2023-09-19T15:29:16.748" v="1677" actId="1076"/>
          <ac:spMkLst>
            <pc:docMk/>
            <pc:sldMk cId="548771273" sldId="268"/>
            <ac:spMk id="8" creationId="{4C1ECD05-9B56-1129-EB53-4B749300600F}"/>
          </ac:spMkLst>
        </pc:spChg>
        <pc:spChg chg="add mod">
          <ac:chgData name="Casey.Golden" userId="S::casey.golden@target.com::0b7f323d-c643-427d-91f7-da41837c1761" providerId="AD" clId="Web-{5FE2CE53-5980-20EC-9C15-E3FF1A048F95}" dt="2023-09-19T15:29:16.795" v="1678" actId="1076"/>
          <ac:spMkLst>
            <pc:docMk/>
            <pc:sldMk cId="548771273" sldId="268"/>
            <ac:spMk id="9" creationId="{CBDAC851-B29B-9362-AD60-EC198C83A36B}"/>
          </ac:spMkLst>
        </pc:spChg>
        <pc:spChg chg="add mod">
          <ac:chgData name="Casey.Golden" userId="S::casey.golden@target.com::0b7f323d-c643-427d-91f7-da41837c1761" providerId="AD" clId="Web-{5FE2CE53-5980-20EC-9C15-E3FF1A048F95}" dt="2023-09-19T16:24:28.754" v="2024" actId="20577"/>
          <ac:spMkLst>
            <pc:docMk/>
            <pc:sldMk cId="548771273" sldId="268"/>
            <ac:spMk id="10" creationId="{A3D3425B-2614-C175-8609-B0F428F694D6}"/>
          </ac:spMkLst>
        </pc:spChg>
        <pc:spChg chg="add mod">
          <ac:chgData name="Casey.Golden" userId="S::casey.golden@target.com::0b7f323d-c643-427d-91f7-da41837c1761" providerId="AD" clId="Web-{5FE2CE53-5980-20EC-9C15-E3FF1A048F95}" dt="2023-09-19T15:31:03.408" v="1705" actId="1076"/>
          <ac:spMkLst>
            <pc:docMk/>
            <pc:sldMk cId="548771273" sldId="268"/>
            <ac:spMk id="14" creationId="{7447566B-4EFD-FCFA-2982-27925E3178F1}"/>
          </ac:spMkLst>
        </pc:spChg>
        <pc:spChg chg="add mod">
          <ac:chgData name="Casey.Golden" userId="S::casey.golden@target.com::0b7f323d-c643-427d-91f7-da41837c1761" providerId="AD" clId="Web-{5FE2CE53-5980-20EC-9C15-E3FF1A048F95}" dt="2023-09-19T15:31:12.049" v="1709" actId="20577"/>
          <ac:spMkLst>
            <pc:docMk/>
            <pc:sldMk cId="548771273" sldId="268"/>
            <ac:spMk id="15" creationId="{F273B919-D6F8-FF42-9521-9E71D48262D1}"/>
          </ac:spMkLst>
        </pc:spChg>
        <pc:spChg chg="add mod">
          <ac:chgData name="Casey.Golden" userId="S::casey.golden@target.com::0b7f323d-c643-427d-91f7-da41837c1761" providerId="AD" clId="Web-{5FE2CE53-5980-20EC-9C15-E3FF1A048F95}" dt="2023-09-19T15:31:20.377" v="1712" actId="20577"/>
          <ac:spMkLst>
            <pc:docMk/>
            <pc:sldMk cId="548771273" sldId="268"/>
            <ac:spMk id="16" creationId="{5A2FB608-8982-398E-97E2-18577305A895}"/>
          </ac:spMkLst>
        </pc:spChg>
        <pc:spChg chg="add mod">
          <ac:chgData name="Casey.Golden" userId="S::casey.golden@target.com::0b7f323d-c643-427d-91f7-da41837c1761" providerId="AD" clId="Web-{5FE2CE53-5980-20EC-9C15-E3FF1A048F95}" dt="2023-09-19T15:31:30.909" v="1715" actId="20577"/>
          <ac:spMkLst>
            <pc:docMk/>
            <pc:sldMk cId="548771273" sldId="268"/>
            <ac:spMk id="17" creationId="{D3C067CC-3374-7430-912F-278BF57F816F}"/>
          </ac:spMkLst>
        </pc:spChg>
        <pc:cxnChg chg="add mod">
          <ac:chgData name="Casey.Golden" userId="S::casey.golden@target.com::0b7f323d-c643-427d-91f7-da41837c1761" providerId="AD" clId="Web-{5FE2CE53-5980-20EC-9C15-E3FF1A048F95}" dt="2023-09-19T15:30:10.828" v="1688" actId="14100"/>
          <ac:cxnSpMkLst>
            <pc:docMk/>
            <pc:sldMk cId="548771273" sldId="268"/>
            <ac:cxnSpMk id="11" creationId="{5D7855FF-4D80-2097-A8AB-3D7DC32CF482}"/>
          </ac:cxnSpMkLst>
        </pc:cxnChg>
        <pc:cxnChg chg="add mod">
          <ac:chgData name="Casey.Golden" userId="S::casey.golden@target.com::0b7f323d-c643-427d-91f7-da41837c1761" providerId="AD" clId="Web-{5FE2CE53-5980-20EC-9C15-E3FF1A048F95}" dt="2023-09-19T15:30:22.047" v="1690" actId="1076"/>
          <ac:cxnSpMkLst>
            <pc:docMk/>
            <pc:sldMk cId="548771273" sldId="268"/>
            <ac:cxnSpMk id="12" creationId="{1E6F285D-A915-AF7C-4FC8-75837CDB1187}"/>
          </ac:cxnSpMkLst>
        </pc:cxnChg>
        <pc:cxnChg chg="add mod">
          <ac:chgData name="Casey.Golden" userId="S::casey.golden@target.com::0b7f323d-c643-427d-91f7-da41837c1761" providerId="AD" clId="Web-{5FE2CE53-5980-20EC-9C15-E3FF1A048F95}" dt="2023-09-19T15:30:28.516" v="1692" actId="1076"/>
          <ac:cxnSpMkLst>
            <pc:docMk/>
            <pc:sldMk cId="548771273" sldId="268"/>
            <ac:cxnSpMk id="13" creationId="{D56BCA33-B700-7346-24BE-E9028C41956A}"/>
          </ac:cxnSpMkLst>
        </pc:cxnChg>
      </pc:sldChg>
      <pc:sldChg chg="addSp delSp add del">
        <pc:chgData name="Casey.Golden" userId="S::casey.golden@target.com::0b7f323d-c643-427d-91f7-da41837c1761" providerId="AD" clId="Web-{5FE2CE53-5980-20EC-9C15-E3FF1A048F95}" dt="2023-09-19T16:23:54.127" v="2013"/>
        <pc:sldMkLst>
          <pc:docMk/>
          <pc:sldMk cId="2621085015" sldId="269"/>
        </pc:sldMkLst>
        <pc:spChg chg="add del">
          <ac:chgData name="Casey.Golden" userId="S::casey.golden@target.com::0b7f323d-c643-427d-91f7-da41837c1761" providerId="AD" clId="Web-{5FE2CE53-5980-20EC-9C15-E3FF1A048F95}" dt="2023-09-19T15:29:59.843" v="1687"/>
          <ac:spMkLst>
            <pc:docMk/>
            <pc:sldMk cId="2621085015" sldId="269"/>
            <ac:spMk id="4" creationId="{64140806-B148-6335-4EEF-1E3DD97AF976}"/>
          </ac:spMkLst>
        </pc:spChg>
        <pc:spChg chg="add del">
          <ac:chgData name="Casey.Golden" userId="S::casey.golden@target.com::0b7f323d-c643-427d-91f7-da41837c1761" providerId="AD" clId="Web-{5FE2CE53-5980-20EC-9C15-E3FF1A048F95}" dt="2023-09-19T15:29:59.843" v="1686"/>
          <ac:spMkLst>
            <pc:docMk/>
            <pc:sldMk cId="2621085015" sldId="269"/>
            <ac:spMk id="10" creationId="{FB792D3C-22C9-B78D-1B3F-4450A75A4B75}"/>
          </ac:spMkLst>
        </pc:spChg>
      </pc:sldChg>
      <pc:sldChg chg="addSp delSp modSp add ord replId">
        <pc:chgData name="Casey.Golden" userId="S::casey.golden@target.com::0b7f323d-c643-427d-91f7-da41837c1761" providerId="AD" clId="Web-{5FE2CE53-5980-20EC-9C15-E3FF1A048F95}" dt="2023-09-19T16:24:03.050" v="2015"/>
        <pc:sldMkLst>
          <pc:docMk/>
          <pc:sldMk cId="3030060345" sldId="270"/>
        </pc:sldMkLst>
        <pc:spChg chg="add mod">
          <ac:chgData name="Casey.Golden" userId="S::casey.golden@target.com::0b7f323d-c643-427d-91f7-da41837c1761" providerId="AD" clId="Web-{5FE2CE53-5980-20EC-9C15-E3FF1A048F95}" dt="2023-09-19T16:18:12.475" v="1965" actId="1076"/>
          <ac:spMkLst>
            <pc:docMk/>
            <pc:sldMk cId="3030060345" sldId="270"/>
            <ac:spMk id="3" creationId="{40F4BA71-5ABC-C68D-41DB-476EE8E60F18}"/>
          </ac:spMkLst>
        </pc:spChg>
        <pc:spChg chg="add mod">
          <ac:chgData name="Casey.Golden" userId="S::casey.golden@target.com::0b7f323d-c643-427d-91f7-da41837c1761" providerId="AD" clId="Web-{5FE2CE53-5980-20EC-9C15-E3FF1A048F95}" dt="2023-09-19T16:18:12.491" v="1966" actId="1076"/>
          <ac:spMkLst>
            <pc:docMk/>
            <pc:sldMk cId="3030060345" sldId="270"/>
            <ac:spMk id="4" creationId="{0F09CE44-0DAE-1D2E-1B6E-15ED354D2A76}"/>
          </ac:spMkLst>
        </pc:spChg>
        <pc:spChg chg="add mod">
          <ac:chgData name="Casey.Golden" userId="S::casey.golden@target.com::0b7f323d-c643-427d-91f7-da41837c1761" providerId="AD" clId="Web-{5FE2CE53-5980-20EC-9C15-E3FF1A048F95}" dt="2023-09-19T16:23:14.407" v="2006" actId="20577"/>
          <ac:spMkLst>
            <pc:docMk/>
            <pc:sldMk cId="3030060345" sldId="270"/>
            <ac:spMk id="5" creationId="{76AE0DB5-A97A-FFF3-9C8A-F3770175D23D}"/>
          </ac:spMkLst>
        </pc:spChg>
        <pc:spChg chg="add mod ord">
          <ac:chgData name="Casey.Golden" userId="S::casey.golden@target.com::0b7f323d-c643-427d-91f7-da41837c1761" providerId="AD" clId="Web-{5FE2CE53-5980-20EC-9C15-E3FF1A048F95}" dt="2023-09-19T16:20:59.668" v="2004" actId="1076"/>
          <ac:spMkLst>
            <pc:docMk/>
            <pc:sldMk cId="3030060345" sldId="270"/>
            <ac:spMk id="6" creationId="{D1327401-F76A-0674-79BA-6C4BE0957A98}"/>
          </ac:spMkLst>
        </pc:spChg>
        <pc:spChg chg="del">
          <ac:chgData name="Casey.Golden" userId="S::casey.golden@target.com::0b7f323d-c643-427d-91f7-da41837c1761" providerId="AD" clId="Web-{5FE2CE53-5980-20EC-9C15-E3FF1A048F95}" dt="2023-09-19T16:09:59.630" v="1743"/>
          <ac:spMkLst>
            <pc:docMk/>
            <pc:sldMk cId="3030060345" sldId="270"/>
            <ac:spMk id="7" creationId="{75357E3B-7D3E-8503-62E3-B802F9C64457}"/>
          </ac:spMkLst>
        </pc:spChg>
        <pc:spChg chg="del">
          <ac:chgData name="Casey.Golden" userId="S::casey.golden@target.com::0b7f323d-c643-427d-91f7-da41837c1761" providerId="AD" clId="Web-{5FE2CE53-5980-20EC-9C15-E3FF1A048F95}" dt="2023-09-19T16:09:59.630" v="1742"/>
          <ac:spMkLst>
            <pc:docMk/>
            <pc:sldMk cId="3030060345" sldId="270"/>
            <ac:spMk id="8" creationId="{932AF6AB-D1AA-4267-8FE6-A6E1EACEF249}"/>
          </ac:spMkLst>
        </pc:spChg>
        <pc:spChg chg="del">
          <ac:chgData name="Casey.Golden" userId="S::casey.golden@target.com::0b7f323d-c643-427d-91f7-da41837c1761" providerId="AD" clId="Web-{5FE2CE53-5980-20EC-9C15-E3FF1A048F95}" dt="2023-09-19T16:09:59.630" v="1741"/>
          <ac:spMkLst>
            <pc:docMk/>
            <pc:sldMk cId="3030060345" sldId="270"/>
            <ac:spMk id="9" creationId="{7981C560-1FB8-7CF3-F228-5617F43B5195}"/>
          </ac:spMkLst>
        </pc:spChg>
        <pc:spChg chg="del">
          <ac:chgData name="Casey.Golden" userId="S::casey.golden@target.com::0b7f323d-c643-427d-91f7-da41837c1761" providerId="AD" clId="Web-{5FE2CE53-5980-20EC-9C15-E3FF1A048F95}" dt="2023-09-19T16:09:59.630" v="1740"/>
          <ac:spMkLst>
            <pc:docMk/>
            <pc:sldMk cId="3030060345" sldId="270"/>
            <ac:spMk id="10" creationId="{F753CD2C-49CA-F1FF-E412-AA3E3A2690FB}"/>
          </ac:spMkLst>
        </pc:spChg>
        <pc:spChg chg="add mod">
          <ac:chgData name="Casey.Golden" userId="S::casey.golden@target.com::0b7f323d-c643-427d-91f7-da41837c1761" providerId="AD" clId="Web-{5FE2CE53-5980-20EC-9C15-E3FF1A048F95}" dt="2023-09-19T16:20:45.777" v="2002" actId="14100"/>
          <ac:spMkLst>
            <pc:docMk/>
            <pc:sldMk cId="3030060345" sldId="270"/>
            <ac:spMk id="12" creationId="{7948ED1F-434F-210C-EF20-0FF5257E91C6}"/>
          </ac:spMkLst>
        </pc:spChg>
        <pc:spChg chg="del">
          <ac:chgData name="Casey.Golden" userId="S::casey.golden@target.com::0b7f323d-c643-427d-91f7-da41837c1761" providerId="AD" clId="Web-{5FE2CE53-5980-20EC-9C15-E3FF1A048F95}" dt="2023-09-19T16:09:52.864" v="1735"/>
          <ac:spMkLst>
            <pc:docMk/>
            <pc:sldMk cId="3030060345" sldId="270"/>
            <ac:spMk id="13" creationId="{CC27BD7D-E38C-B032-0F31-48C9B33C69F8}"/>
          </ac:spMkLst>
        </pc:spChg>
        <pc:spChg chg="del">
          <ac:chgData name="Casey.Golden" userId="S::casey.golden@target.com::0b7f323d-c643-427d-91f7-da41837c1761" providerId="AD" clId="Web-{5FE2CE53-5980-20EC-9C15-E3FF1A048F95}" dt="2023-09-19T16:09:52.864" v="1734"/>
          <ac:spMkLst>
            <pc:docMk/>
            <pc:sldMk cId="3030060345" sldId="270"/>
            <ac:spMk id="14" creationId="{8A3508B3-2DC7-AD89-CAFE-4B0CF9BD85D0}"/>
          </ac:spMkLst>
        </pc:spChg>
        <pc:spChg chg="add del">
          <ac:chgData name="Casey.Golden" userId="S::casey.golden@target.com::0b7f323d-c643-427d-91f7-da41837c1761" providerId="AD" clId="Web-{5FE2CE53-5980-20EC-9C15-E3FF1A048F95}" dt="2023-09-19T16:14:08.388" v="1859"/>
          <ac:spMkLst>
            <pc:docMk/>
            <pc:sldMk cId="3030060345" sldId="270"/>
            <ac:spMk id="15" creationId="{C438993A-A0E1-247C-4E35-80EE88B49599}"/>
          </ac:spMkLst>
        </pc:spChg>
        <pc:spChg chg="add del">
          <ac:chgData name="Casey.Golden" userId="S::casey.golden@target.com::0b7f323d-c643-427d-91f7-da41837c1761" providerId="AD" clId="Web-{5FE2CE53-5980-20EC-9C15-E3FF1A048F95}" dt="2023-09-19T16:14:23.670" v="1863"/>
          <ac:spMkLst>
            <pc:docMk/>
            <pc:sldMk cId="3030060345" sldId="270"/>
            <ac:spMk id="16" creationId="{FF89A999-2E94-B2C3-15C3-70C702A4DDB7}"/>
          </ac:spMkLst>
        </pc:spChg>
        <pc:spChg chg="add mod">
          <ac:chgData name="Casey.Golden" userId="S::casey.golden@target.com::0b7f323d-c643-427d-91f7-da41837c1761" providerId="AD" clId="Web-{5FE2CE53-5980-20EC-9C15-E3FF1A048F95}" dt="2023-09-19T16:20:24.354" v="1999" actId="1076"/>
          <ac:spMkLst>
            <pc:docMk/>
            <pc:sldMk cId="3030060345" sldId="270"/>
            <ac:spMk id="17" creationId="{53A5656C-A8D7-7D1D-0B6E-6AB90B2B0948}"/>
          </ac:spMkLst>
        </pc:spChg>
        <pc:spChg chg="del">
          <ac:chgData name="Casey.Golden" userId="S::casey.golden@target.com::0b7f323d-c643-427d-91f7-da41837c1761" providerId="AD" clId="Web-{5FE2CE53-5980-20EC-9C15-E3FF1A048F95}" dt="2023-09-19T16:09:52.864" v="1733"/>
          <ac:spMkLst>
            <pc:docMk/>
            <pc:sldMk cId="3030060345" sldId="270"/>
            <ac:spMk id="18" creationId="{9853E279-E120-69CA-A906-6E630C822415}"/>
          </ac:spMkLst>
        </pc:spChg>
        <pc:spChg chg="del">
          <ac:chgData name="Casey.Golden" userId="S::casey.golden@target.com::0b7f323d-c643-427d-91f7-da41837c1761" providerId="AD" clId="Web-{5FE2CE53-5980-20EC-9C15-E3FF1A048F95}" dt="2023-09-19T16:09:52.864" v="1732"/>
          <ac:spMkLst>
            <pc:docMk/>
            <pc:sldMk cId="3030060345" sldId="270"/>
            <ac:spMk id="19" creationId="{2ADAD217-CAB3-3A1C-2EAC-5F89D2C96579}"/>
          </ac:spMkLst>
        </pc:spChg>
        <pc:spChg chg="del">
          <ac:chgData name="Casey.Golden" userId="S::casey.golden@target.com::0b7f323d-c643-427d-91f7-da41837c1761" providerId="AD" clId="Web-{5FE2CE53-5980-20EC-9C15-E3FF1A048F95}" dt="2023-09-19T16:09:59.630" v="1739"/>
          <ac:spMkLst>
            <pc:docMk/>
            <pc:sldMk cId="3030060345" sldId="270"/>
            <ac:spMk id="20" creationId="{DA32AF90-C556-69F4-66DF-68F61DD02AB1}"/>
          </ac:spMkLst>
        </pc:spChg>
        <pc:spChg chg="del">
          <ac:chgData name="Casey.Golden" userId="S::casey.golden@target.com::0b7f323d-c643-427d-91f7-da41837c1761" providerId="AD" clId="Web-{5FE2CE53-5980-20EC-9C15-E3FF1A048F95}" dt="2023-09-19T16:09:59.630" v="1738"/>
          <ac:spMkLst>
            <pc:docMk/>
            <pc:sldMk cId="3030060345" sldId="270"/>
            <ac:spMk id="21" creationId="{5633AAB3-16D5-E9A2-CC86-CDF363594BB1}"/>
          </ac:spMkLst>
        </pc:spChg>
        <pc:spChg chg="add mod">
          <ac:chgData name="Casey.Golden" userId="S::casey.golden@target.com::0b7f323d-c643-427d-91f7-da41837c1761" providerId="AD" clId="Web-{5FE2CE53-5980-20EC-9C15-E3FF1A048F95}" dt="2023-09-19T16:20:52.168" v="2003" actId="1076"/>
          <ac:spMkLst>
            <pc:docMk/>
            <pc:sldMk cId="3030060345" sldId="270"/>
            <ac:spMk id="22" creationId="{26ADCF2C-9F94-2D96-26BD-7A7058B5F593}"/>
          </ac:spMkLst>
        </pc:spChg>
        <pc:spChg chg="add del">
          <ac:chgData name="Casey.Golden" userId="S::casey.golden@target.com::0b7f323d-c643-427d-91f7-da41837c1761" providerId="AD" clId="Web-{5FE2CE53-5980-20EC-9C15-E3FF1A048F95}" dt="2023-09-19T16:16:21.299" v="1914"/>
          <ac:spMkLst>
            <pc:docMk/>
            <pc:sldMk cId="3030060345" sldId="270"/>
            <ac:spMk id="23" creationId="{1863A09E-A287-BEF8-CF91-B5F4CC14541F}"/>
          </ac:spMkLst>
        </pc:spChg>
        <pc:spChg chg="add del">
          <ac:chgData name="Casey.Golden" userId="S::casey.golden@target.com::0b7f323d-c643-427d-91f7-da41837c1761" providerId="AD" clId="Web-{5FE2CE53-5980-20EC-9C15-E3FF1A048F95}" dt="2023-09-19T16:16:27.065" v="1916"/>
          <ac:spMkLst>
            <pc:docMk/>
            <pc:sldMk cId="3030060345" sldId="270"/>
            <ac:spMk id="24" creationId="{47A583CF-6FD4-C768-48C3-68A1F4C6A2B4}"/>
          </ac:spMkLst>
        </pc:spChg>
        <pc:spChg chg="add mod">
          <ac:chgData name="Casey.Golden" userId="S::casey.golden@target.com::0b7f323d-c643-427d-91f7-da41837c1761" providerId="AD" clId="Web-{5FE2CE53-5980-20EC-9C15-E3FF1A048F95}" dt="2023-09-19T16:19:25.665" v="1995" actId="1076"/>
          <ac:spMkLst>
            <pc:docMk/>
            <pc:sldMk cId="3030060345" sldId="270"/>
            <ac:spMk id="25" creationId="{ED50B0DF-2690-9B10-E875-FC029D2E4F66}"/>
          </ac:spMkLst>
        </pc:spChg>
        <pc:spChg chg="del">
          <ac:chgData name="Casey.Golden" userId="S::casey.golden@target.com::0b7f323d-c643-427d-91f7-da41837c1761" providerId="AD" clId="Web-{5FE2CE53-5980-20EC-9C15-E3FF1A048F95}" dt="2023-09-19T16:09:52.864" v="1731"/>
          <ac:spMkLst>
            <pc:docMk/>
            <pc:sldMk cId="3030060345" sldId="270"/>
            <ac:spMk id="26" creationId="{65DC264F-75F2-916F-0712-627153519A8B}"/>
          </ac:spMkLst>
        </pc:spChg>
        <pc:spChg chg="del">
          <ac:chgData name="Casey.Golden" userId="S::casey.golden@target.com::0b7f323d-c643-427d-91f7-da41837c1761" providerId="AD" clId="Web-{5FE2CE53-5980-20EC-9C15-E3FF1A048F95}" dt="2023-09-19T16:09:52.864" v="1730"/>
          <ac:spMkLst>
            <pc:docMk/>
            <pc:sldMk cId="3030060345" sldId="270"/>
            <ac:spMk id="27" creationId="{E362D4D3-A1A6-1EA8-CE79-1398D9B5D8B9}"/>
          </ac:spMkLst>
        </pc:spChg>
        <pc:spChg chg="del">
          <ac:chgData name="Casey.Golden" userId="S::casey.golden@target.com::0b7f323d-c643-427d-91f7-da41837c1761" providerId="AD" clId="Web-{5FE2CE53-5980-20EC-9C15-E3FF1A048F95}" dt="2023-09-19T16:09:59.630" v="1737"/>
          <ac:spMkLst>
            <pc:docMk/>
            <pc:sldMk cId="3030060345" sldId="270"/>
            <ac:spMk id="28" creationId="{40D0BD31-32BB-BA1E-C99B-5D4E1D9C8141}"/>
          </ac:spMkLst>
        </pc:spChg>
        <pc:spChg chg="del">
          <ac:chgData name="Casey.Golden" userId="S::casey.golden@target.com::0b7f323d-c643-427d-91f7-da41837c1761" providerId="AD" clId="Web-{5FE2CE53-5980-20EC-9C15-E3FF1A048F95}" dt="2023-09-19T16:09:59.630" v="1736"/>
          <ac:spMkLst>
            <pc:docMk/>
            <pc:sldMk cId="3030060345" sldId="270"/>
            <ac:spMk id="29" creationId="{8855CB76-B895-132D-E677-B164EE95D617}"/>
          </ac:spMkLst>
        </pc:spChg>
        <pc:spChg chg="add mod">
          <ac:chgData name="Casey.Golden" userId="S::casey.golden@target.com::0b7f323d-c643-427d-91f7-da41837c1761" providerId="AD" clId="Web-{5FE2CE53-5980-20EC-9C15-E3FF1A048F95}" dt="2023-09-19T16:18:53.820" v="1986" actId="1076"/>
          <ac:spMkLst>
            <pc:docMk/>
            <pc:sldMk cId="3030060345" sldId="270"/>
            <ac:spMk id="31" creationId="{29F62CD1-AA27-3AF0-C84F-D1395C19B641}"/>
          </ac:spMkLst>
        </pc:spChg>
        <pc:spChg chg="add mod">
          <ac:chgData name="Casey.Golden" userId="S::casey.golden@target.com::0b7f323d-c643-427d-91f7-da41837c1761" providerId="AD" clId="Web-{5FE2CE53-5980-20EC-9C15-E3FF1A048F95}" dt="2023-09-19T16:17:16.692" v="1940" actId="1076"/>
          <ac:spMkLst>
            <pc:docMk/>
            <pc:sldMk cId="3030060345" sldId="270"/>
            <ac:spMk id="33" creationId="{1DAE9C40-0F9A-AA2C-7E4F-87DADFA0F33A}"/>
          </ac:spMkLst>
        </pc:spChg>
        <pc:spChg chg="add mod">
          <ac:chgData name="Casey.Golden" userId="S::casey.golden@target.com::0b7f323d-c643-427d-91f7-da41837c1761" providerId="AD" clId="Web-{5FE2CE53-5980-20EC-9C15-E3FF1A048F95}" dt="2023-09-19T16:18:59.133" v="1989" actId="1076"/>
          <ac:spMkLst>
            <pc:docMk/>
            <pc:sldMk cId="3030060345" sldId="270"/>
            <ac:spMk id="35" creationId="{E79E6E40-BB10-DB6C-1A3F-2F2202710A13}"/>
          </ac:spMkLst>
        </pc:spChg>
        <pc:spChg chg="add mod">
          <ac:chgData name="Casey.Golden" userId="S::casey.golden@target.com::0b7f323d-c643-427d-91f7-da41837c1761" providerId="AD" clId="Web-{5FE2CE53-5980-20EC-9C15-E3FF1A048F95}" dt="2023-09-19T16:21:32.810" v="2005" actId="14100"/>
          <ac:spMkLst>
            <pc:docMk/>
            <pc:sldMk cId="3030060345" sldId="270"/>
            <ac:spMk id="37" creationId="{5D7C211F-CBED-91A4-6813-D371BBE26B34}"/>
          </ac:spMkLst>
        </pc:spChg>
        <pc:spChg chg="add mod">
          <ac:chgData name="Casey.Golden" userId="S::casey.golden@target.com::0b7f323d-c643-427d-91f7-da41837c1761" providerId="AD" clId="Web-{5FE2CE53-5980-20EC-9C15-E3FF1A048F95}" dt="2023-09-19T16:17:16.801" v="1943" actId="1076"/>
          <ac:spMkLst>
            <pc:docMk/>
            <pc:sldMk cId="3030060345" sldId="270"/>
            <ac:spMk id="39" creationId="{31E5F3FE-039A-7657-0860-D4041DBE909C}"/>
          </ac:spMkLst>
        </pc:spChg>
        <pc:spChg chg="add mod">
          <ac:chgData name="Casey.Golden" userId="S::casey.golden@target.com::0b7f323d-c643-427d-91f7-da41837c1761" providerId="AD" clId="Web-{5FE2CE53-5980-20EC-9C15-E3FF1A048F95}" dt="2023-09-19T16:17:16.832" v="1944" actId="1076"/>
          <ac:spMkLst>
            <pc:docMk/>
            <pc:sldMk cId="3030060345" sldId="270"/>
            <ac:spMk id="41" creationId="{E5C4A238-D8FB-23A7-61C3-81E334A2CFA3}"/>
          </ac:spMkLst>
        </pc:spChg>
        <pc:spChg chg="add mod">
          <ac:chgData name="Casey.Golden" userId="S::casey.golden@target.com::0b7f323d-c643-427d-91f7-da41837c1761" providerId="AD" clId="Web-{5FE2CE53-5980-20EC-9C15-E3FF1A048F95}" dt="2023-09-19T16:17:16.864" v="1945" actId="1076"/>
          <ac:spMkLst>
            <pc:docMk/>
            <pc:sldMk cId="3030060345" sldId="270"/>
            <ac:spMk id="43" creationId="{194698D1-302F-F189-EB25-C75AE1D63B2B}"/>
          </ac:spMkLst>
        </pc:spChg>
        <pc:spChg chg="add mod">
          <ac:chgData name="Casey.Golden" userId="S::casey.golden@target.com::0b7f323d-c643-427d-91f7-da41837c1761" providerId="AD" clId="Web-{5FE2CE53-5980-20EC-9C15-E3FF1A048F95}" dt="2023-09-19T16:18:19.788" v="1978" actId="20577"/>
          <ac:spMkLst>
            <pc:docMk/>
            <pc:sldMk cId="3030060345" sldId="270"/>
            <ac:spMk id="45" creationId="{AD277302-FE14-7FB1-FF57-279BC682B0D5}"/>
          </ac:spMkLst>
        </pc:spChg>
        <pc:spChg chg="add mod">
          <ac:chgData name="Casey.Golden" userId="S::casey.golden@target.com::0b7f323d-c643-427d-91f7-da41837c1761" providerId="AD" clId="Web-{5FE2CE53-5980-20EC-9C15-E3FF1A048F95}" dt="2023-09-19T16:17:16.926" v="1947" actId="1076"/>
          <ac:spMkLst>
            <pc:docMk/>
            <pc:sldMk cId="3030060345" sldId="270"/>
            <ac:spMk id="47" creationId="{FDE6AD68-EF71-1C05-C286-033847E417EE}"/>
          </ac:spMkLst>
        </pc:spChg>
        <pc:spChg chg="add mod">
          <ac:chgData name="Casey.Golden" userId="S::casey.golden@target.com::0b7f323d-c643-427d-91f7-da41837c1761" providerId="AD" clId="Web-{5FE2CE53-5980-20EC-9C15-E3FF1A048F95}" dt="2023-09-19T16:17:16.957" v="1948" actId="1076"/>
          <ac:spMkLst>
            <pc:docMk/>
            <pc:sldMk cId="3030060345" sldId="270"/>
            <ac:spMk id="49" creationId="{7CD28E76-CE13-222E-37FA-E0C0E8DB660E}"/>
          </ac:spMkLst>
        </pc:spChg>
        <pc:spChg chg="add mod">
          <ac:chgData name="Casey.Golden" userId="S::casey.golden@target.com::0b7f323d-c643-427d-91f7-da41837c1761" providerId="AD" clId="Web-{5FE2CE53-5980-20EC-9C15-E3FF1A048F95}" dt="2023-09-19T16:17:16.989" v="1949" actId="1076"/>
          <ac:spMkLst>
            <pc:docMk/>
            <pc:sldMk cId="3030060345" sldId="270"/>
            <ac:spMk id="51" creationId="{EBCB304C-86B8-457D-7B39-6C53D1320FFA}"/>
          </ac:spMkLst>
        </pc:spChg>
        <pc:spChg chg="add mod">
          <ac:chgData name="Casey.Golden" userId="S::casey.golden@target.com::0b7f323d-c643-427d-91f7-da41837c1761" providerId="AD" clId="Web-{5FE2CE53-5980-20EC-9C15-E3FF1A048F95}" dt="2023-09-19T16:18:22.647" v="1979" actId="20577"/>
          <ac:spMkLst>
            <pc:docMk/>
            <pc:sldMk cId="3030060345" sldId="270"/>
            <ac:spMk id="53" creationId="{C4D11544-C267-FD23-0E2E-4E53923ACD73}"/>
          </ac:spMkLst>
        </pc:spChg>
        <pc:grpChg chg="add mod">
          <ac:chgData name="Casey.Golden" userId="S::casey.golden@target.com::0b7f323d-c643-427d-91f7-da41837c1761" providerId="AD" clId="Web-{5FE2CE53-5980-20EC-9C15-E3FF1A048F95}" dt="2023-09-19T16:19:18.837" v="1993" actId="1076"/>
          <ac:grpSpMkLst>
            <pc:docMk/>
            <pc:sldMk cId="3030060345" sldId="270"/>
            <ac:grpSpMk id="54" creationId="{542B57AE-19A4-6AC9-E026-30D9C538ED8C}"/>
          </ac:grpSpMkLst>
        </pc:grpChg>
        <pc:grpChg chg="add mod">
          <ac:chgData name="Casey.Golden" userId="S::casey.golden@target.com::0b7f323d-c643-427d-91f7-da41837c1761" providerId="AD" clId="Web-{5FE2CE53-5980-20EC-9C15-E3FF1A048F95}" dt="2023-09-19T16:19:18.790" v="1992" actId="1076"/>
          <ac:grpSpMkLst>
            <pc:docMk/>
            <pc:sldMk cId="3030060345" sldId="270"/>
            <ac:grpSpMk id="55" creationId="{6A72D51D-2A4C-F42F-3D98-629FDA70DC24}"/>
          </ac:grpSpMkLst>
        </pc:grpChg>
        <pc:grpChg chg="add mod">
          <ac:chgData name="Casey.Golden" userId="S::casey.golden@target.com::0b7f323d-c643-427d-91f7-da41837c1761" providerId="AD" clId="Web-{5FE2CE53-5980-20EC-9C15-E3FF1A048F95}" dt="2023-09-19T16:19:18.883" v="1994" actId="1076"/>
          <ac:grpSpMkLst>
            <pc:docMk/>
            <pc:sldMk cId="3030060345" sldId="270"/>
            <ac:grpSpMk id="56" creationId="{AD63A92F-F98E-C8F5-E360-3B06F24FAC43}"/>
          </ac:grpSpMkLst>
        </pc:grpChg>
      </pc:sldChg>
      <pc:sldChg chg="add del replId">
        <pc:chgData name="Casey.Golden" userId="S::casey.golden@target.com::0b7f323d-c643-427d-91f7-da41837c1761" providerId="AD" clId="Web-{5FE2CE53-5980-20EC-9C15-E3FF1A048F95}" dt="2023-09-19T16:14:09.388" v="1860"/>
        <pc:sldMkLst>
          <pc:docMk/>
          <pc:sldMk cId="243134379" sldId="271"/>
        </pc:sldMkLst>
      </pc:sldChg>
      <pc:sldChg chg="add del replId">
        <pc:chgData name="Casey.Golden" userId="S::casey.golden@target.com::0b7f323d-c643-427d-91f7-da41837c1761" providerId="AD" clId="Web-{5FE2CE53-5980-20EC-9C15-E3FF1A048F95}" dt="2023-09-19T16:10:34.146" v="1760"/>
        <pc:sldMkLst>
          <pc:docMk/>
          <pc:sldMk cId="2895420129" sldId="271"/>
        </pc:sldMkLst>
      </pc:sldChg>
      <pc:sldChg chg="modSp new">
        <pc:chgData name="Casey.Golden" userId="S::casey.golden@target.com::0b7f323d-c643-427d-91f7-da41837c1761" providerId="AD" clId="Web-{5FE2CE53-5980-20EC-9C15-E3FF1A048F95}" dt="2023-09-19T16:23:49.877" v="2012" actId="20577"/>
        <pc:sldMkLst>
          <pc:docMk/>
          <pc:sldMk cId="3687966153" sldId="271"/>
        </pc:sldMkLst>
        <pc:spChg chg="mod">
          <ac:chgData name="Casey.Golden" userId="S::casey.golden@target.com::0b7f323d-c643-427d-91f7-da41837c1761" providerId="AD" clId="Web-{5FE2CE53-5980-20EC-9C15-E3FF1A048F95}" dt="2023-09-19T16:23:49.877" v="2012" actId="20577"/>
          <ac:spMkLst>
            <pc:docMk/>
            <pc:sldMk cId="3687966153" sldId="271"/>
            <ac:spMk id="2" creationId="{EDCF2142-B920-A7BC-EFC3-5B5372031C92}"/>
          </ac:spMkLst>
        </pc:spChg>
      </pc:sldChg>
    </pc:docChg>
  </pc:docChgLst>
  <pc:docChgLst>
    <pc:chgData name="Casey.Golden" userId="S::casey.golden@target.com::0b7f323d-c643-427d-91f7-da41837c1761" providerId="AD" clId="Web-{C971DE8F-7B1F-E614-280C-8765F40561A3}"/>
    <pc:docChg chg="addSld delSld modSld sldOrd">
      <pc:chgData name="Casey.Golden" userId="S::casey.golden@target.com::0b7f323d-c643-427d-91f7-da41837c1761" providerId="AD" clId="Web-{C971DE8F-7B1F-E614-280C-8765F40561A3}" dt="2023-10-09T20:34:14.416" v="284"/>
      <pc:docMkLst>
        <pc:docMk/>
      </pc:docMkLst>
      <pc:sldChg chg="del">
        <pc:chgData name="Casey.Golden" userId="S::casey.golden@target.com::0b7f323d-c643-427d-91f7-da41837c1761" providerId="AD" clId="Web-{C971DE8F-7B1F-E614-280C-8765F40561A3}" dt="2023-10-09T14:55:38.060" v="208"/>
        <pc:sldMkLst>
          <pc:docMk/>
          <pc:sldMk cId="670121122" sldId="258"/>
        </pc:sldMkLst>
      </pc:sldChg>
      <pc:sldChg chg="delSp del">
        <pc:chgData name="Casey.Golden" userId="S::casey.golden@target.com::0b7f323d-c643-427d-91f7-da41837c1761" providerId="AD" clId="Web-{C971DE8F-7B1F-E614-280C-8765F40561A3}" dt="2023-10-09T14:55:32.294" v="206"/>
        <pc:sldMkLst>
          <pc:docMk/>
          <pc:sldMk cId="1336816715" sldId="266"/>
        </pc:sldMkLst>
        <pc:spChg chg="del">
          <ac:chgData name="Casey.Golden" userId="S::casey.golden@target.com::0b7f323d-c643-427d-91f7-da41837c1761" providerId="AD" clId="Web-{C971DE8F-7B1F-E614-280C-8765F40561A3}" dt="2023-10-09T14:35:41.209" v="202"/>
          <ac:spMkLst>
            <pc:docMk/>
            <pc:sldMk cId="1336816715" sldId="266"/>
            <ac:spMk id="5" creationId="{FC07075E-3B83-DBA2-10E2-27C2FE3D5A36}"/>
          </ac:spMkLst>
        </pc:spChg>
      </pc:sldChg>
      <pc:sldChg chg="addSp delSp modSp">
        <pc:chgData name="Casey.Golden" userId="S::casey.golden@target.com::0b7f323d-c643-427d-91f7-da41837c1761" providerId="AD" clId="Web-{C971DE8F-7B1F-E614-280C-8765F40561A3}" dt="2023-10-09T20:34:07.307" v="283" actId="20577"/>
        <pc:sldMkLst>
          <pc:docMk/>
          <pc:sldMk cId="548771273" sldId="268"/>
        </pc:sldMkLst>
        <pc:spChg chg="mod">
          <ac:chgData name="Casey.Golden" userId="S::casey.golden@target.com::0b7f323d-c643-427d-91f7-da41837c1761" providerId="AD" clId="Web-{C971DE8F-7B1F-E614-280C-8765F40561A3}" dt="2023-10-09T15:00:44.320" v="219" actId="20577"/>
          <ac:spMkLst>
            <pc:docMk/>
            <pc:sldMk cId="548771273" sldId="268"/>
            <ac:spMk id="4" creationId="{D88C0C94-2399-2DF5-5E6C-327FB6E44AED}"/>
          </ac:spMkLst>
        </pc:spChg>
        <pc:spChg chg="mod">
          <ac:chgData name="Casey.Golden" userId="S::casey.golden@target.com::0b7f323d-c643-427d-91f7-da41837c1761" providerId="AD" clId="Web-{C971DE8F-7B1F-E614-280C-8765F40561A3}" dt="2023-10-09T20:34:07.307" v="283" actId="20577"/>
          <ac:spMkLst>
            <pc:docMk/>
            <pc:sldMk cId="548771273" sldId="268"/>
            <ac:spMk id="5" creationId="{03A0977D-8BEC-F32B-16F3-C7C967B120E3}"/>
          </ac:spMkLst>
        </pc:spChg>
        <pc:spChg chg="add mod">
          <ac:chgData name="Casey.Golden" userId="S::casey.golden@target.com::0b7f323d-c643-427d-91f7-da41837c1761" providerId="AD" clId="Web-{C971DE8F-7B1F-E614-280C-8765F40561A3}" dt="2023-10-09T15:01:13.352" v="229" actId="20577"/>
          <ac:spMkLst>
            <pc:docMk/>
            <pc:sldMk cId="548771273" sldId="268"/>
            <ac:spMk id="7" creationId="{570E8A27-0692-E7D6-C4C6-C742B5535DAC}"/>
          </ac:spMkLst>
        </pc:spChg>
        <pc:spChg chg="mod">
          <ac:chgData name="Casey.Golden" userId="S::casey.golden@target.com::0b7f323d-c643-427d-91f7-da41837c1761" providerId="AD" clId="Web-{C971DE8F-7B1F-E614-280C-8765F40561A3}" dt="2023-10-09T14:27:43.834" v="133" actId="1076"/>
          <ac:spMkLst>
            <pc:docMk/>
            <pc:sldMk cId="548771273" sldId="268"/>
            <ac:spMk id="14" creationId="{7447566B-4EFD-FCFA-2982-27925E3178F1}"/>
          </ac:spMkLst>
        </pc:spChg>
        <pc:spChg chg="mod">
          <ac:chgData name="Casey.Golden" userId="S::casey.golden@target.com::0b7f323d-c643-427d-91f7-da41837c1761" providerId="AD" clId="Web-{C971DE8F-7B1F-E614-280C-8765F40561A3}" dt="2023-10-09T14:35:20.474" v="194" actId="1076"/>
          <ac:spMkLst>
            <pc:docMk/>
            <pc:sldMk cId="548771273" sldId="268"/>
            <ac:spMk id="15" creationId="{F273B919-D6F8-FF42-9521-9E71D48262D1}"/>
          </ac:spMkLst>
        </pc:spChg>
        <pc:spChg chg="mod">
          <ac:chgData name="Casey.Golden" userId="S::casey.golden@target.com::0b7f323d-c643-427d-91f7-da41837c1761" providerId="AD" clId="Web-{C971DE8F-7B1F-E614-280C-8765F40561A3}" dt="2023-10-09T14:35:20.490" v="195" actId="1076"/>
          <ac:spMkLst>
            <pc:docMk/>
            <pc:sldMk cId="548771273" sldId="268"/>
            <ac:spMk id="16" creationId="{5A2FB608-8982-398E-97E2-18577305A895}"/>
          </ac:spMkLst>
        </pc:spChg>
        <pc:spChg chg="mod">
          <ac:chgData name="Casey.Golden" userId="S::casey.golden@target.com::0b7f323d-c643-427d-91f7-da41837c1761" providerId="AD" clId="Web-{C971DE8F-7B1F-E614-280C-8765F40561A3}" dt="2023-10-09T14:35:20.490" v="196" actId="1076"/>
          <ac:spMkLst>
            <pc:docMk/>
            <pc:sldMk cId="548771273" sldId="268"/>
            <ac:spMk id="17" creationId="{D3C067CC-3374-7430-912F-278BF57F816F}"/>
          </ac:spMkLst>
        </pc:spChg>
        <pc:spChg chg="mod">
          <ac:chgData name="Casey.Golden" userId="S::casey.golden@target.com::0b7f323d-c643-427d-91f7-da41837c1761" providerId="AD" clId="Web-{C971DE8F-7B1F-E614-280C-8765F40561A3}" dt="2023-10-09T15:01:00.914" v="224" actId="20577"/>
          <ac:spMkLst>
            <pc:docMk/>
            <pc:sldMk cId="548771273" sldId="268"/>
            <ac:spMk id="18" creationId="{CEC6DDE0-C1FA-9CF0-635B-130D60C40DCC}"/>
          </ac:spMkLst>
        </pc:spChg>
        <pc:spChg chg="mod">
          <ac:chgData name="Casey.Golden" userId="S::casey.golden@target.com::0b7f323d-c643-427d-91f7-da41837c1761" providerId="AD" clId="Web-{C971DE8F-7B1F-E614-280C-8765F40561A3}" dt="2023-10-09T15:01:04.930" v="226" actId="20577"/>
          <ac:spMkLst>
            <pc:docMk/>
            <pc:sldMk cId="548771273" sldId="268"/>
            <ac:spMk id="19" creationId="{8C537505-A961-FA19-0D12-395F48481A87}"/>
          </ac:spMkLst>
        </pc:spChg>
        <pc:spChg chg="mod">
          <ac:chgData name="Casey.Golden" userId="S::casey.golden@target.com::0b7f323d-c643-427d-91f7-da41837c1761" providerId="AD" clId="Web-{C971DE8F-7B1F-E614-280C-8765F40561A3}" dt="2023-10-09T15:01:08.461" v="227" actId="20577"/>
          <ac:spMkLst>
            <pc:docMk/>
            <pc:sldMk cId="548771273" sldId="268"/>
            <ac:spMk id="21" creationId="{41C36078-38BA-2CF3-035E-8D7DE47C90A0}"/>
          </ac:spMkLst>
        </pc:spChg>
        <pc:spChg chg="mod">
          <ac:chgData name="Casey.Golden" userId="S::casey.golden@target.com::0b7f323d-c643-427d-91f7-da41837c1761" providerId="AD" clId="Web-{C971DE8F-7B1F-E614-280C-8765F40561A3}" dt="2023-10-09T14:35:20.505" v="197" actId="1076"/>
          <ac:spMkLst>
            <pc:docMk/>
            <pc:sldMk cId="548771273" sldId="268"/>
            <ac:spMk id="22" creationId="{72624659-BEA1-82C5-EEC1-B399B907BFB4}"/>
          </ac:spMkLst>
        </pc:spChg>
        <pc:spChg chg="del mod">
          <ac:chgData name="Casey.Golden" userId="S::casey.golden@target.com::0b7f323d-c643-427d-91f7-da41837c1761" providerId="AD" clId="Web-{C971DE8F-7B1F-E614-280C-8765F40561A3}" dt="2023-10-09T14:26:15.175" v="123"/>
          <ac:spMkLst>
            <pc:docMk/>
            <pc:sldMk cId="548771273" sldId="268"/>
            <ac:spMk id="23" creationId="{0E0638A3-2102-1038-49FF-1BDAAF666750}"/>
          </ac:spMkLst>
        </pc:spChg>
        <pc:spChg chg="add mod">
          <ac:chgData name="Casey.Golden" userId="S::casey.golden@target.com::0b7f323d-c643-427d-91f7-da41837c1761" providerId="AD" clId="Web-{C971DE8F-7B1F-E614-280C-8765F40561A3}" dt="2023-10-09T15:01:18.165" v="230" actId="20577"/>
          <ac:spMkLst>
            <pc:docMk/>
            <pc:sldMk cId="548771273" sldId="268"/>
            <ac:spMk id="24" creationId="{345894C4-F595-7D8C-7A97-2B5FEF95F01D}"/>
          </ac:spMkLst>
        </pc:spChg>
        <pc:spChg chg="add mod">
          <ac:chgData name="Casey.Golden" userId="S::casey.golden@target.com::0b7f323d-c643-427d-91f7-da41837c1761" providerId="AD" clId="Web-{C971DE8F-7B1F-E614-280C-8765F40561A3}" dt="2023-10-09T14:35:20.521" v="198" actId="1076"/>
          <ac:spMkLst>
            <pc:docMk/>
            <pc:sldMk cId="548771273" sldId="268"/>
            <ac:spMk id="25" creationId="{3E32EADE-7A29-B357-821F-60676E7BACC2}"/>
          </ac:spMkLst>
        </pc:spChg>
        <pc:spChg chg="add mod">
          <ac:chgData name="Casey.Golden" userId="S::casey.golden@target.com::0b7f323d-c643-427d-91f7-da41837c1761" providerId="AD" clId="Web-{C971DE8F-7B1F-E614-280C-8765F40561A3}" dt="2023-10-09T14:28:21.883" v="146" actId="20577"/>
          <ac:spMkLst>
            <pc:docMk/>
            <pc:sldMk cId="548771273" sldId="268"/>
            <ac:spMk id="26" creationId="{BA757F1B-B4B0-76B4-893F-028CA7BB687E}"/>
          </ac:spMkLst>
        </pc:spChg>
        <pc:spChg chg="add mod">
          <ac:chgData name="Casey.Golden" userId="S::casey.golden@target.com::0b7f323d-c643-427d-91f7-da41837c1761" providerId="AD" clId="Web-{C971DE8F-7B1F-E614-280C-8765F40561A3}" dt="2023-10-09T15:00:39.257" v="217" actId="1076"/>
          <ac:spMkLst>
            <pc:docMk/>
            <pc:sldMk cId="548771273" sldId="268"/>
            <ac:spMk id="28" creationId="{4A5D7672-14F7-BFAE-F14A-202694A9273C}"/>
          </ac:spMkLst>
        </pc:spChg>
        <pc:spChg chg="add mod">
          <ac:chgData name="Casey.Golden" userId="S::casey.golden@target.com::0b7f323d-c643-427d-91f7-da41837c1761" providerId="AD" clId="Web-{C971DE8F-7B1F-E614-280C-8765F40561A3}" dt="2023-10-09T15:00:39.273" v="218" actId="1076"/>
          <ac:spMkLst>
            <pc:docMk/>
            <pc:sldMk cId="548771273" sldId="268"/>
            <ac:spMk id="30" creationId="{11BBA2C7-A531-A328-ED2D-B81EDC43DE6C}"/>
          </ac:spMkLst>
        </pc:spChg>
        <pc:spChg chg="add mod">
          <ac:chgData name="Casey.Golden" userId="S::casey.golden@target.com::0b7f323d-c643-427d-91f7-da41837c1761" providerId="AD" clId="Web-{C971DE8F-7B1F-E614-280C-8765F40561A3}" dt="2023-10-09T15:02:18.401" v="275" actId="1076"/>
          <ac:spMkLst>
            <pc:docMk/>
            <pc:sldMk cId="548771273" sldId="268"/>
            <ac:spMk id="31" creationId="{475E78DE-5AEA-E2F6-2E92-FC8404B7ED8B}"/>
          </ac:spMkLst>
        </pc:spChg>
        <pc:cxnChg chg="add mod">
          <ac:chgData name="Casey.Golden" userId="S::casey.golden@target.com::0b7f323d-c643-427d-91f7-da41837c1761" providerId="AD" clId="Web-{C971DE8F-7B1F-E614-280C-8765F40561A3}" dt="2023-10-09T14:25:19.127" v="78" actId="1076"/>
          <ac:cxnSpMkLst>
            <pc:docMk/>
            <pc:sldMk cId="548771273" sldId="268"/>
            <ac:cxnSpMk id="6" creationId="{CEC63453-D88B-F601-6104-C0109CB6092C}"/>
          </ac:cxnSpMkLst>
        </pc:cxnChg>
        <pc:cxnChg chg="add mod">
          <ac:chgData name="Casey.Golden" userId="S::casey.golden@target.com::0b7f323d-c643-427d-91f7-da41837c1761" providerId="AD" clId="Web-{C971DE8F-7B1F-E614-280C-8765F40561A3}" dt="2023-10-09T14:27:31.287" v="130" actId="1076"/>
          <ac:cxnSpMkLst>
            <pc:docMk/>
            <pc:sldMk cId="548771273" sldId="268"/>
            <ac:cxnSpMk id="10" creationId="{2BD315AF-D370-AAB2-0F23-6DA496226626}"/>
          </ac:cxnSpMkLst>
        </pc:cxnChg>
        <pc:cxnChg chg="mod">
          <ac:chgData name="Casey.Golden" userId="S::casey.golden@target.com::0b7f323d-c643-427d-91f7-da41837c1761" providerId="AD" clId="Web-{C971DE8F-7B1F-E614-280C-8765F40561A3}" dt="2023-10-09T14:26:37.520" v="124" actId="1076"/>
          <ac:cxnSpMkLst>
            <pc:docMk/>
            <pc:sldMk cId="548771273" sldId="268"/>
            <ac:cxnSpMk id="11" creationId="{5D7855FF-4D80-2097-A8AB-3D7DC32CF482}"/>
          </ac:cxnSpMkLst>
        </pc:cxnChg>
        <pc:cxnChg chg="mod">
          <ac:chgData name="Casey.Golden" userId="S::casey.golden@target.com::0b7f323d-c643-427d-91f7-da41837c1761" providerId="AD" clId="Web-{C971DE8F-7B1F-E614-280C-8765F40561A3}" dt="2023-10-09T14:23:40.186" v="54" actId="1076"/>
          <ac:cxnSpMkLst>
            <pc:docMk/>
            <pc:sldMk cId="548771273" sldId="268"/>
            <ac:cxnSpMk id="12" creationId="{1E6F285D-A915-AF7C-4FC8-75837CDB1187}"/>
          </ac:cxnSpMkLst>
        </pc:cxnChg>
        <pc:cxnChg chg="mod">
          <ac:chgData name="Casey.Golden" userId="S::casey.golden@target.com::0b7f323d-c643-427d-91f7-da41837c1761" providerId="AD" clId="Web-{C971DE8F-7B1F-E614-280C-8765F40561A3}" dt="2023-10-09T14:26:53.052" v="126" actId="1076"/>
          <ac:cxnSpMkLst>
            <pc:docMk/>
            <pc:sldMk cId="548771273" sldId="268"/>
            <ac:cxnSpMk id="13" creationId="{D56BCA33-B700-7346-24BE-E9028C41956A}"/>
          </ac:cxnSpMkLst>
        </pc:cxnChg>
        <pc:cxnChg chg="mod">
          <ac:chgData name="Casey.Golden" userId="S::casey.golden@target.com::0b7f323d-c643-427d-91f7-da41837c1761" providerId="AD" clId="Web-{C971DE8F-7B1F-E614-280C-8765F40561A3}" dt="2023-10-09T14:27:06.130" v="128" actId="1076"/>
          <ac:cxnSpMkLst>
            <pc:docMk/>
            <pc:sldMk cId="548771273" sldId="268"/>
            <ac:cxnSpMk id="20" creationId="{9378DC58-3A96-02ED-564D-68533C8C253C}"/>
          </ac:cxnSpMkLst>
        </pc:cxnChg>
      </pc:sldChg>
      <pc:sldChg chg="ord">
        <pc:chgData name="Casey.Golden" userId="S::casey.golden@target.com::0b7f323d-c643-427d-91f7-da41837c1761" providerId="AD" clId="Web-{C971DE8F-7B1F-E614-280C-8765F40561A3}" dt="2023-10-09T13:44:41.027" v="1"/>
        <pc:sldMkLst>
          <pc:docMk/>
          <pc:sldMk cId="3030060345" sldId="270"/>
        </pc:sldMkLst>
      </pc:sldChg>
      <pc:sldChg chg="del">
        <pc:chgData name="Casey.Golden" userId="S::casey.golden@target.com::0b7f323d-c643-427d-91f7-da41837c1761" providerId="AD" clId="Web-{C971DE8F-7B1F-E614-280C-8765F40561A3}" dt="2023-10-09T14:35:45.615" v="203"/>
        <pc:sldMkLst>
          <pc:docMk/>
          <pc:sldMk cId="2360156995" sldId="272"/>
        </pc:sldMkLst>
      </pc:sldChg>
      <pc:sldChg chg="del">
        <pc:chgData name="Casey.Golden" userId="S::casey.golden@target.com::0b7f323d-c643-427d-91f7-da41837c1761" providerId="AD" clId="Web-{C971DE8F-7B1F-E614-280C-8765F40561A3}" dt="2023-10-09T14:55:38.091" v="209"/>
        <pc:sldMkLst>
          <pc:docMk/>
          <pc:sldMk cId="537416159" sldId="274"/>
        </pc:sldMkLst>
      </pc:sldChg>
      <pc:sldChg chg="del ord">
        <pc:chgData name="Casey.Golden" userId="S::casey.golden@target.com::0b7f323d-c643-427d-91f7-da41837c1761" providerId="AD" clId="Web-{C971DE8F-7B1F-E614-280C-8765F40561A3}" dt="2023-10-09T14:55:36.591" v="207"/>
        <pc:sldMkLst>
          <pc:docMk/>
          <pc:sldMk cId="108279154" sldId="275"/>
        </pc:sldMkLst>
      </pc:sldChg>
      <pc:sldChg chg="delSp modSp add ord replId addAnim modNotes">
        <pc:chgData name="Casey.Golden" userId="S::casey.golden@target.com::0b7f323d-c643-427d-91f7-da41837c1761" providerId="AD" clId="Web-{C971DE8F-7B1F-E614-280C-8765F40561A3}" dt="2023-10-09T20:34:14.416" v="284"/>
        <pc:sldMkLst>
          <pc:docMk/>
          <pc:sldMk cId="3013861190" sldId="276"/>
        </pc:sldMkLst>
        <pc:spChg chg="del mod">
          <ac:chgData name="Casey.Golden" userId="S::casey.golden@target.com::0b7f323d-c643-427d-91f7-da41837c1761" providerId="AD" clId="Web-{C971DE8F-7B1F-E614-280C-8765F40561A3}" dt="2023-10-09T14:36:48.930" v="205"/>
          <ac:spMkLst>
            <pc:docMk/>
            <pc:sldMk cId="3013861190" sldId="276"/>
            <ac:spMk id="5" creationId="{FC07075E-3B83-DBA2-10E2-27C2FE3D5A36}"/>
          </ac:spMkLst>
        </pc:spChg>
        <pc:spChg chg="mod">
          <ac:chgData name="Casey.Golden" userId="S::casey.golden@target.com::0b7f323d-c643-427d-91f7-da41837c1761" providerId="AD" clId="Web-{C971DE8F-7B1F-E614-280C-8765F40561A3}" dt="2023-10-09T15:00:23.460" v="210" actId="1076"/>
          <ac:spMkLst>
            <pc:docMk/>
            <pc:sldMk cId="3013861190" sldId="276"/>
            <ac:spMk id="47" creationId="{3B3D1805-FA10-DB22-641C-0AD1C2B48068}"/>
          </ac:spMkLst>
        </pc:spChg>
        <pc:spChg chg="mod">
          <ac:chgData name="Casey.Golden" userId="S::casey.golden@target.com::0b7f323d-c643-427d-91f7-da41837c1761" providerId="AD" clId="Web-{C971DE8F-7B1F-E614-280C-8765F40561A3}" dt="2023-10-09T15:00:23.491" v="211" actId="1076"/>
          <ac:spMkLst>
            <pc:docMk/>
            <pc:sldMk cId="3013861190" sldId="276"/>
            <ac:spMk id="48" creationId="{79A7C27D-15F2-30BA-C9B5-61E913E10E4A}"/>
          </ac:spMkLst>
        </pc:spChg>
        <pc:spChg chg="mod">
          <ac:chgData name="Casey.Golden" userId="S::casey.golden@target.com::0b7f323d-c643-427d-91f7-da41837c1761" providerId="AD" clId="Web-{C971DE8F-7B1F-E614-280C-8765F40561A3}" dt="2023-10-09T15:00:23.507" v="212" actId="1076"/>
          <ac:spMkLst>
            <pc:docMk/>
            <pc:sldMk cId="3013861190" sldId="276"/>
            <ac:spMk id="49" creationId="{7676B418-8FDB-33AD-FAEC-9BEDC16A2903}"/>
          </ac:spMkLst>
        </pc:spChg>
        <pc:spChg chg="mod">
          <ac:chgData name="Casey.Golden" userId="S::casey.golden@target.com::0b7f323d-c643-427d-91f7-da41837c1761" providerId="AD" clId="Web-{C971DE8F-7B1F-E614-280C-8765F40561A3}" dt="2023-10-09T15:24:05.819" v="276"/>
          <ac:spMkLst>
            <pc:docMk/>
            <pc:sldMk cId="3013861190" sldId="276"/>
            <ac:spMk id="50" creationId="{9F1F3DB4-D923-88FB-CA55-9F536D07AFDD}"/>
          </ac:spMkLst>
        </pc:spChg>
        <pc:spChg chg="del">
          <ac:chgData name="Casey.Golden" userId="S::casey.golden@target.com::0b7f323d-c643-427d-91f7-da41837c1761" providerId="AD" clId="Web-{C971DE8F-7B1F-E614-280C-8765F40561A3}" dt="2023-10-09T13:45:28.949" v="10"/>
          <ac:spMkLst>
            <pc:docMk/>
            <pc:sldMk cId="3013861190" sldId="276"/>
            <ac:spMk id="51" creationId="{A6E6CA87-94CD-3856-6C1D-9FCEED1F3992}"/>
          </ac:spMkLst>
        </pc:spChg>
        <pc:spChg chg="mod">
          <ac:chgData name="Casey.Golden" userId="S::casey.golden@target.com::0b7f323d-c643-427d-91f7-da41837c1761" providerId="AD" clId="Web-{C971DE8F-7B1F-E614-280C-8765F40561A3}" dt="2023-10-09T15:00:23.522" v="214" actId="1076"/>
          <ac:spMkLst>
            <pc:docMk/>
            <pc:sldMk cId="3013861190" sldId="276"/>
            <ac:spMk id="53" creationId="{8228885D-A5EC-7736-88B2-693DEADD32B4}"/>
          </ac:spMkLst>
        </pc:spChg>
      </pc:sldChg>
    </pc:docChg>
  </pc:docChgLst>
  <pc:docChgLst>
    <pc:chgData name="Casey.Golden" userId="S::casey.golden@target.com::0b7f323d-c643-427d-91f7-da41837c1761" providerId="AD" clId="Web-{4D0854F7-620C-90E2-0ECD-380EB6D1D8D1}"/>
    <pc:docChg chg="modSld">
      <pc:chgData name="Casey.Golden" userId="S::casey.golden@target.com::0b7f323d-c643-427d-91f7-da41837c1761" providerId="AD" clId="Web-{4D0854F7-620C-90E2-0ECD-380EB6D1D8D1}" dt="2023-09-21T20:00:04.730" v="457" actId="1076"/>
      <pc:docMkLst>
        <pc:docMk/>
      </pc:docMkLst>
      <pc:sldChg chg="addSp modSp">
        <pc:chgData name="Casey.Golden" userId="S::casey.golden@target.com::0b7f323d-c643-427d-91f7-da41837c1761" providerId="AD" clId="Web-{4D0854F7-620C-90E2-0ECD-380EB6D1D8D1}" dt="2023-09-20T16:38:33.027" v="317" actId="20577"/>
        <pc:sldMkLst>
          <pc:docMk/>
          <pc:sldMk cId="3948900969" sldId="259"/>
        </pc:sldMkLst>
        <pc:spChg chg="add mod">
          <ac:chgData name="Casey.Golden" userId="S::casey.golden@target.com::0b7f323d-c643-427d-91f7-da41837c1761" providerId="AD" clId="Web-{4D0854F7-620C-90E2-0ECD-380EB6D1D8D1}" dt="2023-09-20T16:38:33.027" v="317" actId="20577"/>
          <ac:spMkLst>
            <pc:docMk/>
            <pc:sldMk cId="3948900969" sldId="259"/>
            <ac:spMk id="2" creationId="{EBAFEE53-6CD4-51CA-110E-05764D84E503}"/>
          </ac:spMkLst>
        </pc:spChg>
        <pc:spChg chg="mod">
          <ac:chgData name="Casey.Golden" userId="S::casey.golden@target.com::0b7f323d-c643-427d-91f7-da41837c1761" providerId="AD" clId="Web-{4D0854F7-620C-90E2-0ECD-380EB6D1D8D1}" dt="2023-09-20T16:35:13.318" v="249" actId="20577"/>
          <ac:spMkLst>
            <pc:docMk/>
            <pc:sldMk cId="3948900969" sldId="259"/>
            <ac:spMk id="5" creationId="{9810C326-FBE4-2428-D65A-5643EA06934C}"/>
          </ac:spMkLst>
        </pc:spChg>
      </pc:sldChg>
      <pc:sldChg chg="modSp">
        <pc:chgData name="Casey.Golden" userId="S::casey.golden@target.com::0b7f323d-c643-427d-91f7-da41837c1761" providerId="AD" clId="Web-{4D0854F7-620C-90E2-0ECD-380EB6D1D8D1}" dt="2023-09-20T16:43:44.763" v="410" actId="20577"/>
        <pc:sldMkLst>
          <pc:docMk/>
          <pc:sldMk cId="1336816715" sldId="266"/>
        </pc:sldMkLst>
        <pc:spChg chg="mod">
          <ac:chgData name="Casey.Golden" userId="S::casey.golden@target.com::0b7f323d-c643-427d-91f7-da41837c1761" providerId="AD" clId="Web-{4D0854F7-620C-90E2-0ECD-380EB6D1D8D1}" dt="2023-09-20T16:43:44.763" v="410" actId="20577"/>
          <ac:spMkLst>
            <pc:docMk/>
            <pc:sldMk cId="1336816715" sldId="266"/>
            <ac:spMk id="4" creationId="{0C73BCB0-6334-2AF4-7D4F-7C31FD40B177}"/>
          </ac:spMkLst>
        </pc:spChg>
      </pc:sldChg>
      <pc:sldChg chg="addSp delSp modSp">
        <pc:chgData name="Casey.Golden" userId="S::casey.golden@target.com::0b7f323d-c643-427d-91f7-da41837c1761" providerId="AD" clId="Web-{4D0854F7-620C-90E2-0ECD-380EB6D1D8D1}" dt="2023-09-21T20:00:04.730" v="457" actId="1076"/>
        <pc:sldMkLst>
          <pc:docMk/>
          <pc:sldMk cId="548771273" sldId="268"/>
        </pc:sldMkLst>
        <pc:spChg chg="add mod">
          <ac:chgData name="Casey.Golden" userId="S::casey.golden@target.com::0b7f323d-c643-427d-91f7-da41837c1761" providerId="AD" clId="Web-{4D0854F7-620C-90E2-0ECD-380EB6D1D8D1}" dt="2023-09-20T16:50:03.028" v="434" actId="20577"/>
          <ac:spMkLst>
            <pc:docMk/>
            <pc:sldMk cId="548771273" sldId="268"/>
            <ac:spMk id="4" creationId="{D88C0C94-2399-2DF5-5E6C-327FB6E44AED}"/>
          </ac:spMkLst>
        </pc:spChg>
        <pc:spChg chg="add mod">
          <ac:chgData name="Casey.Golden" userId="S::casey.golden@target.com::0b7f323d-c643-427d-91f7-da41837c1761" providerId="AD" clId="Web-{4D0854F7-620C-90E2-0ECD-380EB6D1D8D1}" dt="2023-09-19T16:35:02.486" v="205" actId="1076"/>
          <ac:spMkLst>
            <pc:docMk/>
            <pc:sldMk cId="548771273" sldId="268"/>
            <ac:spMk id="5" creationId="{03A0977D-8BEC-F32B-16F3-C7C967B120E3}"/>
          </ac:spMkLst>
        </pc:spChg>
        <pc:spChg chg="del">
          <ac:chgData name="Casey.Golden" userId="S::casey.golden@target.com::0b7f323d-c643-427d-91f7-da41837c1761" providerId="AD" clId="Web-{4D0854F7-620C-90E2-0ECD-380EB6D1D8D1}" dt="2023-09-19T16:26:33.575" v="43"/>
          <ac:spMkLst>
            <pc:docMk/>
            <pc:sldMk cId="548771273" sldId="268"/>
            <ac:spMk id="7" creationId="{25BD5D0B-3BAB-8377-2741-432B26F48ACF}"/>
          </ac:spMkLst>
        </pc:spChg>
        <pc:spChg chg="add del">
          <ac:chgData name="Casey.Golden" userId="S::casey.golden@target.com::0b7f323d-c643-427d-91f7-da41837c1761" providerId="AD" clId="Web-{4D0854F7-620C-90E2-0ECD-380EB6D1D8D1}" dt="2023-09-21T19:59:39.620" v="436"/>
          <ac:spMkLst>
            <pc:docMk/>
            <pc:sldMk cId="548771273" sldId="268"/>
            <ac:spMk id="7" creationId="{B6243BD1-7392-F92C-8C01-3A35866A618D}"/>
          </ac:spMkLst>
        </pc:spChg>
        <pc:spChg chg="del">
          <ac:chgData name="Casey.Golden" userId="S::casey.golden@target.com::0b7f323d-c643-427d-91f7-da41837c1761" providerId="AD" clId="Web-{4D0854F7-620C-90E2-0ECD-380EB6D1D8D1}" dt="2023-09-19T16:27:20.327" v="81"/>
          <ac:spMkLst>
            <pc:docMk/>
            <pc:sldMk cId="548771273" sldId="268"/>
            <ac:spMk id="8" creationId="{4C1ECD05-9B56-1129-EB53-4B749300600F}"/>
          </ac:spMkLst>
        </pc:spChg>
        <pc:spChg chg="add del mod">
          <ac:chgData name="Casey.Golden" userId="S::casey.golden@target.com::0b7f323d-c643-427d-91f7-da41837c1761" providerId="AD" clId="Web-{4D0854F7-620C-90E2-0ECD-380EB6D1D8D1}" dt="2023-09-21T19:59:48.761" v="439"/>
          <ac:spMkLst>
            <pc:docMk/>
            <pc:sldMk cId="548771273" sldId="268"/>
            <ac:spMk id="8" creationId="{DB9303BD-D78B-1351-85F7-56E72FAE0FB2}"/>
          </ac:spMkLst>
        </pc:spChg>
        <pc:spChg chg="add">
          <ac:chgData name="Casey.Golden" userId="S::casey.golden@target.com::0b7f323d-c643-427d-91f7-da41837c1761" providerId="AD" clId="Web-{4D0854F7-620C-90E2-0ECD-380EB6D1D8D1}" dt="2023-09-21T19:59:48.839" v="440"/>
          <ac:spMkLst>
            <pc:docMk/>
            <pc:sldMk cId="548771273" sldId="268"/>
            <ac:spMk id="9" creationId="{7FEED592-C1A1-BE76-A2D4-A19EEEAD448A}"/>
          </ac:spMkLst>
        </pc:spChg>
        <pc:spChg chg="del">
          <ac:chgData name="Casey.Golden" userId="S::casey.golden@target.com::0b7f323d-c643-427d-91f7-da41837c1761" providerId="AD" clId="Web-{4D0854F7-620C-90E2-0ECD-380EB6D1D8D1}" dt="2023-09-19T16:27:20.327" v="80"/>
          <ac:spMkLst>
            <pc:docMk/>
            <pc:sldMk cId="548771273" sldId="268"/>
            <ac:spMk id="9" creationId="{CBDAC851-B29B-9362-AD60-EC198C83A36B}"/>
          </ac:spMkLst>
        </pc:spChg>
        <pc:spChg chg="del">
          <ac:chgData name="Casey.Golden" userId="S::casey.golden@target.com::0b7f323d-c643-427d-91f7-da41837c1761" providerId="AD" clId="Web-{4D0854F7-620C-90E2-0ECD-380EB6D1D8D1}" dt="2023-09-19T16:26:09.621" v="21"/>
          <ac:spMkLst>
            <pc:docMk/>
            <pc:sldMk cId="548771273" sldId="268"/>
            <ac:spMk id="10" creationId="{A3D3425B-2614-C175-8609-B0F428F694D6}"/>
          </ac:spMkLst>
        </pc:spChg>
        <pc:spChg chg="add mod">
          <ac:chgData name="Casey.Golden" userId="S::casey.golden@target.com::0b7f323d-c643-427d-91f7-da41837c1761" providerId="AD" clId="Web-{4D0854F7-620C-90E2-0ECD-380EB6D1D8D1}" dt="2023-09-21T20:00:04.730" v="457" actId="1076"/>
          <ac:spMkLst>
            <pc:docMk/>
            <pc:sldMk cId="548771273" sldId="268"/>
            <ac:spMk id="10" creationId="{E9218DC1-C076-9759-E040-7BE71986E6BD}"/>
          </ac:spMkLst>
        </pc:spChg>
        <pc:spChg chg="mod">
          <ac:chgData name="Casey.Golden" userId="S::casey.golden@target.com::0b7f323d-c643-427d-91f7-da41837c1761" providerId="AD" clId="Web-{4D0854F7-620C-90E2-0ECD-380EB6D1D8D1}" dt="2023-09-19T16:35:02.376" v="200" actId="1076"/>
          <ac:spMkLst>
            <pc:docMk/>
            <pc:sldMk cId="548771273" sldId="268"/>
            <ac:spMk id="14" creationId="{7447566B-4EFD-FCFA-2982-27925E3178F1}"/>
          </ac:spMkLst>
        </pc:spChg>
        <pc:spChg chg="mod">
          <ac:chgData name="Casey.Golden" userId="S::casey.golden@target.com::0b7f323d-c643-427d-91f7-da41837c1761" providerId="AD" clId="Web-{4D0854F7-620C-90E2-0ECD-380EB6D1D8D1}" dt="2023-09-19T16:35:02.392" v="201" actId="1076"/>
          <ac:spMkLst>
            <pc:docMk/>
            <pc:sldMk cId="548771273" sldId="268"/>
            <ac:spMk id="15" creationId="{F273B919-D6F8-FF42-9521-9E71D48262D1}"/>
          </ac:spMkLst>
        </pc:spChg>
        <pc:spChg chg="mod">
          <ac:chgData name="Casey.Golden" userId="S::casey.golden@target.com::0b7f323d-c643-427d-91f7-da41837c1761" providerId="AD" clId="Web-{4D0854F7-620C-90E2-0ECD-380EB6D1D8D1}" dt="2023-09-19T16:35:02.392" v="202" actId="1076"/>
          <ac:spMkLst>
            <pc:docMk/>
            <pc:sldMk cId="548771273" sldId="268"/>
            <ac:spMk id="16" creationId="{5A2FB608-8982-398E-97E2-18577305A895}"/>
          </ac:spMkLst>
        </pc:spChg>
        <pc:spChg chg="mod">
          <ac:chgData name="Casey.Golden" userId="S::casey.golden@target.com::0b7f323d-c643-427d-91f7-da41837c1761" providerId="AD" clId="Web-{4D0854F7-620C-90E2-0ECD-380EB6D1D8D1}" dt="2023-09-19T16:35:02.423" v="203" actId="1076"/>
          <ac:spMkLst>
            <pc:docMk/>
            <pc:sldMk cId="548771273" sldId="268"/>
            <ac:spMk id="17" creationId="{D3C067CC-3374-7430-912F-278BF57F816F}"/>
          </ac:spMkLst>
        </pc:spChg>
        <pc:spChg chg="add mod">
          <ac:chgData name="Casey.Golden" userId="S::casey.golden@target.com::0b7f323d-c643-427d-91f7-da41837c1761" providerId="AD" clId="Web-{4D0854F7-620C-90E2-0ECD-380EB6D1D8D1}" dt="2023-09-19T16:35:02.486" v="206" actId="1076"/>
          <ac:spMkLst>
            <pc:docMk/>
            <pc:sldMk cId="548771273" sldId="268"/>
            <ac:spMk id="18" creationId="{CEC6DDE0-C1FA-9CF0-635B-130D60C40DCC}"/>
          </ac:spMkLst>
        </pc:spChg>
        <pc:spChg chg="add mod">
          <ac:chgData name="Casey.Golden" userId="S::casey.golden@target.com::0b7f323d-c643-427d-91f7-da41837c1761" providerId="AD" clId="Web-{4D0854F7-620C-90E2-0ECD-380EB6D1D8D1}" dt="2023-09-19T16:35:02.501" v="207" actId="1076"/>
          <ac:spMkLst>
            <pc:docMk/>
            <pc:sldMk cId="548771273" sldId="268"/>
            <ac:spMk id="19" creationId="{8C537505-A961-FA19-0D12-395F48481A87}"/>
          </ac:spMkLst>
        </pc:spChg>
        <pc:spChg chg="add mod">
          <ac:chgData name="Casey.Golden" userId="S::casey.golden@target.com::0b7f323d-c643-427d-91f7-da41837c1761" providerId="AD" clId="Web-{4D0854F7-620C-90E2-0ECD-380EB6D1D8D1}" dt="2023-09-19T16:35:02.533" v="209" actId="1076"/>
          <ac:spMkLst>
            <pc:docMk/>
            <pc:sldMk cId="548771273" sldId="268"/>
            <ac:spMk id="21" creationId="{41C36078-38BA-2CF3-035E-8D7DE47C90A0}"/>
          </ac:spMkLst>
        </pc:spChg>
        <pc:spChg chg="add mod">
          <ac:chgData name="Casey.Golden" userId="S::casey.golden@target.com::0b7f323d-c643-427d-91f7-da41837c1761" providerId="AD" clId="Web-{4D0854F7-620C-90E2-0ECD-380EB6D1D8D1}" dt="2023-09-19T16:35:02.548" v="210" actId="1076"/>
          <ac:spMkLst>
            <pc:docMk/>
            <pc:sldMk cId="548771273" sldId="268"/>
            <ac:spMk id="22" creationId="{72624659-BEA1-82C5-EEC1-B399B907BFB4}"/>
          </ac:spMkLst>
        </pc:spChg>
        <pc:spChg chg="add mod">
          <ac:chgData name="Casey.Golden" userId="S::casey.golden@target.com::0b7f323d-c643-427d-91f7-da41837c1761" providerId="AD" clId="Web-{4D0854F7-620C-90E2-0ECD-380EB6D1D8D1}" dt="2023-09-19T16:36:03.551" v="246" actId="14100"/>
          <ac:spMkLst>
            <pc:docMk/>
            <pc:sldMk cId="548771273" sldId="268"/>
            <ac:spMk id="23" creationId="{0E0638A3-2102-1038-49FF-1BDAAF666750}"/>
          </ac:spMkLst>
        </pc:spChg>
        <pc:cxnChg chg="mod">
          <ac:chgData name="Casey.Golden" userId="S::casey.golden@target.com::0b7f323d-c643-427d-91f7-da41837c1761" providerId="AD" clId="Web-{4D0854F7-620C-90E2-0ECD-380EB6D1D8D1}" dt="2023-09-19T16:35:02.329" v="197" actId="1076"/>
          <ac:cxnSpMkLst>
            <pc:docMk/>
            <pc:sldMk cId="548771273" sldId="268"/>
            <ac:cxnSpMk id="11" creationId="{5D7855FF-4D80-2097-A8AB-3D7DC32CF482}"/>
          </ac:cxnSpMkLst>
        </pc:cxnChg>
        <pc:cxnChg chg="mod">
          <ac:chgData name="Casey.Golden" userId="S::casey.golden@target.com::0b7f323d-c643-427d-91f7-da41837c1761" providerId="AD" clId="Web-{4D0854F7-620C-90E2-0ECD-380EB6D1D8D1}" dt="2023-09-19T16:35:02.329" v="198" actId="1076"/>
          <ac:cxnSpMkLst>
            <pc:docMk/>
            <pc:sldMk cId="548771273" sldId="268"/>
            <ac:cxnSpMk id="12" creationId="{1E6F285D-A915-AF7C-4FC8-75837CDB1187}"/>
          </ac:cxnSpMkLst>
        </pc:cxnChg>
        <pc:cxnChg chg="mod">
          <ac:chgData name="Casey.Golden" userId="S::casey.golden@target.com::0b7f323d-c643-427d-91f7-da41837c1761" providerId="AD" clId="Web-{4D0854F7-620C-90E2-0ECD-380EB6D1D8D1}" dt="2023-09-19T16:35:02.345" v="199" actId="1076"/>
          <ac:cxnSpMkLst>
            <pc:docMk/>
            <pc:sldMk cId="548771273" sldId="268"/>
            <ac:cxnSpMk id="13" creationId="{D56BCA33-B700-7346-24BE-E9028C41956A}"/>
          </ac:cxnSpMkLst>
        </pc:cxnChg>
        <pc:cxnChg chg="add mod">
          <ac:chgData name="Casey.Golden" userId="S::casey.golden@target.com::0b7f323d-c643-427d-91f7-da41837c1761" providerId="AD" clId="Web-{4D0854F7-620C-90E2-0ECD-380EB6D1D8D1}" dt="2023-09-19T16:35:02.517" v="208" actId="1076"/>
          <ac:cxnSpMkLst>
            <pc:docMk/>
            <pc:sldMk cId="548771273" sldId="268"/>
            <ac:cxnSpMk id="20" creationId="{9378DC58-3A96-02ED-564D-68533C8C253C}"/>
          </ac:cxnSpMkLst>
        </pc:cxnChg>
      </pc:sldChg>
      <pc:sldChg chg="addSp modSp">
        <pc:chgData name="Casey.Golden" userId="S::casey.golden@target.com::0b7f323d-c643-427d-91f7-da41837c1761" providerId="AD" clId="Web-{4D0854F7-620C-90E2-0ECD-380EB6D1D8D1}" dt="2023-09-20T16:37:51.604" v="287" actId="14100"/>
        <pc:sldMkLst>
          <pc:docMk/>
          <pc:sldMk cId="3030060345" sldId="270"/>
        </pc:sldMkLst>
        <pc:spChg chg="add mod">
          <ac:chgData name="Casey.Golden" userId="S::casey.golden@target.com::0b7f323d-c643-427d-91f7-da41837c1761" providerId="AD" clId="Web-{4D0854F7-620C-90E2-0ECD-380EB6D1D8D1}" dt="2023-09-20T16:37:51.604" v="287" actId="14100"/>
          <ac:spMkLst>
            <pc:docMk/>
            <pc:sldMk cId="3030060345" sldId="270"/>
            <ac:spMk id="7" creationId="{75253BA9-C35E-C6DB-8E8C-FF9315C48B81}"/>
          </ac:spMkLst>
        </pc:spChg>
      </pc:sldChg>
    </pc:docChg>
  </pc:docChgLst>
  <pc:docChgLst>
    <pc:chgData name="Casey.Golden" userId="S::casey.golden@target.com::0b7f323d-c643-427d-91f7-da41837c1761" providerId="AD" clId="Web-{F9E31B81-5F9A-CAEF-75BD-00E8E2DE8610}"/>
    <pc:docChg chg="addSld modSld sldOrd">
      <pc:chgData name="Casey.Golden" userId="S::casey.golden@target.com::0b7f323d-c643-427d-91f7-da41837c1761" providerId="AD" clId="Web-{F9E31B81-5F9A-CAEF-75BD-00E8E2DE8610}" dt="2024-07-09T01:57:22.711" v="831"/>
      <pc:docMkLst>
        <pc:docMk/>
      </pc:docMkLst>
      <pc:sldChg chg="addSp modSp">
        <pc:chgData name="Casey.Golden" userId="S::casey.golden@target.com::0b7f323d-c643-427d-91f7-da41837c1761" providerId="AD" clId="Web-{F9E31B81-5F9A-CAEF-75BD-00E8E2DE8610}" dt="2024-07-08T14:14:43.273" v="53"/>
        <pc:sldMkLst>
          <pc:docMk/>
          <pc:sldMk cId="3143143857" sldId="265"/>
        </pc:sldMkLst>
        <pc:spChg chg="add mod">
          <ac:chgData name="Casey.Golden" userId="S::casey.golden@target.com::0b7f323d-c643-427d-91f7-da41837c1761" providerId="AD" clId="Web-{F9E31B81-5F9A-CAEF-75BD-00E8E2DE8610}" dt="2024-07-08T14:14:37.945" v="52" actId="14100"/>
          <ac:spMkLst>
            <pc:docMk/>
            <pc:sldMk cId="3143143857" sldId="265"/>
            <ac:spMk id="3" creationId="{D8AB9596-68B1-0A1D-0483-E9169F287817}"/>
          </ac:spMkLst>
        </pc:spChg>
        <pc:spChg chg="mod">
          <ac:chgData name="Casey.Golden" userId="S::casey.golden@target.com::0b7f323d-c643-427d-91f7-da41837c1761" providerId="AD" clId="Web-{F9E31B81-5F9A-CAEF-75BD-00E8E2DE8610}" dt="2024-07-08T14:12:59.991" v="42" actId="20577"/>
          <ac:spMkLst>
            <pc:docMk/>
            <pc:sldMk cId="3143143857" sldId="265"/>
            <ac:spMk id="17" creationId="{A2C1ABCC-08B1-2565-08AA-52DCB5EF9D48}"/>
          </ac:spMkLst>
        </pc:spChg>
        <pc:picChg chg="add mod">
          <ac:chgData name="Casey.Golden" userId="S::casey.golden@target.com::0b7f323d-c643-427d-91f7-da41837c1761" providerId="AD" clId="Web-{F9E31B81-5F9A-CAEF-75BD-00E8E2DE8610}" dt="2024-07-08T14:14:43.273" v="53"/>
          <ac:picMkLst>
            <pc:docMk/>
            <pc:sldMk cId="3143143857" sldId="265"/>
            <ac:picMk id="2" creationId="{83CDCB69-25CB-912F-69E8-3BE42DCC1E0C}"/>
          </ac:picMkLst>
        </pc:picChg>
      </pc:sldChg>
      <pc:sldChg chg="addSp delSp modSp">
        <pc:chgData name="Casey.Golden" userId="S::casey.golden@target.com::0b7f323d-c643-427d-91f7-da41837c1761" providerId="AD" clId="Web-{F9E31B81-5F9A-CAEF-75BD-00E8E2DE8610}" dt="2024-07-08T14:11:28.146" v="10"/>
        <pc:sldMkLst>
          <pc:docMk/>
          <pc:sldMk cId="1782378845" sldId="302"/>
        </pc:sldMkLst>
        <pc:spChg chg="del mod">
          <ac:chgData name="Casey.Golden" userId="S::casey.golden@target.com::0b7f323d-c643-427d-91f7-da41837c1761" providerId="AD" clId="Web-{F9E31B81-5F9A-CAEF-75BD-00E8E2DE8610}" dt="2024-07-08T14:11:03.224" v="1"/>
          <ac:spMkLst>
            <pc:docMk/>
            <pc:sldMk cId="1782378845" sldId="302"/>
            <ac:spMk id="5" creationId="{61C50716-E90E-4ED7-BE80-1265CC20691E}"/>
          </ac:spMkLst>
        </pc:spChg>
        <pc:picChg chg="add mod ord">
          <ac:chgData name="Casey.Golden" userId="S::casey.golden@target.com::0b7f323d-c643-427d-91f7-da41837c1761" providerId="AD" clId="Web-{F9E31B81-5F9A-CAEF-75BD-00E8E2DE8610}" dt="2024-07-08T14:11:28.146" v="10"/>
          <ac:picMkLst>
            <pc:docMk/>
            <pc:sldMk cId="1782378845" sldId="302"/>
            <ac:picMk id="4" creationId="{82ACF55D-04B0-9F96-C6E6-1F0625B3C0DA}"/>
          </ac:picMkLst>
        </pc:picChg>
        <pc:picChg chg="del">
          <ac:chgData name="Casey.Golden" userId="S::casey.golden@target.com::0b7f323d-c643-427d-91f7-da41837c1761" providerId="AD" clId="Web-{F9E31B81-5F9A-CAEF-75BD-00E8E2DE8610}" dt="2024-07-08T14:11:14.693" v="6"/>
          <ac:picMkLst>
            <pc:docMk/>
            <pc:sldMk cId="1782378845" sldId="302"/>
            <ac:picMk id="11" creationId="{953B1D50-3872-6F44-2A29-76F0BF772B94}"/>
          </ac:picMkLst>
        </pc:picChg>
      </pc:sldChg>
      <pc:sldChg chg="addSp modSp">
        <pc:chgData name="Casey.Golden" userId="S::casey.golden@target.com::0b7f323d-c643-427d-91f7-da41837c1761" providerId="AD" clId="Web-{F9E31B81-5F9A-CAEF-75BD-00E8E2DE8610}" dt="2024-07-08T14:12:33.100" v="28" actId="1076"/>
        <pc:sldMkLst>
          <pc:docMk/>
          <pc:sldMk cId="4273268042" sldId="305"/>
        </pc:sldMkLst>
        <pc:spChg chg="add mod">
          <ac:chgData name="Casey.Golden" userId="S::casey.golden@target.com::0b7f323d-c643-427d-91f7-da41837c1761" providerId="AD" clId="Web-{F9E31B81-5F9A-CAEF-75BD-00E8E2DE8610}" dt="2024-07-08T14:12:33.100" v="28" actId="1076"/>
          <ac:spMkLst>
            <pc:docMk/>
            <pc:sldMk cId="4273268042" sldId="305"/>
            <ac:spMk id="4" creationId="{DED54B8D-DEB2-DE5E-5A30-A43348F88337}"/>
          </ac:spMkLst>
        </pc:spChg>
      </pc:sldChg>
      <pc:sldChg chg="addSp modSp">
        <pc:chgData name="Casey.Golden" userId="S::casey.golden@target.com::0b7f323d-c643-427d-91f7-da41837c1761" providerId="AD" clId="Web-{F9E31B81-5F9A-CAEF-75BD-00E8E2DE8610}" dt="2024-07-09T01:56:54.695" v="829"/>
        <pc:sldMkLst>
          <pc:docMk/>
          <pc:sldMk cId="739426426" sldId="307"/>
        </pc:sldMkLst>
        <pc:spChg chg="mod">
          <ac:chgData name="Casey.Golden" userId="S::casey.golden@target.com::0b7f323d-c643-427d-91f7-da41837c1761" providerId="AD" clId="Web-{F9E31B81-5F9A-CAEF-75BD-00E8E2DE8610}" dt="2024-07-09T01:40:44.369" v="442" actId="20577"/>
          <ac:spMkLst>
            <pc:docMk/>
            <pc:sldMk cId="739426426" sldId="307"/>
            <ac:spMk id="4" creationId="{0794D8A2-7FCB-D86C-B38A-75585DAEE255}"/>
          </ac:spMkLst>
        </pc:spChg>
        <pc:spChg chg="add mod">
          <ac:chgData name="Casey.Golden" userId="S::casey.golden@target.com::0b7f323d-c643-427d-91f7-da41837c1761" providerId="AD" clId="Web-{F9E31B81-5F9A-CAEF-75BD-00E8E2DE8610}" dt="2024-07-09T01:56:54.695" v="829"/>
          <ac:spMkLst>
            <pc:docMk/>
            <pc:sldMk cId="739426426" sldId="307"/>
            <ac:spMk id="7" creationId="{4742FE55-D33B-340B-527D-3C532AC8AAF1}"/>
          </ac:spMkLst>
        </pc:spChg>
        <pc:graphicFrameChg chg="add mod modGraphic">
          <ac:chgData name="Casey.Golden" userId="S::casey.golden@target.com::0b7f323d-c643-427d-91f7-da41837c1761" providerId="AD" clId="Web-{F9E31B81-5F9A-CAEF-75BD-00E8E2DE8610}" dt="2024-07-09T01:56:11.508" v="811" actId="1076"/>
          <ac:graphicFrameMkLst>
            <pc:docMk/>
            <pc:sldMk cId="739426426" sldId="307"/>
            <ac:graphicFrameMk id="6" creationId="{9C3EE3DC-378E-F9A2-78F5-70B10FCDC71C}"/>
          </ac:graphicFrameMkLst>
        </pc:graphicFrameChg>
      </pc:sldChg>
      <pc:sldChg chg="modSp new">
        <pc:chgData name="Casey.Golden" userId="S::casey.golden@target.com::0b7f323d-c643-427d-91f7-da41837c1761" providerId="AD" clId="Web-{F9E31B81-5F9A-CAEF-75BD-00E8E2DE8610}" dt="2024-07-08T16:23:07.860" v="219" actId="20577"/>
        <pc:sldMkLst>
          <pc:docMk/>
          <pc:sldMk cId="3960872378" sldId="308"/>
        </pc:sldMkLst>
        <pc:spChg chg="mod">
          <ac:chgData name="Casey.Golden" userId="S::casey.golden@target.com::0b7f323d-c643-427d-91f7-da41837c1761" providerId="AD" clId="Web-{F9E31B81-5F9A-CAEF-75BD-00E8E2DE8610}" dt="2024-07-08T16:23:07.860" v="219" actId="20577"/>
          <ac:spMkLst>
            <pc:docMk/>
            <pc:sldMk cId="3960872378" sldId="308"/>
            <ac:spMk id="3" creationId="{998986B0-A068-2E6F-2603-C3AFA8F2DDD5}"/>
          </ac:spMkLst>
        </pc:spChg>
        <pc:spChg chg="mod">
          <ac:chgData name="Casey.Golden" userId="S::casey.golden@target.com::0b7f323d-c643-427d-91f7-da41837c1761" providerId="AD" clId="Web-{F9E31B81-5F9A-CAEF-75BD-00E8E2DE8610}" dt="2024-07-08T14:22:03.339" v="218" actId="20577"/>
          <ac:spMkLst>
            <pc:docMk/>
            <pc:sldMk cId="3960872378" sldId="308"/>
            <ac:spMk id="4" creationId="{57743CA7-56C3-3642-D6F8-ECCDD94CC22C}"/>
          </ac:spMkLst>
        </pc:spChg>
      </pc:sldChg>
      <pc:sldChg chg="modSp add ord">
        <pc:chgData name="Casey.Golden" userId="S::casey.golden@target.com::0b7f323d-c643-427d-91f7-da41837c1761" providerId="AD" clId="Web-{F9E31B81-5F9A-CAEF-75BD-00E8E2DE8610}" dt="2024-07-09T01:57:22.711" v="831"/>
        <pc:sldMkLst>
          <pc:docMk/>
          <pc:sldMk cId="1682577422" sldId="309"/>
        </pc:sldMkLst>
        <pc:spChg chg="mod">
          <ac:chgData name="Casey.Golden" userId="S::casey.golden@target.com::0b7f323d-c643-427d-91f7-da41837c1761" providerId="AD" clId="Web-{F9E31B81-5F9A-CAEF-75BD-00E8E2DE8610}" dt="2024-07-09T01:46:47.760" v="741" actId="1076"/>
          <ac:spMkLst>
            <pc:docMk/>
            <pc:sldMk cId="1682577422" sldId="309"/>
            <ac:spMk id="12" creationId="{B00D47A6-8FF8-E450-FC31-BA9E3E5EF867}"/>
          </ac:spMkLst>
        </pc:spChg>
        <pc:graphicFrameChg chg="mod modGraphic">
          <ac:chgData name="Casey.Golden" userId="S::casey.golden@target.com::0b7f323d-c643-427d-91f7-da41837c1761" providerId="AD" clId="Web-{F9E31B81-5F9A-CAEF-75BD-00E8E2DE8610}" dt="2024-07-09T01:47:39.384" v="768"/>
          <ac:graphicFrameMkLst>
            <pc:docMk/>
            <pc:sldMk cId="1682577422" sldId="309"/>
            <ac:graphicFrameMk id="5" creationId="{C85D23B8-2D40-D8E7-123B-0F5AD669809E}"/>
          </ac:graphicFrameMkLst>
        </pc:graphicFrameChg>
      </pc:sldChg>
    </pc:docChg>
  </pc:docChgLst>
  <pc:docChgLst>
    <pc:chgData name="Casey.Golden" userId="S::casey.golden@target.com::0b7f323d-c643-427d-91f7-da41837c1761" providerId="AD" clId="Web-{4AA4BF74-94D7-C98A-AD2F-0BC4916B922D}"/>
    <pc:docChg chg="addSld modSld">
      <pc:chgData name="Casey.Golden" userId="S::casey.golden@target.com::0b7f323d-c643-427d-91f7-da41837c1761" providerId="AD" clId="Web-{4AA4BF74-94D7-C98A-AD2F-0BC4916B922D}" dt="2024-07-09T18:35:50.164" v="481" actId="20577"/>
      <pc:docMkLst>
        <pc:docMk/>
      </pc:docMkLst>
      <pc:sldChg chg="modSp">
        <pc:chgData name="Casey.Golden" userId="S::casey.golden@target.com::0b7f323d-c643-427d-91f7-da41837c1761" providerId="AD" clId="Web-{4AA4BF74-94D7-C98A-AD2F-0BC4916B922D}" dt="2024-07-09T18:07:26.384" v="419" actId="20577"/>
        <pc:sldMkLst>
          <pc:docMk/>
          <pc:sldMk cId="3271451824" sldId="276"/>
        </pc:sldMkLst>
        <pc:spChg chg="mod">
          <ac:chgData name="Casey.Golden" userId="S::casey.golden@target.com::0b7f323d-c643-427d-91f7-da41837c1761" providerId="AD" clId="Web-{4AA4BF74-94D7-C98A-AD2F-0BC4916B922D}" dt="2024-07-09T18:07:26.384" v="419" actId="20577"/>
          <ac:spMkLst>
            <pc:docMk/>
            <pc:sldMk cId="3271451824" sldId="276"/>
            <ac:spMk id="5" creationId="{58C3E639-1425-2A78-F77E-6641E4FA93A7}"/>
          </ac:spMkLst>
        </pc:spChg>
      </pc:sldChg>
      <pc:sldChg chg="delSp modSp">
        <pc:chgData name="Casey.Golden" userId="S::casey.golden@target.com::0b7f323d-c643-427d-91f7-da41837c1761" providerId="AD" clId="Web-{4AA4BF74-94D7-C98A-AD2F-0BC4916B922D}" dt="2024-07-09T14:35:09.303" v="405" actId="20577"/>
        <pc:sldMkLst>
          <pc:docMk/>
          <pc:sldMk cId="739426426" sldId="307"/>
        </pc:sldMkLst>
        <pc:spChg chg="mod">
          <ac:chgData name="Casey.Golden" userId="S::casey.golden@target.com::0b7f323d-c643-427d-91f7-da41837c1761" providerId="AD" clId="Web-{4AA4BF74-94D7-C98A-AD2F-0BC4916B922D}" dt="2024-07-09T14:35:09.303" v="405" actId="20577"/>
          <ac:spMkLst>
            <pc:docMk/>
            <pc:sldMk cId="739426426" sldId="307"/>
            <ac:spMk id="4" creationId="{0794D8A2-7FCB-D86C-B38A-75585DAEE255}"/>
          </ac:spMkLst>
        </pc:spChg>
        <pc:spChg chg="mod">
          <ac:chgData name="Casey.Golden" userId="S::casey.golden@target.com::0b7f323d-c643-427d-91f7-da41837c1761" providerId="AD" clId="Web-{4AA4BF74-94D7-C98A-AD2F-0BC4916B922D}" dt="2024-07-09T14:34:00.960" v="368" actId="1076"/>
          <ac:spMkLst>
            <pc:docMk/>
            <pc:sldMk cId="739426426" sldId="307"/>
            <ac:spMk id="7" creationId="{4742FE55-D33B-340B-527D-3C532AC8AAF1}"/>
          </ac:spMkLst>
        </pc:spChg>
        <pc:graphicFrameChg chg="mod modGraphic">
          <ac:chgData name="Casey.Golden" userId="S::casey.golden@target.com::0b7f323d-c643-427d-91f7-da41837c1761" providerId="AD" clId="Web-{4AA4BF74-94D7-C98A-AD2F-0BC4916B922D}" dt="2024-07-09T14:34:23.663" v="375" actId="1076"/>
          <ac:graphicFrameMkLst>
            <pc:docMk/>
            <pc:sldMk cId="739426426" sldId="307"/>
            <ac:graphicFrameMk id="6" creationId="{9C3EE3DC-378E-F9A2-78F5-70B10FCDC71C}"/>
          </ac:graphicFrameMkLst>
        </pc:graphicFrameChg>
        <pc:picChg chg="del">
          <ac:chgData name="Casey.Golden" userId="S::casey.golden@target.com::0b7f323d-c643-427d-91f7-da41837c1761" providerId="AD" clId="Web-{4AA4BF74-94D7-C98A-AD2F-0BC4916B922D}" dt="2024-07-09T14:10:12.268" v="2"/>
          <ac:picMkLst>
            <pc:docMk/>
            <pc:sldMk cId="739426426" sldId="307"/>
            <ac:picMk id="5" creationId="{58602464-3E15-C6B1-B458-655C93C10B61}"/>
          </ac:picMkLst>
        </pc:picChg>
      </pc:sldChg>
      <pc:sldChg chg="addSp modSp">
        <pc:chgData name="Casey.Golden" userId="S::casey.golden@target.com::0b7f323d-c643-427d-91f7-da41837c1761" providerId="AD" clId="Web-{4AA4BF74-94D7-C98A-AD2F-0BC4916B922D}" dt="2024-07-09T14:10:08.096" v="1" actId="1076"/>
        <pc:sldMkLst>
          <pc:docMk/>
          <pc:sldMk cId="3960872378" sldId="308"/>
        </pc:sldMkLst>
        <pc:picChg chg="add mod">
          <ac:chgData name="Casey.Golden" userId="S::casey.golden@target.com::0b7f323d-c643-427d-91f7-da41837c1761" providerId="AD" clId="Web-{4AA4BF74-94D7-C98A-AD2F-0BC4916B922D}" dt="2024-07-09T14:10:08.096" v="1" actId="1076"/>
          <ac:picMkLst>
            <pc:docMk/>
            <pc:sldMk cId="3960872378" sldId="308"/>
            <ac:picMk id="6" creationId="{5529E623-C4A9-4909-A4F3-F813887F4F38}"/>
          </ac:picMkLst>
        </pc:picChg>
      </pc:sldChg>
      <pc:sldChg chg="modSp new">
        <pc:chgData name="Casey.Golden" userId="S::casey.golden@target.com::0b7f323d-c643-427d-91f7-da41837c1761" providerId="AD" clId="Web-{4AA4BF74-94D7-C98A-AD2F-0BC4916B922D}" dt="2024-07-09T18:35:50.164" v="481" actId="20577"/>
        <pc:sldMkLst>
          <pc:docMk/>
          <pc:sldMk cId="2017733562" sldId="310"/>
        </pc:sldMkLst>
        <pc:spChg chg="mod">
          <ac:chgData name="Casey.Golden" userId="S::casey.golden@target.com::0b7f323d-c643-427d-91f7-da41837c1761" providerId="AD" clId="Web-{4AA4BF74-94D7-C98A-AD2F-0BC4916B922D}" dt="2024-07-09T18:32:48.944" v="421" actId="20577"/>
          <ac:spMkLst>
            <pc:docMk/>
            <pc:sldMk cId="2017733562" sldId="310"/>
            <ac:spMk id="3" creationId="{CB948B3C-2151-DA32-7AA8-EC4757ACD90B}"/>
          </ac:spMkLst>
        </pc:spChg>
        <pc:spChg chg="mod">
          <ac:chgData name="Casey.Golden" userId="S::casey.golden@target.com::0b7f323d-c643-427d-91f7-da41837c1761" providerId="AD" clId="Web-{4AA4BF74-94D7-C98A-AD2F-0BC4916B922D}" dt="2024-07-09T18:35:50.164" v="481" actId="20577"/>
          <ac:spMkLst>
            <pc:docMk/>
            <pc:sldMk cId="2017733562" sldId="310"/>
            <ac:spMk id="4" creationId="{6717A941-25E0-57A3-06DC-5F0CD856A8F9}"/>
          </ac:spMkLst>
        </pc:spChg>
      </pc:sldChg>
    </pc:docChg>
  </pc:docChgLst>
  <pc:docChgLst>
    <pc:chgData name="Casey.Golden" userId="S::casey.golden@target.com::0b7f323d-c643-427d-91f7-da41837c1761" providerId="AD" clId="Web-{FB6C1D26-ACB3-7FDB-99BF-10048A859811}"/>
    <pc:docChg chg="modSld">
      <pc:chgData name="Casey.Golden" userId="S::casey.golden@target.com::0b7f323d-c643-427d-91f7-da41837c1761" providerId="AD" clId="Web-{FB6C1D26-ACB3-7FDB-99BF-10048A859811}" dt="2023-10-10T18:48:31.013" v="109"/>
      <pc:docMkLst>
        <pc:docMk/>
      </pc:docMkLst>
      <pc:sldChg chg="addSp delSp modSp addAnim">
        <pc:chgData name="Casey.Golden" userId="S::casey.golden@target.com::0b7f323d-c643-427d-91f7-da41837c1761" providerId="AD" clId="Web-{FB6C1D26-ACB3-7FDB-99BF-10048A859811}" dt="2023-10-10T18:47:53.185" v="107" actId="1076"/>
        <pc:sldMkLst>
          <pc:docMk/>
          <pc:sldMk cId="3197212346" sldId="267"/>
        </pc:sldMkLst>
        <pc:graphicFrameChg chg="mod modGraphic">
          <ac:chgData name="Casey.Golden" userId="S::casey.golden@target.com::0b7f323d-c643-427d-91f7-da41837c1761" providerId="AD" clId="Web-{FB6C1D26-ACB3-7FDB-99BF-10048A859811}" dt="2023-10-10T18:37:06.719" v="17"/>
          <ac:graphicFrameMkLst>
            <pc:docMk/>
            <pc:sldMk cId="3197212346" sldId="267"/>
            <ac:graphicFrameMk id="5" creationId="{C85D23B8-2D40-D8E7-123B-0F5AD669809E}"/>
          </ac:graphicFrameMkLst>
        </pc:graphicFrameChg>
        <pc:picChg chg="add del mod">
          <ac:chgData name="Casey.Golden" userId="S::casey.golden@target.com::0b7f323d-c643-427d-91f7-da41837c1761" providerId="AD" clId="Web-{FB6C1D26-ACB3-7FDB-99BF-10048A859811}" dt="2023-10-10T18:36:46.954" v="10"/>
          <ac:picMkLst>
            <pc:docMk/>
            <pc:sldMk cId="3197212346" sldId="267"/>
            <ac:picMk id="6" creationId="{E0A57450-3A12-F863-4E68-8D43A4C6FACB}"/>
          </ac:picMkLst>
        </pc:picChg>
        <pc:picChg chg="add del mod">
          <ac:chgData name="Casey.Golden" userId="S::casey.golden@target.com::0b7f323d-c643-427d-91f7-da41837c1761" providerId="AD" clId="Web-{FB6C1D26-ACB3-7FDB-99BF-10048A859811}" dt="2023-10-10T18:36:53.782" v="12"/>
          <ac:picMkLst>
            <pc:docMk/>
            <pc:sldMk cId="3197212346" sldId="267"/>
            <ac:picMk id="8" creationId="{5515FABD-922D-DE85-A648-378CF42AE222}"/>
          </ac:picMkLst>
        </pc:picChg>
        <pc:picChg chg="add del mod">
          <ac:chgData name="Casey.Golden" userId="S::casey.golden@target.com::0b7f323d-c643-427d-91f7-da41837c1761" providerId="AD" clId="Web-{FB6C1D26-ACB3-7FDB-99BF-10048A859811}" dt="2023-10-10T18:37:13.735" v="20"/>
          <ac:picMkLst>
            <pc:docMk/>
            <pc:sldMk cId="3197212346" sldId="267"/>
            <ac:picMk id="10" creationId="{038E18B9-6E12-5802-D7F0-B4845EA2FC35}"/>
          </ac:picMkLst>
        </pc:picChg>
        <pc:picChg chg="add del mod">
          <ac:chgData name="Casey.Golden" userId="S::casey.golden@target.com::0b7f323d-c643-427d-91f7-da41837c1761" providerId="AD" clId="Web-{FB6C1D26-ACB3-7FDB-99BF-10048A859811}" dt="2023-10-10T18:37:12.454" v="19"/>
          <ac:picMkLst>
            <pc:docMk/>
            <pc:sldMk cId="3197212346" sldId="267"/>
            <ac:picMk id="11" creationId="{DDF552D7-9AF9-A6BE-217D-6C2A46EB3E55}"/>
          </ac:picMkLst>
        </pc:picChg>
        <pc:picChg chg="add del mod">
          <ac:chgData name="Casey.Golden" userId="S::casey.golden@target.com::0b7f323d-c643-427d-91f7-da41837c1761" providerId="AD" clId="Web-{FB6C1D26-ACB3-7FDB-99BF-10048A859811}" dt="2023-10-10T18:37:38.047" v="28"/>
          <ac:picMkLst>
            <pc:docMk/>
            <pc:sldMk cId="3197212346" sldId="267"/>
            <ac:picMk id="12" creationId="{6AC158A2-2623-77A5-3CAD-11FCF5136CB0}"/>
          </ac:picMkLst>
        </pc:picChg>
        <pc:picChg chg="add mod">
          <ac:chgData name="Casey.Golden" userId="S::casey.golden@target.com::0b7f323d-c643-427d-91f7-da41837c1761" providerId="AD" clId="Web-{FB6C1D26-ACB3-7FDB-99BF-10048A859811}" dt="2023-10-10T18:47:53.185" v="107" actId="1076"/>
          <ac:picMkLst>
            <pc:docMk/>
            <pc:sldMk cId="3197212346" sldId="267"/>
            <ac:picMk id="13" creationId="{9DB9D779-99D5-19A9-6E33-AC76587357DE}"/>
          </ac:picMkLst>
        </pc:picChg>
      </pc:sldChg>
      <pc:sldChg chg="addSp delSp modSp">
        <pc:chgData name="Casey.Golden" userId="S::casey.golden@target.com::0b7f323d-c643-427d-91f7-da41837c1761" providerId="AD" clId="Web-{FB6C1D26-ACB3-7FDB-99BF-10048A859811}" dt="2023-10-10T18:47:32.232" v="106"/>
        <pc:sldMkLst>
          <pc:docMk/>
          <pc:sldMk cId="548771273" sldId="268"/>
        </pc:sldMkLst>
        <pc:spChg chg="mod">
          <ac:chgData name="Casey.Golden" userId="S::casey.golden@target.com::0b7f323d-c643-427d-91f7-da41837c1761" providerId="AD" clId="Web-{FB6C1D26-ACB3-7FDB-99BF-10048A859811}" dt="2023-10-10T18:47:02.936" v="81" actId="20577"/>
          <ac:spMkLst>
            <pc:docMk/>
            <pc:sldMk cId="548771273" sldId="268"/>
            <ac:spMk id="7" creationId="{570E8A27-0692-E7D6-C4C6-C742B5535DAC}"/>
          </ac:spMkLst>
        </pc:spChg>
        <pc:spChg chg="mod">
          <ac:chgData name="Casey.Golden" userId="S::casey.golden@target.com::0b7f323d-c643-427d-91f7-da41837c1761" providerId="AD" clId="Web-{FB6C1D26-ACB3-7FDB-99BF-10048A859811}" dt="2023-10-09T21:23:26.149" v="8" actId="20577"/>
          <ac:spMkLst>
            <pc:docMk/>
            <pc:sldMk cId="548771273" sldId="268"/>
            <ac:spMk id="21" creationId="{41C36078-38BA-2CF3-035E-8D7DE47C90A0}"/>
          </ac:spMkLst>
        </pc:spChg>
        <pc:spChg chg="add del mod">
          <ac:chgData name="Casey.Golden" userId="S::casey.golden@target.com::0b7f323d-c643-427d-91f7-da41837c1761" providerId="AD" clId="Web-{FB6C1D26-ACB3-7FDB-99BF-10048A859811}" dt="2023-10-10T18:47:32.232" v="106"/>
          <ac:spMkLst>
            <pc:docMk/>
            <pc:sldMk cId="548771273" sldId="268"/>
            <ac:spMk id="23" creationId="{D4BCD430-BF54-ABDF-0F8F-565F6C731C01}"/>
          </ac:spMkLst>
        </pc:spChg>
        <pc:spChg chg="mod">
          <ac:chgData name="Casey.Golden" userId="S::casey.golden@target.com::0b7f323d-c643-427d-91f7-da41837c1761" providerId="AD" clId="Web-{FB6C1D26-ACB3-7FDB-99BF-10048A859811}" dt="2023-10-10T18:47:25.701" v="101" actId="20577"/>
          <ac:spMkLst>
            <pc:docMk/>
            <pc:sldMk cId="548771273" sldId="268"/>
            <ac:spMk id="24" creationId="{345894C4-F595-7D8C-7A97-2B5FEF95F01D}"/>
          </ac:spMkLst>
        </pc:spChg>
        <pc:spChg chg="mod">
          <ac:chgData name="Casey.Golden" userId="S::casey.golden@target.com::0b7f323d-c643-427d-91f7-da41837c1761" providerId="AD" clId="Web-{FB6C1D26-ACB3-7FDB-99BF-10048A859811}" dt="2023-10-10T18:46:26.904" v="37" actId="1076"/>
          <ac:spMkLst>
            <pc:docMk/>
            <pc:sldMk cId="548771273" sldId="268"/>
            <ac:spMk id="25" creationId="{3E32EADE-7A29-B357-821F-60676E7BACC2}"/>
          </ac:spMkLst>
        </pc:spChg>
        <pc:spChg chg="add del mod">
          <ac:chgData name="Casey.Golden" userId="S::casey.golden@target.com::0b7f323d-c643-427d-91f7-da41837c1761" providerId="AD" clId="Web-{FB6C1D26-ACB3-7FDB-99BF-10048A859811}" dt="2023-10-10T18:47:30.029" v="104"/>
          <ac:spMkLst>
            <pc:docMk/>
            <pc:sldMk cId="548771273" sldId="268"/>
            <ac:spMk id="27" creationId="{0C3204E1-E36B-2E24-ED00-2E85B5720E46}"/>
          </ac:spMkLst>
        </pc:spChg>
      </pc:sldChg>
      <pc:sldChg chg="addSp delSp">
        <pc:chgData name="Casey.Golden" userId="S::casey.golden@target.com::0b7f323d-c643-427d-91f7-da41837c1761" providerId="AD" clId="Web-{FB6C1D26-ACB3-7FDB-99BF-10048A859811}" dt="2023-10-10T18:48:31.013" v="109"/>
        <pc:sldMkLst>
          <pc:docMk/>
          <pc:sldMk cId="924276863" sldId="273"/>
        </pc:sldMkLst>
        <pc:picChg chg="del">
          <ac:chgData name="Casey.Golden" userId="S::casey.golden@target.com::0b7f323d-c643-427d-91f7-da41837c1761" providerId="AD" clId="Web-{FB6C1D26-ACB3-7FDB-99BF-10048A859811}" dt="2023-10-10T18:48:30.904" v="108"/>
          <ac:picMkLst>
            <pc:docMk/>
            <pc:sldMk cId="924276863" sldId="273"/>
            <ac:picMk id="6" creationId="{5307BDCE-A425-0D6F-7275-B63C2743DAE6}"/>
          </ac:picMkLst>
        </pc:picChg>
        <pc:picChg chg="add">
          <ac:chgData name="Casey.Golden" userId="S::casey.golden@target.com::0b7f323d-c643-427d-91f7-da41837c1761" providerId="AD" clId="Web-{FB6C1D26-ACB3-7FDB-99BF-10048A859811}" dt="2023-10-10T18:48:31.013" v="109"/>
          <ac:picMkLst>
            <pc:docMk/>
            <pc:sldMk cId="924276863" sldId="273"/>
            <ac:picMk id="7" creationId="{0262170A-75AB-CDE6-37FD-75622FFA8764}"/>
          </ac:picMkLst>
        </pc:picChg>
      </pc:sldChg>
    </pc:docChg>
  </pc:docChgLst>
  <pc:docChgLst>
    <pc:chgData name="Casey.Golden" userId="S::casey.golden@target.com::0b7f323d-c643-427d-91f7-da41837c1761" providerId="AD" clId="Web-{4FEECFA7-0DAC-4474-86CF-067F3B2562A1}"/>
    <pc:docChg chg="addSld delSld modSld sldOrd addMainMaster modMainMaster">
      <pc:chgData name="Casey.Golden" userId="S::casey.golden@target.com::0b7f323d-c643-427d-91f7-da41837c1761" providerId="AD" clId="Web-{4FEECFA7-0DAC-4474-86CF-067F3B2562A1}" dt="2023-08-25T19:33:02.667" v="855" actId="20577"/>
      <pc:docMkLst>
        <pc:docMk/>
      </pc:docMkLst>
      <pc:sldChg chg="del">
        <pc:chgData name="Casey.Golden" userId="S::casey.golden@target.com::0b7f323d-c643-427d-91f7-da41837c1761" providerId="AD" clId="Web-{4FEECFA7-0DAC-4474-86CF-067F3B2562A1}" dt="2023-08-25T14:46:00.585" v="1"/>
        <pc:sldMkLst>
          <pc:docMk/>
          <pc:sldMk cId="109857222" sldId="256"/>
        </pc:sldMkLst>
      </pc:sldChg>
      <pc:sldChg chg="addSp modSp add">
        <pc:chgData name="Casey.Golden" userId="S::casey.golden@target.com::0b7f323d-c643-427d-91f7-da41837c1761" providerId="AD" clId="Web-{4FEECFA7-0DAC-4474-86CF-067F3B2562A1}" dt="2023-08-25T15:26:33.177" v="631" actId="1076"/>
        <pc:sldMkLst>
          <pc:docMk/>
          <pc:sldMk cId="1480293173" sldId="257"/>
        </pc:sldMkLst>
        <pc:spChg chg="mod">
          <ac:chgData name="Casey.Golden" userId="S::casey.golden@target.com::0b7f323d-c643-427d-91f7-da41837c1761" providerId="AD" clId="Web-{4FEECFA7-0DAC-4474-86CF-067F3B2562A1}" dt="2023-08-25T15:26:20.583" v="627" actId="20577"/>
          <ac:spMkLst>
            <pc:docMk/>
            <pc:sldMk cId="1480293173" sldId="257"/>
            <ac:spMk id="2" creationId="{117ADD83-0F84-244E-B9F5-59A1D3FCF1D1}"/>
          </ac:spMkLst>
        </pc:spChg>
        <pc:spChg chg="mod">
          <ac:chgData name="Casey.Golden" userId="S::casey.golden@target.com::0b7f323d-c643-427d-91f7-da41837c1761" providerId="AD" clId="Web-{4FEECFA7-0DAC-4474-86CF-067F3B2562A1}" dt="2023-08-25T15:26:09.911" v="624" actId="20577"/>
          <ac:spMkLst>
            <pc:docMk/>
            <pc:sldMk cId="1480293173" sldId="257"/>
            <ac:spMk id="3" creationId="{37A7D194-2D9E-D14B-8B26-0099D8812A4B}"/>
          </ac:spMkLst>
        </pc:spChg>
        <pc:picChg chg="add mod">
          <ac:chgData name="Casey.Golden" userId="S::casey.golden@target.com::0b7f323d-c643-427d-91f7-da41837c1761" providerId="AD" clId="Web-{4FEECFA7-0DAC-4474-86CF-067F3B2562A1}" dt="2023-08-25T15:26:33.177" v="631" actId="1076"/>
          <ac:picMkLst>
            <pc:docMk/>
            <pc:sldMk cId="1480293173" sldId="257"/>
            <ac:picMk id="4" creationId="{36412204-DF8F-8DE5-506F-9A552E4C1AF7}"/>
          </ac:picMkLst>
        </pc:picChg>
      </pc:sldChg>
      <pc:sldChg chg="addSp delSp modSp add">
        <pc:chgData name="Casey.Golden" userId="S::casey.golden@target.com::0b7f323d-c643-427d-91f7-da41837c1761" providerId="AD" clId="Web-{4FEECFA7-0DAC-4474-86CF-067F3B2562A1}" dt="2023-08-25T19:32:44.854" v="852" actId="20577"/>
        <pc:sldMkLst>
          <pc:docMk/>
          <pc:sldMk cId="670121122" sldId="258"/>
        </pc:sldMkLst>
        <pc:spChg chg="mod">
          <ac:chgData name="Casey.Golden" userId="S::casey.golden@target.com::0b7f323d-c643-427d-91f7-da41837c1761" providerId="AD" clId="Web-{4FEECFA7-0DAC-4474-86CF-067F3B2562A1}" dt="2023-08-25T14:48:44.899" v="45" actId="20577"/>
          <ac:spMkLst>
            <pc:docMk/>
            <pc:sldMk cId="670121122" sldId="258"/>
            <ac:spMk id="2" creationId="{C815DAE8-1AB0-5548-932C-3B207D575474}"/>
          </ac:spMkLst>
        </pc:spChg>
        <pc:spChg chg="del mod">
          <ac:chgData name="Casey.Golden" userId="S::casey.golden@target.com::0b7f323d-c643-427d-91f7-da41837c1761" providerId="AD" clId="Web-{4FEECFA7-0DAC-4474-86CF-067F3B2562A1}" dt="2023-08-25T14:48:20.133" v="34"/>
          <ac:spMkLst>
            <pc:docMk/>
            <pc:sldMk cId="670121122" sldId="258"/>
            <ac:spMk id="3" creationId="{6D3CEB40-0808-FE40-81E7-471D331712BD}"/>
          </ac:spMkLst>
        </pc:spChg>
        <pc:spChg chg="add del mod">
          <ac:chgData name="Casey.Golden" userId="S::casey.golden@target.com::0b7f323d-c643-427d-91f7-da41837c1761" providerId="AD" clId="Web-{4FEECFA7-0DAC-4474-86CF-067F3B2562A1}" dt="2023-08-25T14:48:21.914" v="35"/>
          <ac:spMkLst>
            <pc:docMk/>
            <pc:sldMk cId="670121122" sldId="258"/>
            <ac:spMk id="5" creationId="{36934545-2475-3A4B-D718-D4820A6CC18D}"/>
          </ac:spMkLst>
        </pc:spChg>
        <pc:spChg chg="del">
          <ac:chgData name="Casey.Golden" userId="S::casey.golden@target.com::0b7f323d-c643-427d-91f7-da41837c1761" providerId="AD" clId="Web-{4FEECFA7-0DAC-4474-86CF-067F3B2562A1}" dt="2023-08-25T14:47:09.226" v="3"/>
          <ac:spMkLst>
            <pc:docMk/>
            <pc:sldMk cId="670121122" sldId="258"/>
            <ac:spMk id="6" creationId="{75C8D115-1013-424F-962F-D49065AA0CE4}"/>
          </ac:spMkLst>
        </pc:spChg>
        <pc:spChg chg="add mod">
          <ac:chgData name="Casey.Golden" userId="S::casey.golden@target.com::0b7f323d-c643-427d-91f7-da41837c1761" providerId="AD" clId="Web-{4FEECFA7-0DAC-4474-86CF-067F3B2562A1}" dt="2023-08-25T15:05:44.125" v="570" actId="1076"/>
          <ac:spMkLst>
            <pc:docMk/>
            <pc:sldMk cId="670121122" sldId="258"/>
            <ac:spMk id="7" creationId="{75357E3B-7D3E-8503-62E3-B802F9C64457}"/>
          </ac:spMkLst>
        </pc:spChg>
        <pc:spChg chg="add mod">
          <ac:chgData name="Casey.Golden" userId="S::casey.golden@target.com::0b7f323d-c643-427d-91f7-da41837c1761" providerId="AD" clId="Web-{4FEECFA7-0DAC-4474-86CF-067F3B2562A1}" dt="2023-08-25T15:05:44.156" v="571" actId="1076"/>
          <ac:spMkLst>
            <pc:docMk/>
            <pc:sldMk cId="670121122" sldId="258"/>
            <ac:spMk id="8" creationId="{932AF6AB-D1AA-4267-8FE6-A6E1EACEF249}"/>
          </ac:spMkLst>
        </pc:spChg>
        <pc:spChg chg="add mod">
          <ac:chgData name="Casey.Golden" userId="S::casey.golden@target.com::0b7f323d-c643-427d-91f7-da41837c1761" providerId="AD" clId="Web-{4FEECFA7-0DAC-4474-86CF-067F3B2562A1}" dt="2023-08-25T15:06:03.656" v="584" actId="14100"/>
          <ac:spMkLst>
            <pc:docMk/>
            <pc:sldMk cId="670121122" sldId="258"/>
            <ac:spMk id="9" creationId="{7981C560-1FB8-7CF3-F228-5617F43B5195}"/>
          </ac:spMkLst>
        </pc:spChg>
        <pc:spChg chg="add mod">
          <ac:chgData name="Casey.Golden" userId="S::casey.golden@target.com::0b7f323d-c643-427d-91f7-da41837c1761" providerId="AD" clId="Web-{4FEECFA7-0DAC-4474-86CF-067F3B2562A1}" dt="2023-08-25T15:44:24.911" v="813" actId="20577"/>
          <ac:spMkLst>
            <pc:docMk/>
            <pc:sldMk cId="670121122" sldId="258"/>
            <ac:spMk id="10" creationId="{F753CD2C-49CA-F1FF-E412-AA3E3A2690FB}"/>
          </ac:spMkLst>
        </pc:spChg>
        <pc:spChg chg="del">
          <ac:chgData name="Casey.Golden" userId="S::casey.golden@target.com::0b7f323d-c643-427d-91f7-da41837c1761" providerId="AD" clId="Web-{4FEECFA7-0DAC-4474-86CF-067F3B2562A1}" dt="2023-08-25T14:53:30.963" v="215"/>
          <ac:spMkLst>
            <pc:docMk/>
            <pc:sldMk cId="670121122" sldId="258"/>
            <ac:spMk id="12" creationId="{F6976B1D-0513-E54A-BC33-03B9F3D9C155}"/>
          </ac:spMkLst>
        </pc:spChg>
        <pc:spChg chg="add mod">
          <ac:chgData name="Casey.Golden" userId="S::casey.golden@target.com::0b7f323d-c643-427d-91f7-da41837c1761" providerId="AD" clId="Web-{4FEECFA7-0DAC-4474-86CF-067F3B2562A1}" dt="2023-08-25T18:30:56.826" v="830" actId="20577"/>
          <ac:spMkLst>
            <pc:docMk/>
            <pc:sldMk cId="670121122" sldId="258"/>
            <ac:spMk id="13" creationId="{CC27BD7D-E38C-B032-0F31-48C9B33C69F8}"/>
          </ac:spMkLst>
        </pc:spChg>
        <pc:spChg chg="add mod">
          <ac:chgData name="Casey.Golden" userId="S::casey.golden@target.com::0b7f323d-c643-427d-91f7-da41837c1761" providerId="AD" clId="Web-{4FEECFA7-0DAC-4474-86CF-067F3B2562A1}" dt="2023-08-25T19:32:44.854" v="852" actId="20577"/>
          <ac:spMkLst>
            <pc:docMk/>
            <pc:sldMk cId="670121122" sldId="258"/>
            <ac:spMk id="14" creationId="{8A3508B3-2DC7-AD89-CAFE-4B0CF9BD85D0}"/>
          </ac:spMkLst>
        </pc:spChg>
        <pc:spChg chg="add del mod">
          <ac:chgData name="Casey.Golden" userId="S::casey.golden@target.com::0b7f323d-c643-427d-91f7-da41837c1761" providerId="AD" clId="Web-{4FEECFA7-0DAC-4474-86CF-067F3B2562A1}" dt="2023-08-25T14:55:06.230" v="280"/>
          <ac:spMkLst>
            <pc:docMk/>
            <pc:sldMk cId="670121122" sldId="258"/>
            <ac:spMk id="15" creationId="{EE8CD061-34A6-3D72-515D-168BFF611F6C}"/>
          </ac:spMkLst>
        </pc:spChg>
        <pc:spChg chg="add del mod">
          <ac:chgData name="Casey.Golden" userId="S::casey.golden@target.com::0b7f323d-c643-427d-91f7-da41837c1761" providerId="AD" clId="Web-{4FEECFA7-0DAC-4474-86CF-067F3B2562A1}" dt="2023-08-25T14:55:06.230" v="279"/>
          <ac:spMkLst>
            <pc:docMk/>
            <pc:sldMk cId="670121122" sldId="258"/>
            <ac:spMk id="16" creationId="{70F550E1-EAC9-F0DD-2CDA-BE25CDE17E43}"/>
          </ac:spMkLst>
        </pc:spChg>
        <pc:spChg chg="add del mod">
          <ac:chgData name="Casey.Golden" userId="S::casey.golden@target.com::0b7f323d-c643-427d-91f7-da41837c1761" providerId="AD" clId="Web-{4FEECFA7-0DAC-4474-86CF-067F3B2562A1}" dt="2023-08-25T14:55:06.230" v="278"/>
          <ac:spMkLst>
            <pc:docMk/>
            <pc:sldMk cId="670121122" sldId="258"/>
            <ac:spMk id="17" creationId="{F435030D-A241-8124-5C68-8326D6AEC49A}"/>
          </ac:spMkLst>
        </pc:spChg>
        <pc:spChg chg="add mod">
          <ac:chgData name="Casey.Golden" userId="S::casey.golden@target.com::0b7f323d-c643-427d-91f7-da41837c1761" providerId="AD" clId="Web-{4FEECFA7-0DAC-4474-86CF-067F3B2562A1}" dt="2023-08-25T15:05:44.187" v="574" actId="1076"/>
          <ac:spMkLst>
            <pc:docMk/>
            <pc:sldMk cId="670121122" sldId="258"/>
            <ac:spMk id="18" creationId="{9853E279-E120-69CA-A906-6E630C822415}"/>
          </ac:spMkLst>
        </pc:spChg>
        <pc:spChg chg="add mod">
          <ac:chgData name="Casey.Golden" userId="S::casey.golden@target.com::0b7f323d-c643-427d-91f7-da41837c1761" providerId="AD" clId="Web-{4FEECFA7-0DAC-4474-86CF-067F3B2562A1}" dt="2023-08-25T15:05:44.219" v="575" actId="1076"/>
          <ac:spMkLst>
            <pc:docMk/>
            <pc:sldMk cId="670121122" sldId="258"/>
            <ac:spMk id="19" creationId="{2ADAD217-CAB3-3A1C-2EAC-5F89D2C96579}"/>
          </ac:spMkLst>
        </pc:spChg>
        <pc:spChg chg="add mod">
          <ac:chgData name="Casey.Golden" userId="S::casey.golden@target.com::0b7f323d-c643-427d-91f7-da41837c1761" providerId="AD" clId="Web-{4FEECFA7-0DAC-4474-86CF-067F3B2562A1}" dt="2023-08-25T15:05:59.406" v="583" actId="14100"/>
          <ac:spMkLst>
            <pc:docMk/>
            <pc:sldMk cId="670121122" sldId="258"/>
            <ac:spMk id="20" creationId="{DA32AF90-C556-69F4-66DF-68F61DD02AB1}"/>
          </ac:spMkLst>
        </pc:spChg>
        <pc:spChg chg="add mod">
          <ac:chgData name="Casey.Golden" userId="S::casey.golden@target.com::0b7f323d-c643-427d-91f7-da41837c1761" providerId="AD" clId="Web-{4FEECFA7-0DAC-4474-86CF-067F3B2562A1}" dt="2023-08-25T15:44:49.630" v="821" actId="20577"/>
          <ac:spMkLst>
            <pc:docMk/>
            <pc:sldMk cId="670121122" sldId="258"/>
            <ac:spMk id="21" creationId="{5633AAB3-16D5-E9A2-CC86-CDF363594BB1}"/>
          </ac:spMkLst>
        </pc:spChg>
        <pc:spChg chg="add del mod">
          <ac:chgData name="Casey.Golden" userId="S::casey.golden@target.com::0b7f323d-c643-427d-91f7-da41837c1761" providerId="AD" clId="Web-{4FEECFA7-0DAC-4474-86CF-067F3B2562A1}" dt="2023-08-25T15:03:11.999" v="556"/>
          <ac:spMkLst>
            <pc:docMk/>
            <pc:sldMk cId="670121122" sldId="258"/>
            <ac:spMk id="22" creationId="{35AD4FBE-EE7C-F7F7-DD47-4A6FDEC45233}"/>
          </ac:spMkLst>
        </pc:spChg>
        <pc:spChg chg="add del mod">
          <ac:chgData name="Casey.Golden" userId="S::casey.golden@target.com::0b7f323d-c643-427d-91f7-da41837c1761" providerId="AD" clId="Web-{4FEECFA7-0DAC-4474-86CF-067F3B2562A1}" dt="2023-08-25T15:03:14.124" v="557"/>
          <ac:spMkLst>
            <pc:docMk/>
            <pc:sldMk cId="670121122" sldId="258"/>
            <ac:spMk id="23" creationId="{47F6DEBC-BB94-5725-F9A6-B398304996C6}"/>
          </ac:spMkLst>
        </pc:spChg>
        <pc:spChg chg="add del mod">
          <ac:chgData name="Casey.Golden" userId="S::casey.golden@target.com::0b7f323d-c643-427d-91f7-da41837c1761" providerId="AD" clId="Web-{4FEECFA7-0DAC-4474-86CF-067F3B2562A1}" dt="2023-08-25T15:03:11.296" v="555"/>
          <ac:spMkLst>
            <pc:docMk/>
            <pc:sldMk cId="670121122" sldId="258"/>
            <ac:spMk id="24" creationId="{C3982AE2-BF56-2E77-D673-9EFEB50F2505}"/>
          </ac:spMkLst>
        </pc:spChg>
        <pc:spChg chg="add del mod">
          <ac:chgData name="Casey.Golden" userId="S::casey.golden@target.com::0b7f323d-c643-427d-91f7-da41837c1761" providerId="AD" clId="Web-{4FEECFA7-0DAC-4474-86CF-067F3B2562A1}" dt="2023-08-25T15:03:10.343" v="554"/>
          <ac:spMkLst>
            <pc:docMk/>
            <pc:sldMk cId="670121122" sldId="258"/>
            <ac:spMk id="25" creationId="{DBD53788-8616-7499-36E0-657E37950CB8}"/>
          </ac:spMkLst>
        </pc:spChg>
        <pc:spChg chg="add mod">
          <ac:chgData name="Casey.Golden" userId="S::casey.golden@target.com::0b7f323d-c643-427d-91f7-da41837c1761" providerId="AD" clId="Web-{4FEECFA7-0DAC-4474-86CF-067F3B2562A1}" dt="2023-08-25T15:05:44.266" v="578" actId="1076"/>
          <ac:spMkLst>
            <pc:docMk/>
            <pc:sldMk cId="670121122" sldId="258"/>
            <ac:spMk id="26" creationId="{65DC264F-75F2-916F-0712-627153519A8B}"/>
          </ac:spMkLst>
        </pc:spChg>
        <pc:spChg chg="add mod">
          <ac:chgData name="Casey.Golden" userId="S::casey.golden@target.com::0b7f323d-c643-427d-91f7-da41837c1761" providerId="AD" clId="Web-{4FEECFA7-0DAC-4474-86CF-067F3B2562A1}" dt="2023-08-25T15:05:44.266" v="579" actId="1076"/>
          <ac:spMkLst>
            <pc:docMk/>
            <pc:sldMk cId="670121122" sldId="258"/>
            <ac:spMk id="27" creationId="{E362D4D3-A1A6-1EA8-CE79-1398D9B5D8B9}"/>
          </ac:spMkLst>
        </pc:spChg>
        <pc:spChg chg="add mod">
          <ac:chgData name="Casey.Golden" userId="S::casey.golden@target.com::0b7f323d-c643-427d-91f7-da41837c1761" providerId="AD" clId="Web-{4FEECFA7-0DAC-4474-86CF-067F3B2562A1}" dt="2023-08-25T15:05:54.125" v="582" actId="14100"/>
          <ac:spMkLst>
            <pc:docMk/>
            <pc:sldMk cId="670121122" sldId="258"/>
            <ac:spMk id="28" creationId="{40D0BD31-32BB-BA1E-C99B-5D4E1D9C8141}"/>
          </ac:spMkLst>
        </pc:spChg>
        <pc:spChg chg="add mod">
          <ac:chgData name="Casey.Golden" userId="S::casey.golden@target.com::0b7f323d-c643-427d-91f7-da41837c1761" providerId="AD" clId="Web-{4FEECFA7-0DAC-4474-86CF-067F3B2562A1}" dt="2023-08-25T15:44:51.974" v="823" actId="20577"/>
          <ac:spMkLst>
            <pc:docMk/>
            <pc:sldMk cId="670121122" sldId="258"/>
            <ac:spMk id="29" creationId="{8855CB76-B895-132D-E677-B164EE95D617}"/>
          </ac:spMkLst>
        </pc:spChg>
      </pc:sldChg>
      <pc:sldChg chg="delSp modSp add ord">
        <pc:chgData name="Casey.Golden" userId="S::casey.golden@target.com::0b7f323d-c643-427d-91f7-da41837c1761" providerId="AD" clId="Web-{4FEECFA7-0DAC-4474-86CF-067F3B2562A1}" dt="2023-08-25T19:33:02.667" v="855" actId="20577"/>
        <pc:sldMkLst>
          <pc:docMk/>
          <pc:sldMk cId="3948900969" sldId="259"/>
        </pc:sldMkLst>
        <pc:spChg chg="mod">
          <ac:chgData name="Casey.Golden" userId="S::casey.golden@target.com::0b7f323d-c643-427d-91f7-da41837c1761" providerId="AD" clId="Web-{4FEECFA7-0DAC-4474-86CF-067F3B2562A1}" dt="2023-08-25T19:33:02.667" v="855" actId="20577"/>
          <ac:spMkLst>
            <pc:docMk/>
            <pc:sldMk cId="3948900969" sldId="259"/>
            <ac:spMk id="5" creationId="{9810C326-FBE4-2428-D65A-5643EA06934C}"/>
          </ac:spMkLst>
        </pc:spChg>
        <pc:spChg chg="del">
          <ac:chgData name="Casey.Golden" userId="S::casey.golden@target.com::0b7f323d-c643-427d-91f7-da41837c1761" providerId="AD" clId="Web-{4FEECFA7-0DAC-4474-86CF-067F3B2562A1}" dt="2023-08-25T14:47:57.524" v="26"/>
          <ac:spMkLst>
            <pc:docMk/>
            <pc:sldMk cId="3948900969" sldId="259"/>
            <ac:spMk id="6" creationId="{C39BC042-A483-4170-FA92-D508C14CCDC7}"/>
          </ac:spMkLst>
        </pc:spChg>
        <pc:spChg chg="mod">
          <ac:chgData name="Casey.Golden" userId="S::casey.golden@target.com::0b7f323d-c643-427d-91f7-da41837c1761" providerId="AD" clId="Web-{4FEECFA7-0DAC-4474-86CF-067F3B2562A1}" dt="2023-08-25T14:47:44.758" v="21" actId="20577"/>
          <ac:spMkLst>
            <pc:docMk/>
            <pc:sldMk cId="3948900969" sldId="259"/>
            <ac:spMk id="7" creationId="{EC144257-313F-8FCE-CD0B-22333F03DC9A}"/>
          </ac:spMkLst>
        </pc:spChg>
        <pc:spChg chg="del">
          <ac:chgData name="Casey.Golden" userId="S::casey.golden@target.com::0b7f323d-c643-427d-91f7-da41837c1761" providerId="AD" clId="Web-{4FEECFA7-0DAC-4474-86CF-067F3B2562A1}" dt="2023-08-25T14:47:57.524" v="25"/>
          <ac:spMkLst>
            <pc:docMk/>
            <pc:sldMk cId="3948900969" sldId="259"/>
            <ac:spMk id="8" creationId="{473F9686-32DC-72CC-66AD-FDE10BA27FE1}"/>
          </ac:spMkLst>
        </pc:spChg>
      </pc:sldChg>
      <pc:sldChg chg="new del">
        <pc:chgData name="Casey.Golden" userId="S::casey.golden@target.com::0b7f323d-c643-427d-91f7-da41837c1761" providerId="AD" clId="Web-{4FEECFA7-0DAC-4474-86CF-067F3B2562A1}" dt="2023-08-25T15:25:24.004" v="607"/>
        <pc:sldMkLst>
          <pc:docMk/>
          <pc:sldMk cId="3834609216" sldId="260"/>
        </pc:sldMkLst>
      </pc:sldChg>
      <pc:sldChg chg="addSp delSp modSp add">
        <pc:chgData name="Casey.Golden" userId="S::casey.golden@target.com::0b7f323d-c643-427d-91f7-da41837c1761" providerId="AD" clId="Web-{4FEECFA7-0DAC-4474-86CF-067F3B2562A1}" dt="2023-08-25T15:33:45.815" v="811" actId="1076"/>
        <pc:sldMkLst>
          <pc:docMk/>
          <pc:sldMk cId="2507989473" sldId="261"/>
        </pc:sldMkLst>
        <pc:spChg chg="del">
          <ac:chgData name="Casey.Golden" userId="S::casey.golden@target.com::0b7f323d-c643-427d-91f7-da41837c1761" providerId="AD" clId="Web-{4FEECFA7-0DAC-4474-86CF-067F3B2562A1}" dt="2023-08-25T15:25:26.879" v="609"/>
          <ac:spMkLst>
            <pc:docMk/>
            <pc:sldMk cId="2507989473" sldId="261"/>
            <ac:spMk id="2" creationId="{29902F97-F53A-5A41-AD94-DCD1044A0FAE}"/>
          </ac:spMkLst>
        </pc:spChg>
        <pc:spChg chg="add del mod">
          <ac:chgData name="Casey.Golden" userId="S::casey.golden@target.com::0b7f323d-c643-427d-91f7-da41837c1761" providerId="AD" clId="Web-{4FEECFA7-0DAC-4474-86CF-067F3B2562A1}" dt="2023-08-25T15:26:50.209" v="633" actId="20577"/>
          <ac:spMkLst>
            <pc:docMk/>
            <pc:sldMk cId="2507989473" sldId="261"/>
            <ac:spMk id="3" creationId="{133793AF-340C-9843-ADAC-8C5BB1C02FA2}"/>
          </ac:spMkLst>
        </pc:spChg>
        <pc:spChg chg="add del mod">
          <ac:chgData name="Casey.Golden" userId="S::casey.golden@target.com::0b7f323d-c643-427d-91f7-da41837c1761" providerId="AD" clId="Web-{4FEECFA7-0DAC-4474-86CF-067F3B2562A1}" dt="2023-08-25T15:26:52.287" v="634"/>
          <ac:spMkLst>
            <pc:docMk/>
            <pc:sldMk cId="2507989473" sldId="261"/>
            <ac:spMk id="7" creationId="{DDDBDAEE-6D13-64DD-633A-5433F63927CF}"/>
          </ac:spMkLst>
        </pc:spChg>
        <pc:spChg chg="del">
          <ac:chgData name="Casey.Golden" userId="S::casey.golden@target.com::0b7f323d-c643-427d-91f7-da41837c1761" providerId="AD" clId="Web-{4FEECFA7-0DAC-4474-86CF-067F3B2562A1}" dt="2023-08-25T15:25:53.504" v="620"/>
          <ac:spMkLst>
            <pc:docMk/>
            <pc:sldMk cId="2507989473" sldId="261"/>
            <ac:spMk id="9" creationId="{44E4F6D9-BA70-EE43-AEC6-D1EB0747B229}"/>
          </ac:spMkLst>
        </pc:spChg>
        <pc:spChg chg="add del mod">
          <ac:chgData name="Casey.Golden" userId="S::casey.golden@target.com::0b7f323d-c643-427d-91f7-da41837c1761" providerId="AD" clId="Web-{4FEECFA7-0DAC-4474-86CF-067F3B2562A1}" dt="2023-08-25T15:25:33.473" v="612"/>
          <ac:spMkLst>
            <pc:docMk/>
            <pc:sldMk cId="2507989473" sldId="261"/>
            <ac:spMk id="10" creationId="{A0C9421B-FE4D-1DBF-2EB1-D653E33BB0E0}"/>
          </ac:spMkLst>
        </pc:spChg>
        <pc:spChg chg="del">
          <ac:chgData name="Casey.Golden" userId="S::casey.golden@target.com::0b7f323d-c643-427d-91f7-da41837c1761" providerId="AD" clId="Web-{4FEECFA7-0DAC-4474-86CF-067F3B2562A1}" dt="2023-08-25T15:25:55.942" v="622"/>
          <ac:spMkLst>
            <pc:docMk/>
            <pc:sldMk cId="2507989473" sldId="261"/>
            <ac:spMk id="19" creationId="{32374177-EAFD-2147-B929-37FCB892B588}"/>
          </ac:spMkLst>
        </pc:spChg>
        <pc:spChg chg="del">
          <ac:chgData name="Casey.Golden" userId="S::casey.golden@target.com::0b7f323d-c643-427d-91f7-da41837c1761" providerId="AD" clId="Web-{4FEECFA7-0DAC-4474-86CF-067F3B2562A1}" dt="2023-08-25T15:25:43.442" v="616"/>
          <ac:spMkLst>
            <pc:docMk/>
            <pc:sldMk cId="2507989473" sldId="261"/>
            <ac:spMk id="20" creationId="{3ACB6021-0D9C-5340-B97D-47B25F025BEB}"/>
          </ac:spMkLst>
        </pc:spChg>
        <pc:spChg chg="del">
          <ac:chgData name="Casey.Golden" userId="S::casey.golden@target.com::0b7f323d-c643-427d-91f7-da41837c1761" providerId="AD" clId="Web-{4FEECFA7-0DAC-4474-86CF-067F3B2562A1}" dt="2023-08-25T15:25:41.629" v="614"/>
          <ac:spMkLst>
            <pc:docMk/>
            <pc:sldMk cId="2507989473" sldId="261"/>
            <ac:spMk id="21" creationId="{36F4109D-423B-1E4D-90F1-1D9BD79EAC5A}"/>
          </ac:spMkLst>
        </pc:spChg>
        <pc:spChg chg="add mod">
          <ac:chgData name="Casey.Golden" userId="S::casey.golden@target.com::0b7f323d-c643-427d-91f7-da41837c1761" providerId="AD" clId="Web-{4FEECFA7-0DAC-4474-86CF-067F3B2562A1}" dt="2023-08-25T15:33:45.783" v="808" actId="1076"/>
          <ac:spMkLst>
            <pc:docMk/>
            <pc:sldMk cId="2507989473" sldId="261"/>
            <ac:spMk id="23" creationId="{535F7C82-C5B5-06B5-7422-5BDD393F2B09}"/>
          </ac:spMkLst>
        </pc:spChg>
        <pc:spChg chg="add mod">
          <ac:chgData name="Casey.Golden" userId="S::casey.golden@target.com::0b7f323d-c643-427d-91f7-da41837c1761" providerId="AD" clId="Web-{4FEECFA7-0DAC-4474-86CF-067F3B2562A1}" dt="2023-08-25T15:33:30.486" v="801" actId="1076"/>
          <ac:spMkLst>
            <pc:docMk/>
            <pc:sldMk cId="2507989473" sldId="261"/>
            <ac:spMk id="24" creationId="{11828240-522D-1F4C-9450-DB4D7F111461}"/>
          </ac:spMkLst>
        </pc:spChg>
        <pc:spChg chg="add mod">
          <ac:chgData name="Casey.Golden" userId="S::casey.golden@target.com::0b7f323d-c643-427d-91f7-da41837c1761" providerId="AD" clId="Web-{4FEECFA7-0DAC-4474-86CF-067F3B2562A1}" dt="2023-08-25T15:33:30.502" v="802" actId="1076"/>
          <ac:spMkLst>
            <pc:docMk/>
            <pc:sldMk cId="2507989473" sldId="261"/>
            <ac:spMk id="25" creationId="{73CE87D9-DD08-E4EC-0509-A9C6781AADEA}"/>
          </ac:spMkLst>
        </pc:spChg>
        <pc:spChg chg="add mod">
          <ac:chgData name="Casey.Golden" userId="S::casey.golden@target.com::0b7f323d-c643-427d-91f7-da41837c1761" providerId="AD" clId="Web-{4FEECFA7-0DAC-4474-86CF-067F3B2562A1}" dt="2023-08-25T15:33:30.517" v="803" actId="1076"/>
          <ac:spMkLst>
            <pc:docMk/>
            <pc:sldMk cId="2507989473" sldId="261"/>
            <ac:spMk id="26" creationId="{CE500F49-BD67-9792-7641-5B7EB57E6CAC}"/>
          </ac:spMkLst>
        </pc:spChg>
        <pc:spChg chg="add mod">
          <ac:chgData name="Casey.Golden" userId="S::casey.golden@target.com::0b7f323d-c643-427d-91f7-da41837c1761" providerId="AD" clId="Web-{4FEECFA7-0DAC-4474-86CF-067F3B2562A1}" dt="2023-08-25T15:33:45.799" v="809" actId="1076"/>
          <ac:spMkLst>
            <pc:docMk/>
            <pc:sldMk cId="2507989473" sldId="261"/>
            <ac:spMk id="27" creationId="{0881DCA8-F2A0-02F5-BDCF-14CE304F4C51}"/>
          </ac:spMkLst>
        </pc:spChg>
        <pc:spChg chg="add mod">
          <ac:chgData name="Casey.Golden" userId="S::casey.golden@target.com::0b7f323d-c643-427d-91f7-da41837c1761" providerId="AD" clId="Web-{4FEECFA7-0DAC-4474-86CF-067F3B2562A1}" dt="2023-08-25T15:33:45.815" v="810" actId="1076"/>
          <ac:spMkLst>
            <pc:docMk/>
            <pc:sldMk cId="2507989473" sldId="261"/>
            <ac:spMk id="28" creationId="{C9FE1013-A95D-C01E-7970-D2AF3A29FE44}"/>
          </ac:spMkLst>
        </pc:spChg>
        <pc:spChg chg="add mod">
          <ac:chgData name="Casey.Golden" userId="S::casey.golden@target.com::0b7f323d-c643-427d-91f7-da41837c1761" providerId="AD" clId="Web-{4FEECFA7-0DAC-4474-86CF-067F3B2562A1}" dt="2023-08-25T15:33:45.815" v="811" actId="1076"/>
          <ac:spMkLst>
            <pc:docMk/>
            <pc:sldMk cId="2507989473" sldId="261"/>
            <ac:spMk id="29" creationId="{FD2B6D1F-5CAC-AA51-12A9-43039C61CC9D}"/>
          </ac:spMkLst>
        </pc:spChg>
        <pc:picChg chg="del">
          <ac:chgData name="Casey.Golden" userId="S::casey.golden@target.com::0b7f323d-c643-427d-91f7-da41837c1761" providerId="AD" clId="Web-{4FEECFA7-0DAC-4474-86CF-067F3B2562A1}" dt="2023-08-25T15:25:26.847" v="608"/>
          <ac:picMkLst>
            <pc:docMk/>
            <pc:sldMk cId="2507989473" sldId="261"/>
            <ac:picMk id="6" creationId="{7F4C3CCC-F8D0-A74A-9AAC-15964B3852CC}"/>
          </ac:picMkLst>
        </pc:picChg>
        <pc:picChg chg="add mod">
          <ac:chgData name="Casey.Golden" userId="S::casey.golden@target.com::0b7f323d-c643-427d-91f7-da41837c1761" providerId="AD" clId="Web-{4FEECFA7-0DAC-4474-86CF-067F3B2562A1}" dt="2023-08-25T15:33:45.752" v="804" actId="1076"/>
          <ac:picMkLst>
            <pc:docMk/>
            <pc:sldMk cId="2507989473" sldId="261"/>
            <ac:picMk id="11" creationId="{05C8A0D3-78E3-A416-FC66-59A8B68E8086}"/>
          </ac:picMkLst>
        </pc:picChg>
        <pc:picChg chg="add mod">
          <ac:chgData name="Casey.Golden" userId="S::casey.golden@target.com::0b7f323d-c643-427d-91f7-da41837c1761" providerId="AD" clId="Web-{4FEECFA7-0DAC-4474-86CF-067F3B2562A1}" dt="2023-08-25T15:33:45.752" v="805" actId="1076"/>
          <ac:picMkLst>
            <pc:docMk/>
            <pc:sldMk cId="2507989473" sldId="261"/>
            <ac:picMk id="14" creationId="{494B841F-1D13-BE36-1041-AEE0DDDA9A97}"/>
          </ac:picMkLst>
        </pc:picChg>
        <pc:picChg chg="add mod">
          <ac:chgData name="Casey.Golden" userId="S::casey.golden@target.com::0b7f323d-c643-427d-91f7-da41837c1761" providerId="AD" clId="Web-{4FEECFA7-0DAC-4474-86CF-067F3B2562A1}" dt="2023-08-25T15:33:45.768" v="806" actId="1076"/>
          <ac:picMkLst>
            <pc:docMk/>
            <pc:sldMk cId="2507989473" sldId="261"/>
            <ac:picMk id="15" creationId="{E6A0A7E8-158D-29A2-8AA9-1D4AF02FB062}"/>
          </ac:picMkLst>
        </pc:picChg>
        <pc:picChg chg="add mod">
          <ac:chgData name="Casey.Golden" userId="S::casey.golden@target.com::0b7f323d-c643-427d-91f7-da41837c1761" providerId="AD" clId="Web-{4FEECFA7-0DAC-4474-86CF-067F3B2562A1}" dt="2023-08-25T15:33:45.783" v="807" actId="1076"/>
          <ac:picMkLst>
            <pc:docMk/>
            <pc:sldMk cId="2507989473" sldId="261"/>
            <ac:picMk id="16" creationId="{33FC0F2A-BD41-380E-2059-D6A4D3069F2B}"/>
          </ac:picMkLst>
        </pc:picChg>
        <pc:picChg chg="add mod">
          <ac:chgData name="Casey.Golden" userId="S::casey.golden@target.com::0b7f323d-c643-427d-91f7-da41837c1761" providerId="AD" clId="Web-{4FEECFA7-0DAC-4474-86CF-067F3B2562A1}" dt="2023-08-25T15:33:30.455" v="798" actId="1076"/>
          <ac:picMkLst>
            <pc:docMk/>
            <pc:sldMk cId="2507989473" sldId="261"/>
            <ac:picMk id="17" creationId="{91D1F6CF-1882-C295-CA82-B31F7B5E1B27}"/>
          </ac:picMkLst>
        </pc:picChg>
        <pc:picChg chg="add mod">
          <ac:chgData name="Casey.Golden" userId="S::casey.golden@target.com::0b7f323d-c643-427d-91f7-da41837c1761" providerId="AD" clId="Web-{4FEECFA7-0DAC-4474-86CF-067F3B2562A1}" dt="2023-08-25T15:33:30.470" v="799" actId="1076"/>
          <ac:picMkLst>
            <pc:docMk/>
            <pc:sldMk cId="2507989473" sldId="261"/>
            <ac:picMk id="18" creationId="{F202EA75-7D6B-3BE3-7FF1-C3B69C599C87}"/>
          </ac:picMkLst>
        </pc:picChg>
        <pc:picChg chg="add mod">
          <ac:chgData name="Casey.Golden" userId="S::casey.golden@target.com::0b7f323d-c643-427d-91f7-da41837c1761" providerId="AD" clId="Web-{4FEECFA7-0DAC-4474-86CF-067F3B2562A1}" dt="2023-08-25T15:33:30.486" v="800" actId="1076"/>
          <ac:picMkLst>
            <pc:docMk/>
            <pc:sldMk cId="2507989473" sldId="261"/>
            <ac:picMk id="22" creationId="{D16F7A91-DD97-43E1-5B48-151D654F4766}"/>
          </ac:picMkLst>
        </pc:picChg>
        <pc:cxnChg chg="del">
          <ac:chgData name="Casey.Golden" userId="S::casey.golden@target.com::0b7f323d-c643-427d-91f7-da41837c1761" providerId="AD" clId="Web-{4FEECFA7-0DAC-4474-86CF-067F3B2562A1}" dt="2023-08-25T15:25:41.629" v="615"/>
          <ac:cxnSpMkLst>
            <pc:docMk/>
            <pc:sldMk cId="2507989473" sldId="261"/>
            <ac:cxnSpMk id="12" creationId="{408C3182-71B7-8B48-B25E-2EDEF2754DAB}"/>
          </ac:cxnSpMkLst>
        </pc:cxnChg>
        <pc:cxnChg chg="del">
          <ac:chgData name="Casey.Golden" userId="S::casey.golden@target.com::0b7f323d-c643-427d-91f7-da41837c1761" providerId="AD" clId="Web-{4FEECFA7-0DAC-4474-86CF-067F3B2562A1}" dt="2023-08-25T15:25:54.708" v="621"/>
          <ac:cxnSpMkLst>
            <pc:docMk/>
            <pc:sldMk cId="2507989473" sldId="261"/>
            <ac:cxnSpMk id="13" creationId="{DE6FBD8A-0B97-3B4F-A2A7-3B9D26FA3779}"/>
          </ac:cxnSpMkLst>
        </pc:cxnChg>
      </pc:sldChg>
      <pc:sldMasterChg chg="add addSldLayout">
        <pc:chgData name="Casey.Golden" userId="S::casey.golden@target.com::0b7f323d-c643-427d-91f7-da41837c1761" providerId="AD" clId="Web-{4FEECFA7-0DAC-4474-86CF-067F3B2562A1}" dt="2023-08-25T14:45:52.476" v="0"/>
        <pc:sldMasterMkLst>
          <pc:docMk/>
          <pc:sldMasterMk cId="2847783626" sldId="2147483648"/>
        </pc:sldMasterMkLst>
        <pc:sldLayoutChg chg="add">
          <pc:chgData name="Casey.Golden" userId="S::casey.golden@target.com::0b7f323d-c643-427d-91f7-da41837c1761" providerId="AD" clId="Web-{4FEECFA7-0DAC-4474-86CF-067F3B2562A1}" dt="2023-08-25T14:45:52.476" v="0"/>
          <pc:sldLayoutMkLst>
            <pc:docMk/>
            <pc:sldMasterMk cId="2847783626" sldId="2147483648"/>
            <pc:sldLayoutMk cId="1243220192" sldId="2147483649"/>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49322591" sldId="2147483650"/>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2539488399" sldId="2147483652"/>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2172201583" sldId="2147483654"/>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3734118375" sldId="2147483658"/>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2543158120" sldId="2147483659"/>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3232619718" sldId="2147483660"/>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5821376" sldId="2147483661"/>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2430065207" sldId="2147483662"/>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154516680" sldId="2147483663"/>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3390832658" sldId="2147483665"/>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2753022176" sldId="2147483666"/>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4280709152" sldId="2147483668"/>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2683178358" sldId="2147483669"/>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2877422495" sldId="2147483670"/>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1905041861" sldId="2147483671"/>
          </pc:sldLayoutMkLst>
        </pc:sldLayoutChg>
        <pc:sldLayoutChg chg="add">
          <pc:chgData name="Casey.Golden" userId="S::casey.golden@target.com::0b7f323d-c643-427d-91f7-da41837c1761" providerId="AD" clId="Web-{4FEECFA7-0DAC-4474-86CF-067F3B2562A1}" dt="2023-08-25T14:45:52.476" v="0"/>
          <pc:sldLayoutMkLst>
            <pc:docMk/>
            <pc:sldMasterMk cId="2847783626" sldId="2147483648"/>
            <pc:sldLayoutMk cId="166669099" sldId="2147483672"/>
          </pc:sldLayoutMkLst>
        </pc:sldLayoutChg>
      </pc:sldMasterChg>
      <pc:sldMasterChg chg="replId modSldLayout">
        <pc:chgData name="Casey.Golden" userId="S::casey.golden@target.com::0b7f323d-c643-427d-91f7-da41837c1761" providerId="AD" clId="Web-{4FEECFA7-0DAC-4474-86CF-067F3B2562A1}" dt="2023-08-25T14:45:52.476" v="0"/>
        <pc:sldMasterMkLst>
          <pc:docMk/>
          <pc:sldMasterMk cId="2460954070" sldId="2147483682"/>
        </pc:sldMasterMkLst>
        <pc:sldLayoutChg chg="replId">
          <pc:chgData name="Casey.Golden" userId="S::casey.golden@target.com::0b7f323d-c643-427d-91f7-da41837c1761" providerId="AD" clId="Web-{4FEECFA7-0DAC-4474-86CF-067F3B2562A1}" dt="2023-08-25T14:45:52.476" v="0"/>
          <pc:sldLayoutMkLst>
            <pc:docMk/>
            <pc:sldMasterMk cId="2460954070" sldId="2147483682"/>
            <pc:sldLayoutMk cId="3171841454" sldId="2147483673"/>
          </pc:sldLayoutMkLst>
        </pc:sldLayoutChg>
        <pc:sldLayoutChg chg="replId">
          <pc:chgData name="Casey.Golden" userId="S::casey.golden@target.com::0b7f323d-c643-427d-91f7-da41837c1761" providerId="AD" clId="Web-{4FEECFA7-0DAC-4474-86CF-067F3B2562A1}" dt="2023-08-25T14:45:52.476" v="0"/>
          <pc:sldLayoutMkLst>
            <pc:docMk/>
            <pc:sldMasterMk cId="2460954070" sldId="2147483682"/>
            <pc:sldLayoutMk cId="3479445657" sldId="2147483674"/>
          </pc:sldLayoutMkLst>
        </pc:sldLayoutChg>
        <pc:sldLayoutChg chg="replId">
          <pc:chgData name="Casey.Golden" userId="S::casey.golden@target.com::0b7f323d-c643-427d-91f7-da41837c1761" providerId="AD" clId="Web-{4FEECFA7-0DAC-4474-86CF-067F3B2562A1}" dt="2023-08-25T14:45:52.476" v="0"/>
          <pc:sldLayoutMkLst>
            <pc:docMk/>
            <pc:sldMasterMk cId="2460954070" sldId="2147483682"/>
            <pc:sldLayoutMk cId="1718958274" sldId="2147483675"/>
          </pc:sldLayoutMkLst>
        </pc:sldLayoutChg>
        <pc:sldLayoutChg chg="replId">
          <pc:chgData name="Casey.Golden" userId="S::casey.golden@target.com::0b7f323d-c643-427d-91f7-da41837c1761" providerId="AD" clId="Web-{4FEECFA7-0DAC-4474-86CF-067F3B2562A1}" dt="2023-08-25T14:45:52.476" v="0"/>
          <pc:sldLayoutMkLst>
            <pc:docMk/>
            <pc:sldMasterMk cId="2460954070" sldId="2147483682"/>
            <pc:sldLayoutMk cId="3210312558" sldId="2147483676"/>
          </pc:sldLayoutMkLst>
        </pc:sldLayoutChg>
        <pc:sldLayoutChg chg="replId">
          <pc:chgData name="Casey.Golden" userId="S::casey.golden@target.com::0b7f323d-c643-427d-91f7-da41837c1761" providerId="AD" clId="Web-{4FEECFA7-0DAC-4474-86CF-067F3B2562A1}" dt="2023-08-25T14:45:52.476" v="0"/>
          <pc:sldLayoutMkLst>
            <pc:docMk/>
            <pc:sldMasterMk cId="2460954070" sldId="2147483682"/>
            <pc:sldLayoutMk cId="2202905451" sldId="2147483677"/>
          </pc:sldLayoutMkLst>
        </pc:sldLayoutChg>
        <pc:sldLayoutChg chg="replId">
          <pc:chgData name="Casey.Golden" userId="S::casey.golden@target.com::0b7f323d-c643-427d-91f7-da41837c1761" providerId="AD" clId="Web-{4FEECFA7-0DAC-4474-86CF-067F3B2562A1}" dt="2023-08-25T14:45:52.476" v="0"/>
          <pc:sldLayoutMkLst>
            <pc:docMk/>
            <pc:sldMasterMk cId="2460954070" sldId="2147483682"/>
            <pc:sldLayoutMk cId="3733172339" sldId="2147483678"/>
          </pc:sldLayoutMkLst>
        </pc:sldLayoutChg>
        <pc:sldLayoutChg chg="replId">
          <pc:chgData name="Casey.Golden" userId="S::casey.golden@target.com::0b7f323d-c643-427d-91f7-da41837c1761" providerId="AD" clId="Web-{4FEECFA7-0DAC-4474-86CF-067F3B2562A1}" dt="2023-08-25T14:45:52.476" v="0"/>
          <pc:sldLayoutMkLst>
            <pc:docMk/>
            <pc:sldMasterMk cId="2460954070" sldId="2147483682"/>
            <pc:sldLayoutMk cId="2385387890" sldId="2147483679"/>
          </pc:sldLayoutMkLst>
        </pc:sldLayoutChg>
        <pc:sldLayoutChg chg="replId">
          <pc:chgData name="Casey.Golden" userId="S::casey.golden@target.com::0b7f323d-c643-427d-91f7-da41837c1761" providerId="AD" clId="Web-{4FEECFA7-0DAC-4474-86CF-067F3B2562A1}" dt="2023-08-25T14:45:52.476" v="0"/>
          <pc:sldLayoutMkLst>
            <pc:docMk/>
            <pc:sldMasterMk cId="2460954070" sldId="2147483682"/>
            <pc:sldLayoutMk cId="949138452" sldId="2147483680"/>
          </pc:sldLayoutMkLst>
        </pc:sldLayoutChg>
        <pc:sldLayoutChg chg="replId">
          <pc:chgData name="Casey.Golden" userId="S::casey.golden@target.com::0b7f323d-c643-427d-91f7-da41837c1761" providerId="AD" clId="Web-{4FEECFA7-0DAC-4474-86CF-067F3B2562A1}" dt="2023-08-25T14:45:52.476" v="0"/>
          <pc:sldLayoutMkLst>
            <pc:docMk/>
            <pc:sldMasterMk cId="2460954070" sldId="2147483682"/>
            <pc:sldLayoutMk cId="2591524520" sldId="2147483681"/>
          </pc:sldLayoutMkLst>
        </pc:sldLayoutChg>
      </pc:sldMasterChg>
    </pc:docChg>
  </pc:docChgLst>
  <pc:docChgLst>
    <pc:chgData name="Casey.Golden" userId="S::casey.golden@target.com::0b7f323d-c643-427d-91f7-da41837c1761" providerId="AD" clId="Web-{844CB739-05B4-C199-07AC-52AA2817C2E7}"/>
    <pc:docChg chg="addSld modSld">
      <pc:chgData name="Casey.Golden" userId="S::casey.golden@target.com::0b7f323d-c643-427d-91f7-da41837c1761" providerId="AD" clId="Web-{844CB739-05B4-C199-07AC-52AA2817C2E7}" dt="2023-09-14T16:47:11.889" v="68" actId="20577"/>
      <pc:docMkLst>
        <pc:docMk/>
      </pc:docMkLst>
      <pc:sldChg chg="addSp delSp modSp add replId">
        <pc:chgData name="Casey.Golden" userId="S::casey.golden@target.com::0b7f323d-c643-427d-91f7-da41837c1761" providerId="AD" clId="Web-{844CB739-05B4-C199-07AC-52AA2817C2E7}" dt="2023-09-14T16:47:11.889" v="68" actId="20577"/>
        <pc:sldMkLst>
          <pc:docMk/>
          <pc:sldMk cId="2198535584" sldId="262"/>
        </pc:sldMkLst>
        <pc:spChg chg="add mod">
          <ac:chgData name="Casey.Golden" userId="S::casey.golden@target.com::0b7f323d-c643-427d-91f7-da41837c1761" providerId="AD" clId="Web-{844CB739-05B4-C199-07AC-52AA2817C2E7}" dt="2023-09-14T16:47:11.889" v="68" actId="20577"/>
          <ac:spMkLst>
            <pc:docMk/>
            <pc:sldMk cId="2198535584" sldId="262"/>
            <ac:spMk id="2" creationId="{C8A52B4B-8E77-E05E-6DD6-B7E9A5E69D2D}"/>
          </ac:spMkLst>
        </pc:spChg>
        <pc:spChg chg="del">
          <ac:chgData name="Casey.Golden" userId="S::casey.golden@target.com::0b7f323d-c643-427d-91f7-da41837c1761" providerId="AD" clId="Web-{844CB739-05B4-C199-07AC-52AA2817C2E7}" dt="2023-09-14T16:44:30.447" v="7"/>
          <ac:spMkLst>
            <pc:docMk/>
            <pc:sldMk cId="2198535584" sldId="262"/>
            <ac:spMk id="23" creationId="{535F7C82-C5B5-06B5-7422-5BDD393F2B09}"/>
          </ac:spMkLst>
        </pc:spChg>
        <pc:spChg chg="del">
          <ac:chgData name="Casey.Golden" userId="S::casey.golden@target.com::0b7f323d-c643-427d-91f7-da41837c1761" providerId="AD" clId="Web-{844CB739-05B4-C199-07AC-52AA2817C2E7}" dt="2023-09-14T16:44:30.447" v="6"/>
          <ac:spMkLst>
            <pc:docMk/>
            <pc:sldMk cId="2198535584" sldId="262"/>
            <ac:spMk id="24" creationId="{11828240-522D-1F4C-9450-DB4D7F111461}"/>
          </ac:spMkLst>
        </pc:spChg>
        <pc:spChg chg="del">
          <ac:chgData name="Casey.Golden" userId="S::casey.golden@target.com::0b7f323d-c643-427d-91f7-da41837c1761" providerId="AD" clId="Web-{844CB739-05B4-C199-07AC-52AA2817C2E7}" dt="2023-09-14T16:44:30.447" v="5"/>
          <ac:spMkLst>
            <pc:docMk/>
            <pc:sldMk cId="2198535584" sldId="262"/>
            <ac:spMk id="25" creationId="{73CE87D9-DD08-E4EC-0509-A9C6781AADEA}"/>
          </ac:spMkLst>
        </pc:spChg>
        <pc:spChg chg="del">
          <ac:chgData name="Casey.Golden" userId="S::casey.golden@target.com::0b7f323d-c643-427d-91f7-da41837c1761" providerId="AD" clId="Web-{844CB739-05B4-C199-07AC-52AA2817C2E7}" dt="2023-09-14T16:44:30.447" v="4"/>
          <ac:spMkLst>
            <pc:docMk/>
            <pc:sldMk cId="2198535584" sldId="262"/>
            <ac:spMk id="26" creationId="{CE500F49-BD67-9792-7641-5B7EB57E6CAC}"/>
          </ac:spMkLst>
        </pc:spChg>
        <pc:spChg chg="del">
          <ac:chgData name="Casey.Golden" userId="S::casey.golden@target.com::0b7f323d-c643-427d-91f7-da41837c1761" providerId="AD" clId="Web-{844CB739-05B4-C199-07AC-52AA2817C2E7}" dt="2023-09-14T16:44:30.431" v="3"/>
          <ac:spMkLst>
            <pc:docMk/>
            <pc:sldMk cId="2198535584" sldId="262"/>
            <ac:spMk id="27" creationId="{0881DCA8-F2A0-02F5-BDCF-14CE304F4C51}"/>
          </ac:spMkLst>
        </pc:spChg>
        <pc:spChg chg="del">
          <ac:chgData name="Casey.Golden" userId="S::casey.golden@target.com::0b7f323d-c643-427d-91f7-da41837c1761" providerId="AD" clId="Web-{844CB739-05B4-C199-07AC-52AA2817C2E7}" dt="2023-09-14T16:44:30.431" v="2"/>
          <ac:spMkLst>
            <pc:docMk/>
            <pc:sldMk cId="2198535584" sldId="262"/>
            <ac:spMk id="28" creationId="{C9FE1013-A95D-C01E-7970-D2AF3A29FE44}"/>
          </ac:spMkLst>
        </pc:spChg>
        <pc:spChg chg="del">
          <ac:chgData name="Casey.Golden" userId="S::casey.golden@target.com::0b7f323d-c643-427d-91f7-da41837c1761" providerId="AD" clId="Web-{844CB739-05B4-C199-07AC-52AA2817C2E7}" dt="2023-09-14T16:44:30.431" v="1"/>
          <ac:spMkLst>
            <pc:docMk/>
            <pc:sldMk cId="2198535584" sldId="262"/>
            <ac:spMk id="29" creationId="{FD2B6D1F-5CAC-AA51-12A9-43039C61CC9D}"/>
          </ac:spMkLst>
        </pc:spChg>
        <pc:picChg chg="del">
          <ac:chgData name="Casey.Golden" userId="S::casey.golden@target.com::0b7f323d-c643-427d-91f7-da41837c1761" providerId="AD" clId="Web-{844CB739-05B4-C199-07AC-52AA2817C2E7}" dt="2023-09-14T16:44:32.791" v="11"/>
          <ac:picMkLst>
            <pc:docMk/>
            <pc:sldMk cId="2198535584" sldId="262"/>
            <ac:picMk id="11" creationId="{05C8A0D3-78E3-A416-FC66-59A8B68E8086}"/>
          </ac:picMkLst>
        </pc:picChg>
        <pc:picChg chg="del">
          <ac:chgData name="Casey.Golden" userId="S::casey.golden@target.com::0b7f323d-c643-427d-91f7-da41837c1761" providerId="AD" clId="Web-{844CB739-05B4-C199-07AC-52AA2817C2E7}" dt="2023-09-14T16:44:36.103" v="12"/>
          <ac:picMkLst>
            <pc:docMk/>
            <pc:sldMk cId="2198535584" sldId="262"/>
            <ac:picMk id="14" creationId="{494B841F-1D13-BE36-1041-AEE0DDDA9A97}"/>
          </ac:picMkLst>
        </pc:picChg>
        <pc:picChg chg="del">
          <ac:chgData name="Casey.Golden" userId="S::casey.golden@target.com::0b7f323d-c643-427d-91f7-da41837c1761" providerId="AD" clId="Web-{844CB739-05B4-C199-07AC-52AA2817C2E7}" dt="2023-09-14T16:44:36.150" v="13"/>
          <ac:picMkLst>
            <pc:docMk/>
            <pc:sldMk cId="2198535584" sldId="262"/>
            <ac:picMk id="15" creationId="{E6A0A7E8-158D-29A2-8AA9-1D4AF02FB062}"/>
          </ac:picMkLst>
        </pc:picChg>
        <pc:picChg chg="del">
          <ac:chgData name="Casey.Golden" userId="S::casey.golden@target.com::0b7f323d-c643-427d-91f7-da41837c1761" providerId="AD" clId="Web-{844CB739-05B4-C199-07AC-52AA2817C2E7}" dt="2023-09-14T16:44:36.494" v="14"/>
          <ac:picMkLst>
            <pc:docMk/>
            <pc:sldMk cId="2198535584" sldId="262"/>
            <ac:picMk id="16" creationId="{33FC0F2A-BD41-380E-2059-D6A4D3069F2B}"/>
          </ac:picMkLst>
        </pc:picChg>
        <pc:picChg chg="del">
          <ac:chgData name="Casey.Golden" userId="S::casey.golden@target.com::0b7f323d-c643-427d-91f7-da41837c1761" providerId="AD" clId="Web-{844CB739-05B4-C199-07AC-52AA2817C2E7}" dt="2023-09-14T16:44:30.447" v="10"/>
          <ac:picMkLst>
            <pc:docMk/>
            <pc:sldMk cId="2198535584" sldId="262"/>
            <ac:picMk id="17" creationId="{91D1F6CF-1882-C295-CA82-B31F7B5E1B27}"/>
          </ac:picMkLst>
        </pc:picChg>
        <pc:picChg chg="del">
          <ac:chgData name="Casey.Golden" userId="S::casey.golden@target.com::0b7f323d-c643-427d-91f7-da41837c1761" providerId="AD" clId="Web-{844CB739-05B4-C199-07AC-52AA2817C2E7}" dt="2023-09-14T16:44:30.447" v="9"/>
          <ac:picMkLst>
            <pc:docMk/>
            <pc:sldMk cId="2198535584" sldId="262"/>
            <ac:picMk id="18" creationId="{F202EA75-7D6B-3BE3-7FF1-C3B69C599C87}"/>
          </ac:picMkLst>
        </pc:picChg>
        <pc:picChg chg="del">
          <ac:chgData name="Casey.Golden" userId="S::casey.golden@target.com::0b7f323d-c643-427d-91f7-da41837c1761" providerId="AD" clId="Web-{844CB739-05B4-C199-07AC-52AA2817C2E7}" dt="2023-09-14T16:44:30.447" v="8"/>
          <ac:picMkLst>
            <pc:docMk/>
            <pc:sldMk cId="2198535584" sldId="262"/>
            <ac:picMk id="22" creationId="{D16F7A91-DD97-43E1-5B48-151D654F4766}"/>
          </ac:picMkLst>
        </pc:picChg>
      </pc:sldChg>
    </pc:docChg>
  </pc:docChgLst>
  <pc:docChgLst>
    <pc:chgData name="Casey.Golden" userId="S::casey.golden@target.com::0b7f323d-c643-427d-91f7-da41837c1761" providerId="AD" clId="Web-{FA205774-83B4-6084-8C74-5B08220A9A00}"/>
    <pc:docChg chg="addSld delSld">
      <pc:chgData name="Casey.Golden" userId="S::casey.golden@target.com::0b7f323d-c643-427d-91f7-da41837c1761" providerId="AD" clId="Web-{FA205774-83B4-6084-8C74-5B08220A9A00}" dt="2024-06-13T15:18:47.224" v="13"/>
      <pc:docMkLst>
        <pc:docMk/>
      </pc:docMkLst>
      <pc:sldChg chg="del">
        <pc:chgData name="Casey.Golden" userId="S::casey.golden@target.com::0b7f323d-c643-427d-91f7-da41837c1761" providerId="AD" clId="Web-{FA205774-83B4-6084-8C74-5B08220A9A00}" dt="2024-06-13T15:15:24.928" v="2"/>
        <pc:sldMkLst>
          <pc:docMk/>
          <pc:sldMk cId="3948900969" sldId="259"/>
        </pc:sldMkLst>
      </pc:sldChg>
      <pc:sldChg chg="del">
        <pc:chgData name="Casey.Golden" userId="S::casey.golden@target.com::0b7f323d-c643-427d-91f7-da41837c1761" providerId="AD" clId="Web-{FA205774-83B4-6084-8C74-5B08220A9A00}" dt="2024-06-13T15:15:26.412" v="3"/>
        <pc:sldMkLst>
          <pc:docMk/>
          <pc:sldMk cId="2507989473" sldId="261"/>
        </pc:sldMkLst>
      </pc:sldChg>
      <pc:sldChg chg="del">
        <pc:chgData name="Casey.Golden" userId="S::casey.golden@target.com::0b7f323d-c643-427d-91f7-da41837c1761" providerId="AD" clId="Web-{FA205774-83B4-6084-8C74-5B08220A9A00}" dt="2024-06-13T15:15:19.928" v="1"/>
        <pc:sldMkLst>
          <pc:docMk/>
          <pc:sldMk cId="1559939775" sldId="263"/>
        </pc:sldMkLst>
      </pc:sldChg>
      <pc:sldChg chg="add">
        <pc:chgData name="Casey.Golden" userId="S::casey.golden@target.com::0b7f323d-c643-427d-91f7-da41837c1761" providerId="AD" clId="Web-{FA205774-83B4-6084-8C74-5B08220A9A00}" dt="2024-06-13T15:15:42.490" v="9"/>
        <pc:sldMkLst>
          <pc:docMk/>
          <pc:sldMk cId="455165732" sldId="266"/>
        </pc:sldMkLst>
      </pc:sldChg>
      <pc:sldChg chg="del">
        <pc:chgData name="Casey.Golden" userId="S::casey.golden@target.com::0b7f323d-c643-427d-91f7-da41837c1761" providerId="AD" clId="Web-{FA205774-83B4-6084-8C74-5B08220A9A00}" dt="2024-06-13T15:15:26.740" v="6"/>
        <pc:sldMkLst>
          <pc:docMk/>
          <pc:sldMk cId="3197212346" sldId="267"/>
        </pc:sldMkLst>
      </pc:sldChg>
      <pc:sldChg chg="del">
        <pc:chgData name="Casey.Golden" userId="S::casey.golden@target.com::0b7f323d-c643-427d-91f7-da41837c1761" providerId="AD" clId="Web-{FA205774-83B4-6084-8C74-5B08220A9A00}" dt="2024-06-13T15:15:27.037" v="7"/>
        <pc:sldMkLst>
          <pc:docMk/>
          <pc:sldMk cId="548771273" sldId="268"/>
        </pc:sldMkLst>
      </pc:sldChg>
      <pc:sldChg chg="del">
        <pc:chgData name="Casey.Golden" userId="S::casey.golden@target.com::0b7f323d-c643-427d-91f7-da41837c1761" providerId="AD" clId="Web-{FA205774-83B4-6084-8C74-5B08220A9A00}" dt="2024-06-13T15:15:26.506" v="4"/>
        <pc:sldMkLst>
          <pc:docMk/>
          <pc:sldMk cId="3030060345" sldId="270"/>
        </pc:sldMkLst>
      </pc:sldChg>
      <pc:sldChg chg="del">
        <pc:chgData name="Casey.Golden" userId="S::casey.golden@target.com::0b7f323d-c643-427d-91f7-da41837c1761" providerId="AD" clId="Web-{FA205774-83B4-6084-8C74-5B08220A9A00}" dt="2024-06-13T15:15:27.162" v="8"/>
        <pc:sldMkLst>
          <pc:docMk/>
          <pc:sldMk cId="3687966153" sldId="271"/>
        </pc:sldMkLst>
      </pc:sldChg>
      <pc:sldChg chg="del">
        <pc:chgData name="Casey.Golden" userId="S::casey.golden@target.com::0b7f323d-c643-427d-91f7-da41837c1761" providerId="AD" clId="Web-{FA205774-83B4-6084-8C74-5B08220A9A00}" dt="2024-06-13T15:15:17.912" v="0"/>
        <pc:sldMkLst>
          <pc:docMk/>
          <pc:sldMk cId="924276863" sldId="273"/>
        </pc:sldMkLst>
      </pc:sldChg>
      <pc:sldChg chg="del">
        <pc:chgData name="Casey.Golden" userId="S::casey.golden@target.com::0b7f323d-c643-427d-91f7-da41837c1761" providerId="AD" clId="Web-{FA205774-83B4-6084-8C74-5B08220A9A00}" dt="2024-06-13T15:15:26.631" v="5"/>
        <pc:sldMkLst>
          <pc:docMk/>
          <pc:sldMk cId="3013861190" sldId="276"/>
        </pc:sldMkLst>
      </pc:sldChg>
      <pc:sldChg chg="add">
        <pc:chgData name="Casey.Golden" userId="S::casey.golden@target.com::0b7f323d-c643-427d-91f7-da41837c1761" providerId="AD" clId="Web-{FA205774-83B4-6084-8C74-5B08220A9A00}" dt="2024-06-13T15:15:42.490" v="10"/>
        <pc:sldMkLst>
          <pc:docMk/>
          <pc:sldMk cId="3271451824" sldId="276"/>
        </pc:sldMkLst>
      </pc:sldChg>
      <pc:sldChg chg="add">
        <pc:chgData name="Casey.Golden" userId="S::casey.golden@target.com::0b7f323d-c643-427d-91f7-da41837c1761" providerId="AD" clId="Web-{FA205774-83B4-6084-8C74-5B08220A9A00}" dt="2024-06-13T15:15:42.506" v="11"/>
        <pc:sldMkLst>
          <pc:docMk/>
          <pc:sldMk cId="3539278910" sldId="301"/>
        </pc:sldMkLst>
      </pc:sldChg>
      <pc:sldChg chg="add">
        <pc:chgData name="Casey.Golden" userId="S::casey.golden@target.com::0b7f323d-c643-427d-91f7-da41837c1761" providerId="AD" clId="Web-{FA205774-83B4-6084-8C74-5B08220A9A00}" dt="2024-06-13T15:15:42.506" v="12"/>
        <pc:sldMkLst>
          <pc:docMk/>
          <pc:sldMk cId="1782378845" sldId="302"/>
        </pc:sldMkLst>
      </pc:sldChg>
      <pc:sldChg chg="add">
        <pc:chgData name="Casey.Golden" userId="S::casey.golden@target.com::0b7f323d-c643-427d-91f7-da41837c1761" providerId="AD" clId="Web-{FA205774-83B4-6084-8C74-5B08220A9A00}" dt="2024-06-13T15:18:47.224" v="13"/>
        <pc:sldMkLst>
          <pc:docMk/>
          <pc:sldMk cId="1828051332" sldId="303"/>
        </pc:sldMkLst>
      </pc:sldChg>
    </pc:docChg>
  </pc:docChgLst>
  <pc:docChgLst>
    <pc:chgData name="Casey.Golden" userId="S::casey.golden@target.com::0b7f323d-c643-427d-91f7-da41837c1761" providerId="AD" clId="Web-{715ED609-D297-A044-E278-83D473BFB089}"/>
    <pc:docChg chg="modSld">
      <pc:chgData name="Casey.Golden" userId="S::casey.golden@target.com::0b7f323d-c643-427d-91f7-da41837c1761" providerId="AD" clId="Web-{715ED609-D297-A044-E278-83D473BFB089}" dt="2024-07-09T02:03:35.257" v="15"/>
      <pc:docMkLst>
        <pc:docMk/>
      </pc:docMkLst>
      <pc:sldChg chg="modSp">
        <pc:chgData name="Casey.Golden" userId="S::casey.golden@target.com::0b7f323d-c643-427d-91f7-da41837c1761" providerId="AD" clId="Web-{715ED609-D297-A044-E278-83D473BFB089}" dt="2024-07-09T02:03:35.257" v="15"/>
        <pc:sldMkLst>
          <pc:docMk/>
          <pc:sldMk cId="1682577422" sldId="309"/>
        </pc:sldMkLst>
        <pc:graphicFrameChg chg="mod modGraphic">
          <ac:chgData name="Casey.Golden" userId="S::casey.golden@target.com::0b7f323d-c643-427d-91f7-da41837c1761" providerId="AD" clId="Web-{715ED609-D297-A044-E278-83D473BFB089}" dt="2024-07-09T02:03:35.257" v="15"/>
          <ac:graphicFrameMkLst>
            <pc:docMk/>
            <pc:sldMk cId="1682577422" sldId="309"/>
            <ac:graphicFrameMk id="5" creationId="{C85D23B8-2D40-D8E7-123B-0F5AD669809E}"/>
          </ac:graphicFrameMkLst>
        </pc:graphicFrameChg>
      </pc:sldChg>
    </pc:docChg>
  </pc:docChgLst>
  <pc:docChgLst>
    <pc:chgData name="Casey.Golden" userId="S::casey.golden@target.com::0b7f323d-c643-427d-91f7-da41837c1761" providerId="AD" clId="Web-{390E9BBC-3685-942F-9828-63036B9D3891}"/>
    <pc:docChg chg="modSld">
      <pc:chgData name="Casey.Golden" userId="S::casey.golden@target.com::0b7f323d-c643-427d-91f7-da41837c1761" providerId="AD" clId="Web-{390E9BBC-3685-942F-9828-63036B9D3891}" dt="2023-08-28T18:49:58.106" v="73" actId="20577"/>
      <pc:docMkLst>
        <pc:docMk/>
      </pc:docMkLst>
      <pc:sldChg chg="addSp delSp modSp">
        <pc:chgData name="Casey.Golden" userId="S::casey.golden@target.com::0b7f323d-c643-427d-91f7-da41837c1761" providerId="AD" clId="Web-{390E9BBC-3685-942F-9828-63036B9D3891}" dt="2023-08-28T18:49:58.106" v="73" actId="20577"/>
        <pc:sldMkLst>
          <pc:docMk/>
          <pc:sldMk cId="670121122" sldId="258"/>
        </pc:sldMkLst>
        <pc:spChg chg="add del mod">
          <ac:chgData name="Casey.Golden" userId="S::casey.golden@target.com::0b7f323d-c643-427d-91f7-da41837c1761" providerId="AD" clId="Web-{390E9BBC-3685-942F-9828-63036B9D3891}" dt="2023-08-28T18:10:40.010" v="67"/>
          <ac:spMkLst>
            <pc:docMk/>
            <pc:sldMk cId="670121122" sldId="258"/>
            <ac:spMk id="3" creationId="{ED294850-B6CE-6119-C3BB-3366D8C86512}"/>
          </ac:spMkLst>
        </pc:spChg>
        <pc:spChg chg="mod">
          <ac:chgData name="Casey.Golden" userId="S::casey.golden@target.com::0b7f323d-c643-427d-91f7-da41837c1761" providerId="AD" clId="Web-{390E9BBC-3685-942F-9828-63036B9D3891}" dt="2023-08-28T18:07:18.080" v="21" actId="20577"/>
          <ac:spMkLst>
            <pc:docMk/>
            <pc:sldMk cId="670121122" sldId="258"/>
            <ac:spMk id="7" creationId="{75357E3B-7D3E-8503-62E3-B802F9C64457}"/>
          </ac:spMkLst>
        </pc:spChg>
        <pc:spChg chg="mod">
          <ac:chgData name="Casey.Golden" userId="S::casey.golden@target.com::0b7f323d-c643-427d-91f7-da41837c1761" providerId="AD" clId="Web-{390E9BBC-3685-942F-9828-63036B9D3891}" dt="2023-08-28T18:07:00.283" v="18" actId="14100"/>
          <ac:spMkLst>
            <pc:docMk/>
            <pc:sldMk cId="670121122" sldId="258"/>
            <ac:spMk id="8" creationId="{932AF6AB-D1AA-4267-8FE6-A6E1EACEF249}"/>
          </ac:spMkLst>
        </pc:spChg>
        <pc:spChg chg="mod">
          <ac:chgData name="Casey.Golden" userId="S::casey.golden@target.com::0b7f323d-c643-427d-91f7-da41837c1761" providerId="AD" clId="Web-{390E9BBC-3685-942F-9828-63036B9D3891}" dt="2023-08-28T18:11:53.591" v="69" actId="1076"/>
          <ac:spMkLst>
            <pc:docMk/>
            <pc:sldMk cId="670121122" sldId="258"/>
            <ac:spMk id="13" creationId="{CC27BD7D-E38C-B032-0F31-48C9B33C69F8}"/>
          </ac:spMkLst>
        </pc:spChg>
        <pc:spChg chg="mod">
          <ac:chgData name="Casey.Golden" userId="S::casey.golden@target.com::0b7f323d-c643-427d-91f7-da41837c1761" providerId="AD" clId="Web-{390E9BBC-3685-942F-9828-63036B9D3891}" dt="2023-08-28T18:49:58.106" v="73" actId="20577"/>
          <ac:spMkLst>
            <pc:docMk/>
            <pc:sldMk cId="670121122" sldId="258"/>
            <ac:spMk id="14" creationId="{8A3508B3-2DC7-AD89-CAFE-4B0CF9BD85D0}"/>
          </ac:spMkLst>
        </pc:spChg>
        <pc:spChg chg="mod">
          <ac:chgData name="Casey.Golden" userId="S::casey.golden@target.com::0b7f323d-c643-427d-91f7-da41837c1761" providerId="AD" clId="Web-{390E9BBC-3685-942F-9828-63036B9D3891}" dt="2023-08-28T18:06:52.157" v="15" actId="14100"/>
          <ac:spMkLst>
            <pc:docMk/>
            <pc:sldMk cId="670121122" sldId="258"/>
            <ac:spMk id="18" creationId="{9853E279-E120-69CA-A906-6E630C822415}"/>
          </ac:spMkLst>
        </pc:spChg>
        <pc:spChg chg="mod">
          <ac:chgData name="Casey.Golden" userId="S::casey.golden@target.com::0b7f323d-c643-427d-91f7-da41837c1761" providerId="AD" clId="Web-{390E9BBC-3685-942F-9828-63036B9D3891}" dt="2023-08-28T18:06:41.923" v="12" actId="14100"/>
          <ac:spMkLst>
            <pc:docMk/>
            <pc:sldMk cId="670121122" sldId="258"/>
            <ac:spMk id="19" creationId="{2ADAD217-CAB3-3A1C-2EAC-5F89D2C96579}"/>
          </ac:spMkLst>
        </pc:spChg>
        <pc:spChg chg="mod">
          <ac:chgData name="Casey.Golden" userId="S::casey.golden@target.com::0b7f323d-c643-427d-91f7-da41837c1761" providerId="AD" clId="Web-{390E9BBC-3685-942F-9828-63036B9D3891}" dt="2023-08-28T18:07:14.252" v="20" actId="20577"/>
          <ac:spMkLst>
            <pc:docMk/>
            <pc:sldMk cId="670121122" sldId="258"/>
            <ac:spMk id="26" creationId="{65DC264F-75F2-916F-0712-627153519A8B}"/>
          </ac:spMkLst>
        </pc:spChg>
        <pc:spChg chg="mod">
          <ac:chgData name="Casey.Golden" userId="S::casey.golden@target.com::0b7f323d-c643-427d-91f7-da41837c1761" providerId="AD" clId="Web-{390E9BBC-3685-942F-9828-63036B9D3891}" dt="2023-08-28T18:06:47.579" v="14"/>
          <ac:spMkLst>
            <pc:docMk/>
            <pc:sldMk cId="670121122" sldId="258"/>
            <ac:spMk id="27" creationId="{E362D4D3-A1A6-1EA8-CE79-1398D9B5D8B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179DE8-8875-4F57-BC23-1FBB8F8D3517}" type="datetimeFigureOut">
              <a:t>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6378DC-1275-42E0-A2C2-69B9E4950FBF}" type="slidenum">
              <a:t>‹#›</a:t>
            </a:fld>
            <a:endParaRPr lang="en-US"/>
          </a:p>
        </p:txBody>
      </p:sp>
    </p:spTree>
    <p:extLst>
      <p:ext uri="{BB962C8B-B14F-4D97-AF65-F5344CB8AC3E}">
        <p14:creationId xmlns:p14="http://schemas.microsoft.com/office/powerpoint/2010/main" val="1943886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CE620-C28A-614F-869B-1268E7D8B09E}"/>
              </a:ext>
            </a:extLst>
          </p:cNvPr>
          <p:cNvSpPr>
            <a:spLocks noGrp="1"/>
          </p:cNvSpPr>
          <p:nvPr>
            <p:ph type="ctrTitle" hasCustomPrompt="1"/>
          </p:nvPr>
        </p:nvSpPr>
        <p:spPr>
          <a:xfrm>
            <a:off x="1183342" y="1561750"/>
            <a:ext cx="10121348" cy="2387600"/>
          </a:xfrm>
        </p:spPr>
        <p:txBody>
          <a:bodyPr anchor="b">
            <a:normAutofit/>
          </a:bodyPr>
          <a:lstStyle>
            <a:lvl1pPr algn="ctr">
              <a:defRPr sz="5400" b="1">
                <a:latin typeface="Arial" panose="020B0604020202020204" pitchFamily="34" charset="0"/>
                <a:cs typeface="Arial" panose="020B06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77618186-54A6-3B48-BAF7-E847169C01CA}"/>
              </a:ext>
            </a:extLst>
          </p:cNvPr>
          <p:cNvSpPr>
            <a:spLocks noGrp="1"/>
          </p:cNvSpPr>
          <p:nvPr>
            <p:ph type="subTitle" idx="1" hasCustomPrompt="1"/>
          </p:nvPr>
        </p:nvSpPr>
        <p:spPr>
          <a:xfrm>
            <a:off x="1524000" y="4041425"/>
            <a:ext cx="9144000" cy="1655762"/>
          </a:xfrm>
        </p:spPr>
        <p:txBody>
          <a:bodyPr/>
          <a:lstStyle>
            <a:lvl1pPr marL="0" indent="0" algn="ctr">
              <a:buNone/>
              <a:defRPr sz="2400" b="1">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p:txBody>
      </p:sp>
    </p:spTree>
    <p:extLst>
      <p:ext uri="{BB962C8B-B14F-4D97-AF65-F5344CB8AC3E}">
        <p14:creationId xmlns:p14="http://schemas.microsoft.com/office/powerpoint/2010/main" val="1243220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CE620-C28A-614F-869B-1268E7D8B09E}"/>
              </a:ext>
            </a:extLst>
          </p:cNvPr>
          <p:cNvSpPr>
            <a:spLocks noGrp="1"/>
          </p:cNvSpPr>
          <p:nvPr>
            <p:ph type="ctrTitle" hasCustomPrompt="1"/>
          </p:nvPr>
        </p:nvSpPr>
        <p:spPr>
          <a:xfrm>
            <a:off x="532436" y="1041400"/>
            <a:ext cx="6794340" cy="2387600"/>
          </a:xfrm>
        </p:spPr>
        <p:txBody>
          <a:bodyPr anchor="b">
            <a:normAutofit/>
          </a:bodyPr>
          <a:lstStyle>
            <a:lvl1pPr algn="r">
              <a:defRPr sz="5400" b="1">
                <a:latin typeface="Arial" panose="020B0604020202020204" pitchFamily="34" charset="0"/>
                <a:cs typeface="Arial" panose="020B0604020202020204" pitchFamily="34" charset="0"/>
              </a:defRPr>
            </a:lvl1pPr>
          </a:lstStyle>
          <a:p>
            <a:r>
              <a:rPr lang="en-US"/>
              <a:t>Presentation Title</a:t>
            </a:r>
          </a:p>
        </p:txBody>
      </p:sp>
      <p:sp>
        <p:nvSpPr>
          <p:cNvPr id="3" name="Subtitle 2">
            <a:extLst>
              <a:ext uri="{FF2B5EF4-FFF2-40B4-BE49-F238E27FC236}">
                <a16:creationId xmlns:a16="http://schemas.microsoft.com/office/drawing/2014/main" id="{77618186-54A6-3B48-BAF7-E847169C01CA}"/>
              </a:ext>
            </a:extLst>
          </p:cNvPr>
          <p:cNvSpPr>
            <a:spLocks noGrp="1"/>
          </p:cNvSpPr>
          <p:nvPr>
            <p:ph type="subTitle" idx="1" hasCustomPrompt="1"/>
          </p:nvPr>
        </p:nvSpPr>
        <p:spPr>
          <a:xfrm>
            <a:off x="532436" y="3521075"/>
            <a:ext cx="6794340" cy="1655762"/>
          </a:xfrm>
        </p:spPr>
        <p:txBody>
          <a:bodyPr/>
          <a:lstStyle>
            <a:lvl1pPr marL="0" indent="0" algn="r">
              <a:buNone/>
              <a:defRPr sz="2400" b="1">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p>
        </p:txBody>
      </p:sp>
    </p:spTree>
    <p:extLst>
      <p:ext uri="{BB962C8B-B14F-4D97-AF65-F5344CB8AC3E}">
        <p14:creationId xmlns:p14="http://schemas.microsoft.com/office/powerpoint/2010/main" val="4280709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ward Template_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CE620-C28A-614F-869B-1268E7D8B09E}"/>
              </a:ext>
            </a:extLst>
          </p:cNvPr>
          <p:cNvSpPr>
            <a:spLocks noGrp="1"/>
          </p:cNvSpPr>
          <p:nvPr>
            <p:ph type="ctrTitle" hasCustomPrompt="1"/>
          </p:nvPr>
        </p:nvSpPr>
        <p:spPr>
          <a:xfrm>
            <a:off x="742501" y="2620277"/>
            <a:ext cx="6794340" cy="1747837"/>
          </a:xfrm>
        </p:spPr>
        <p:txBody>
          <a:bodyPr anchor="t">
            <a:normAutofit/>
          </a:bodyPr>
          <a:lstStyle>
            <a:lvl1pPr algn="ctr">
              <a:defRPr sz="5400" b="1">
                <a:latin typeface="Arial" panose="020B0604020202020204" pitchFamily="34" charset="0"/>
                <a:cs typeface="Arial" panose="020B0604020202020204" pitchFamily="34" charset="0"/>
              </a:defRPr>
            </a:lvl1pPr>
          </a:lstStyle>
          <a:p>
            <a:r>
              <a:rPr lang="en-US"/>
              <a:t>First Last Name</a:t>
            </a:r>
          </a:p>
        </p:txBody>
      </p:sp>
      <p:sp>
        <p:nvSpPr>
          <p:cNvPr id="3" name="Subtitle 2">
            <a:extLst>
              <a:ext uri="{FF2B5EF4-FFF2-40B4-BE49-F238E27FC236}">
                <a16:creationId xmlns:a16="http://schemas.microsoft.com/office/drawing/2014/main" id="{77618186-54A6-3B48-BAF7-E847169C01CA}"/>
              </a:ext>
            </a:extLst>
          </p:cNvPr>
          <p:cNvSpPr>
            <a:spLocks noGrp="1"/>
          </p:cNvSpPr>
          <p:nvPr>
            <p:ph type="subTitle" idx="1" hasCustomPrompt="1"/>
          </p:nvPr>
        </p:nvSpPr>
        <p:spPr>
          <a:xfrm>
            <a:off x="742501" y="4460190"/>
            <a:ext cx="6794340" cy="408374"/>
          </a:xfrm>
        </p:spPr>
        <p:txBody>
          <a:bodyPr>
            <a:normAutofit/>
          </a:bodyPr>
          <a:lstStyle>
            <a:lvl1pPr marL="0" indent="0" algn="ctr">
              <a:buNone/>
              <a:defRPr sz="2000" b="0">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Award description goes here</a:t>
            </a:r>
          </a:p>
        </p:txBody>
      </p:sp>
      <p:sp>
        <p:nvSpPr>
          <p:cNvPr id="7" name="Text Placeholder 6">
            <a:extLst>
              <a:ext uri="{FF2B5EF4-FFF2-40B4-BE49-F238E27FC236}">
                <a16:creationId xmlns:a16="http://schemas.microsoft.com/office/drawing/2014/main" id="{5D219D3C-4494-2D81-C0A0-C89EA96EFC31}"/>
              </a:ext>
            </a:extLst>
          </p:cNvPr>
          <p:cNvSpPr>
            <a:spLocks noGrp="1"/>
          </p:cNvSpPr>
          <p:nvPr>
            <p:ph type="body" sz="quarter" idx="10" hasCustomPrompt="1"/>
          </p:nvPr>
        </p:nvSpPr>
        <p:spPr>
          <a:xfrm>
            <a:off x="742950" y="2165864"/>
            <a:ext cx="6794500" cy="408375"/>
          </a:xfrm>
        </p:spPr>
        <p:txBody>
          <a:bodyPr>
            <a:normAutofit/>
          </a:bodyPr>
          <a:lstStyle>
            <a:lvl1pPr marL="0" indent="0" algn="ctr">
              <a:buNone/>
              <a:defRPr sz="2400" b="1">
                <a:solidFill>
                  <a:schemeClr val="accent1"/>
                </a:solidFill>
              </a:defRPr>
            </a:lvl1pPr>
          </a:lstStyle>
          <a:p>
            <a:pPr lvl="0"/>
            <a:r>
              <a:rPr lang="en-US"/>
              <a:t>AWARD NAME</a:t>
            </a:r>
          </a:p>
        </p:txBody>
      </p:sp>
      <p:sp>
        <p:nvSpPr>
          <p:cNvPr id="9" name="Text Placeholder 8">
            <a:extLst>
              <a:ext uri="{FF2B5EF4-FFF2-40B4-BE49-F238E27FC236}">
                <a16:creationId xmlns:a16="http://schemas.microsoft.com/office/drawing/2014/main" id="{8D0FC21F-0631-2E8E-7D61-3C137A41B2DE}"/>
              </a:ext>
            </a:extLst>
          </p:cNvPr>
          <p:cNvSpPr>
            <a:spLocks noGrp="1"/>
          </p:cNvSpPr>
          <p:nvPr>
            <p:ph type="body" sz="quarter" idx="11" hasCustomPrompt="1"/>
          </p:nvPr>
        </p:nvSpPr>
        <p:spPr>
          <a:xfrm>
            <a:off x="742950" y="1789250"/>
            <a:ext cx="6794500" cy="376614"/>
          </a:xfrm>
        </p:spPr>
        <p:txBody>
          <a:bodyPr/>
          <a:lstStyle>
            <a:lvl1pPr marL="0" indent="0" algn="ctr">
              <a:buNone/>
              <a:defRPr>
                <a:solidFill>
                  <a:schemeClr val="accent1"/>
                </a:solidFill>
              </a:defRPr>
            </a:lvl1pPr>
            <a:lvl2pPr algn="ctr">
              <a:defRPr/>
            </a:lvl2pPr>
            <a:lvl3pPr algn="ctr">
              <a:defRPr/>
            </a:lvl3pPr>
            <a:lvl4pPr algn="ctr">
              <a:defRPr/>
            </a:lvl4pPr>
            <a:lvl5pPr algn="ctr">
              <a:defRPr/>
            </a:lvl5pPr>
          </a:lstStyle>
          <a:p>
            <a:pPr lvl="0"/>
            <a:r>
              <a:rPr lang="en-US"/>
              <a:t>2023</a:t>
            </a:r>
          </a:p>
        </p:txBody>
      </p:sp>
    </p:spTree>
    <p:extLst>
      <p:ext uri="{BB962C8B-B14F-4D97-AF65-F5344CB8AC3E}">
        <p14:creationId xmlns:p14="http://schemas.microsoft.com/office/powerpoint/2010/main" val="1905041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ward Templa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CE620-C28A-614F-869B-1268E7D8B09E}"/>
              </a:ext>
            </a:extLst>
          </p:cNvPr>
          <p:cNvSpPr>
            <a:spLocks noGrp="1"/>
          </p:cNvSpPr>
          <p:nvPr>
            <p:ph type="ctrTitle" hasCustomPrompt="1"/>
          </p:nvPr>
        </p:nvSpPr>
        <p:spPr>
          <a:xfrm>
            <a:off x="1349415" y="3905379"/>
            <a:ext cx="9493170" cy="1747837"/>
          </a:xfrm>
        </p:spPr>
        <p:txBody>
          <a:bodyPr anchor="t">
            <a:normAutofit/>
          </a:bodyPr>
          <a:lstStyle>
            <a:lvl1pPr algn="ctr">
              <a:defRPr sz="5400" b="1">
                <a:latin typeface="Arial" panose="020B0604020202020204" pitchFamily="34" charset="0"/>
                <a:cs typeface="Arial" panose="020B0604020202020204" pitchFamily="34" charset="0"/>
              </a:defRPr>
            </a:lvl1pPr>
          </a:lstStyle>
          <a:p>
            <a:r>
              <a:rPr lang="en-US"/>
              <a:t>First Last Name</a:t>
            </a:r>
          </a:p>
        </p:txBody>
      </p:sp>
      <p:sp>
        <p:nvSpPr>
          <p:cNvPr id="3" name="Subtitle 2">
            <a:extLst>
              <a:ext uri="{FF2B5EF4-FFF2-40B4-BE49-F238E27FC236}">
                <a16:creationId xmlns:a16="http://schemas.microsoft.com/office/drawing/2014/main" id="{77618186-54A6-3B48-BAF7-E847169C01CA}"/>
              </a:ext>
            </a:extLst>
          </p:cNvPr>
          <p:cNvSpPr>
            <a:spLocks noGrp="1"/>
          </p:cNvSpPr>
          <p:nvPr>
            <p:ph type="subTitle" idx="1" hasCustomPrompt="1"/>
          </p:nvPr>
        </p:nvSpPr>
        <p:spPr>
          <a:xfrm>
            <a:off x="1349415" y="5745292"/>
            <a:ext cx="9493170" cy="408374"/>
          </a:xfrm>
        </p:spPr>
        <p:txBody>
          <a:bodyPr>
            <a:normAutofit/>
          </a:bodyPr>
          <a:lstStyle>
            <a:lvl1pPr marL="0" indent="0" algn="ctr">
              <a:buNone/>
              <a:defRPr sz="2000" b="0">
                <a:solidFill>
                  <a:schemeClr val="accent4"/>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Award description goes here</a:t>
            </a:r>
          </a:p>
        </p:txBody>
      </p:sp>
      <p:sp>
        <p:nvSpPr>
          <p:cNvPr id="6" name="Text Placeholder 6">
            <a:extLst>
              <a:ext uri="{FF2B5EF4-FFF2-40B4-BE49-F238E27FC236}">
                <a16:creationId xmlns:a16="http://schemas.microsoft.com/office/drawing/2014/main" id="{2636D3E3-F1C2-6EE1-24F4-D9CE978B71A3}"/>
              </a:ext>
            </a:extLst>
          </p:cNvPr>
          <p:cNvSpPr>
            <a:spLocks noGrp="1"/>
          </p:cNvSpPr>
          <p:nvPr>
            <p:ph type="body" sz="quarter" idx="10" hasCustomPrompt="1"/>
          </p:nvPr>
        </p:nvSpPr>
        <p:spPr>
          <a:xfrm>
            <a:off x="1349415" y="3466848"/>
            <a:ext cx="9493170" cy="367336"/>
          </a:xfrm>
        </p:spPr>
        <p:txBody>
          <a:bodyPr>
            <a:normAutofit/>
          </a:bodyPr>
          <a:lstStyle>
            <a:lvl1pPr marL="0" indent="0" algn="ctr">
              <a:buNone/>
              <a:defRPr sz="2400" b="1">
                <a:solidFill>
                  <a:schemeClr val="accent1"/>
                </a:solidFill>
              </a:defRPr>
            </a:lvl1pPr>
          </a:lstStyle>
          <a:p>
            <a:pPr lvl="0"/>
            <a:r>
              <a:rPr lang="en-US"/>
              <a:t>AWARD NAME</a:t>
            </a:r>
          </a:p>
        </p:txBody>
      </p:sp>
      <p:sp>
        <p:nvSpPr>
          <p:cNvPr id="7" name="Text Placeholder 8">
            <a:extLst>
              <a:ext uri="{FF2B5EF4-FFF2-40B4-BE49-F238E27FC236}">
                <a16:creationId xmlns:a16="http://schemas.microsoft.com/office/drawing/2014/main" id="{4DE3264F-39C1-497F-8480-1EA51754DA2D}"/>
              </a:ext>
            </a:extLst>
          </p:cNvPr>
          <p:cNvSpPr>
            <a:spLocks noGrp="1"/>
          </p:cNvSpPr>
          <p:nvPr>
            <p:ph type="body" sz="quarter" idx="11" hasCustomPrompt="1"/>
          </p:nvPr>
        </p:nvSpPr>
        <p:spPr>
          <a:xfrm>
            <a:off x="1349415" y="3090233"/>
            <a:ext cx="9493170" cy="338767"/>
          </a:xfrm>
        </p:spPr>
        <p:txBody>
          <a:bodyPr/>
          <a:lstStyle>
            <a:lvl1pPr marL="0" indent="0" algn="ctr">
              <a:buNone/>
              <a:defRPr>
                <a:solidFill>
                  <a:schemeClr val="accent1"/>
                </a:solidFill>
              </a:defRPr>
            </a:lvl1pPr>
            <a:lvl2pPr algn="ctr">
              <a:defRPr/>
            </a:lvl2pPr>
            <a:lvl3pPr algn="ctr">
              <a:defRPr/>
            </a:lvl3pPr>
            <a:lvl4pPr algn="ctr">
              <a:defRPr/>
            </a:lvl4pPr>
            <a:lvl5pPr algn="ctr">
              <a:defRPr/>
            </a:lvl5pPr>
          </a:lstStyle>
          <a:p>
            <a:pPr lvl="0"/>
            <a:r>
              <a:rPr lang="en-US"/>
              <a:t>2023</a:t>
            </a:r>
          </a:p>
        </p:txBody>
      </p:sp>
    </p:spTree>
    <p:extLst>
      <p:ext uri="{BB962C8B-B14F-4D97-AF65-F5344CB8AC3E}">
        <p14:creationId xmlns:p14="http://schemas.microsoft.com/office/powerpoint/2010/main" val="166669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a:xfrm>
            <a:off x="10524408" y="6311900"/>
            <a:ext cx="848138" cy="365125"/>
          </a:xfrm>
        </p:spPr>
        <p:txBody>
          <a:bodyPr/>
          <a:lstStyle>
            <a:lvl1pPr>
              <a:defRPr>
                <a:solidFill>
                  <a:schemeClr val="bg1"/>
                </a:solidFill>
              </a:defRPr>
            </a:lvl1p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a:xfrm>
            <a:off x="371292" y="531925"/>
            <a:ext cx="10289123" cy="430005"/>
          </a:xfrm>
        </p:spPr>
        <p:txBody>
          <a:bodyPr/>
          <a:lstStyle/>
          <a:p>
            <a:r>
              <a:rPr lang="en-US"/>
              <a:t>Content Slide</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371293" y="1341438"/>
            <a:ext cx="10288992" cy="4703762"/>
          </a:xfrm>
        </p:spPr>
        <p:txBody>
          <a:bodyPr/>
          <a:lstStyle>
            <a:lvl1pPr indent="-18288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322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CC2A5A-A9BA-124D-A6E0-D89B8F5789D7}"/>
              </a:ext>
            </a:extLst>
          </p:cNvPr>
          <p:cNvSpPr>
            <a:spLocks noGrp="1"/>
          </p:cNvSpPr>
          <p:nvPr>
            <p:ph type="sldNum" sz="quarter" idx="10"/>
          </p:nvPr>
        </p:nvSpPr>
        <p:spPr>
          <a:xfrm>
            <a:off x="188215" y="5960950"/>
            <a:ext cx="848138" cy="365125"/>
          </a:xfrm>
        </p:spPr>
        <p:txBody>
          <a:bodyPr/>
          <a:lstStyle>
            <a:lvl1pPr algn="l">
              <a:defRPr>
                <a:solidFill>
                  <a:schemeClr val="bg1"/>
                </a:solidFill>
              </a:defRPr>
            </a:lvl1pPr>
          </a:lstStyle>
          <a:p>
            <a:fld id="{2785879E-F879-EB4E-BB00-D936592386CB}" type="slidenum">
              <a:rPr lang="en-US" smtClean="0"/>
              <a:pPr/>
              <a:t>‹#›</a:t>
            </a:fld>
            <a:endParaRPr lang="en-US"/>
          </a:p>
        </p:txBody>
      </p:sp>
      <p:sp>
        <p:nvSpPr>
          <p:cNvPr id="6" name="Title 5">
            <a:extLst>
              <a:ext uri="{FF2B5EF4-FFF2-40B4-BE49-F238E27FC236}">
                <a16:creationId xmlns:a16="http://schemas.microsoft.com/office/drawing/2014/main" id="{5B6E1B3A-56C2-4C40-B27B-D0932B43180B}"/>
              </a:ext>
            </a:extLst>
          </p:cNvPr>
          <p:cNvSpPr>
            <a:spLocks noGrp="1"/>
          </p:cNvSpPr>
          <p:nvPr>
            <p:ph type="title" hasCustomPrompt="1"/>
          </p:nvPr>
        </p:nvSpPr>
        <p:spPr>
          <a:xfrm>
            <a:off x="486862" y="531925"/>
            <a:ext cx="11175049" cy="430005"/>
          </a:xfrm>
        </p:spPr>
        <p:txBody>
          <a:bodyPr/>
          <a:lstStyle/>
          <a:p>
            <a:r>
              <a:rPr lang="en-US"/>
              <a:t>Content Slide 2</a:t>
            </a:r>
          </a:p>
        </p:txBody>
      </p:sp>
      <p:sp>
        <p:nvSpPr>
          <p:cNvPr id="5" name="Text Placeholder 4">
            <a:extLst>
              <a:ext uri="{FF2B5EF4-FFF2-40B4-BE49-F238E27FC236}">
                <a16:creationId xmlns:a16="http://schemas.microsoft.com/office/drawing/2014/main" id="{D1FED461-0801-2645-9A09-C363D00454A0}"/>
              </a:ext>
            </a:extLst>
          </p:cNvPr>
          <p:cNvSpPr>
            <a:spLocks noGrp="1"/>
          </p:cNvSpPr>
          <p:nvPr>
            <p:ph type="body" sz="quarter" idx="11"/>
          </p:nvPr>
        </p:nvSpPr>
        <p:spPr>
          <a:xfrm>
            <a:off x="486137" y="1354239"/>
            <a:ext cx="11175638" cy="39353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34118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a:xfrm>
            <a:off x="11096936" y="6311900"/>
            <a:ext cx="848138" cy="365125"/>
          </a:xfrm>
        </p:spPr>
        <p:txBody>
          <a:bodyPr/>
          <a:lstStyle>
            <a:lvl1pPr>
              <a:defRPr>
                <a:solidFill>
                  <a:schemeClr val="bg1">
                    <a:lumMod val="50000"/>
                  </a:schemeClr>
                </a:solidFill>
              </a:defRPr>
            </a:lvl1p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a:xfrm>
            <a:off x="1656081" y="531925"/>
            <a:ext cx="10289123" cy="430005"/>
          </a:xfrm>
        </p:spPr>
        <p:txBody>
          <a:bodyPr/>
          <a:lstStyle/>
          <a:p>
            <a:r>
              <a:rPr lang="en-US"/>
              <a:t>Content Slide</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1656082" y="1341438"/>
            <a:ext cx="10288992" cy="4703762"/>
          </a:xfrm>
        </p:spPr>
        <p:txBody>
          <a:bodyPr/>
          <a:lstStyle>
            <a:lvl1pPr indent="-18288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3178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p:txBody>
          <a:body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a:xfrm>
            <a:off x="370390" y="531925"/>
            <a:ext cx="11291521" cy="430005"/>
          </a:xfrm>
        </p:spPr>
        <p:txBody>
          <a:bodyPr/>
          <a:lstStyle/>
          <a:p>
            <a:r>
              <a:rPr lang="en-US"/>
              <a:t>Content with Images</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370390" y="1341438"/>
            <a:ext cx="6354501" cy="3855595"/>
          </a:xfrm>
        </p:spPr>
        <p:txBody>
          <a:bodyPr/>
          <a:lstStyle>
            <a:lvl1pPr indent="-18288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5E663E35-84F9-0246-8512-0BBBA1FD1D24}"/>
              </a:ext>
            </a:extLst>
          </p:cNvPr>
          <p:cNvSpPr>
            <a:spLocks noGrp="1"/>
          </p:cNvSpPr>
          <p:nvPr>
            <p:ph type="pic" sz="quarter" idx="12"/>
          </p:nvPr>
        </p:nvSpPr>
        <p:spPr>
          <a:xfrm>
            <a:off x="7083706" y="1341438"/>
            <a:ext cx="4578070" cy="3855595"/>
          </a:xfrm>
        </p:spPr>
        <p:txBody>
          <a:bodyPr/>
          <a:lstStyle/>
          <a:p>
            <a:r>
              <a:rPr lang="en-US"/>
              <a:t>Click icon to add picture</a:t>
            </a:r>
          </a:p>
        </p:txBody>
      </p:sp>
    </p:spTree>
    <p:extLst>
      <p:ext uri="{BB962C8B-B14F-4D97-AF65-F5344CB8AC3E}">
        <p14:creationId xmlns:p14="http://schemas.microsoft.com/office/powerpoint/2010/main" val="27530221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a:xfrm>
            <a:off x="10702178" y="6311900"/>
            <a:ext cx="700941" cy="365125"/>
          </a:xfrm>
        </p:spPr>
        <p:txBody>
          <a:bodyPr/>
          <a:lstStyle>
            <a:lvl1pPr>
              <a:defRPr>
                <a:solidFill>
                  <a:schemeClr val="bg1"/>
                </a:solidFill>
              </a:defRPr>
            </a:lvl1p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a:xfrm>
            <a:off x="290272" y="531925"/>
            <a:ext cx="10370014" cy="430005"/>
          </a:xfrm>
        </p:spPr>
        <p:txBody>
          <a:bodyPr/>
          <a:lstStyle/>
          <a:p>
            <a:r>
              <a:rPr lang="en-US"/>
              <a:t>Content with Images</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290271" y="1341438"/>
            <a:ext cx="5774865" cy="4703762"/>
          </a:xfrm>
        </p:spPr>
        <p:txBody>
          <a:bodyPr/>
          <a:lstStyle>
            <a:lvl1pPr indent="-18288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5E663E35-84F9-0246-8512-0BBBA1FD1D24}"/>
              </a:ext>
            </a:extLst>
          </p:cNvPr>
          <p:cNvSpPr>
            <a:spLocks noGrp="1"/>
          </p:cNvSpPr>
          <p:nvPr>
            <p:ph type="pic" sz="quarter" idx="12"/>
          </p:nvPr>
        </p:nvSpPr>
        <p:spPr>
          <a:xfrm>
            <a:off x="6331595" y="1341438"/>
            <a:ext cx="4328691" cy="4703762"/>
          </a:xfrm>
        </p:spPr>
        <p:txBody>
          <a:bodyPr/>
          <a:lstStyle/>
          <a:p>
            <a:r>
              <a:rPr lang="en-US"/>
              <a:t>Click icon to add picture</a:t>
            </a:r>
          </a:p>
        </p:txBody>
      </p:sp>
    </p:spTree>
    <p:extLst>
      <p:ext uri="{BB962C8B-B14F-4D97-AF65-F5344CB8AC3E}">
        <p14:creationId xmlns:p14="http://schemas.microsoft.com/office/powerpoint/2010/main" val="2877422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Slide Number Placeholder 13">
            <a:extLst>
              <a:ext uri="{FF2B5EF4-FFF2-40B4-BE49-F238E27FC236}">
                <a16:creationId xmlns:a16="http://schemas.microsoft.com/office/drawing/2014/main" id="{479B4C1F-5A1F-964A-8210-EADD37C64E14}"/>
              </a:ext>
            </a:extLst>
          </p:cNvPr>
          <p:cNvSpPr>
            <a:spLocks noGrp="1"/>
          </p:cNvSpPr>
          <p:nvPr>
            <p:ph type="sldNum" sz="quarter" idx="10"/>
          </p:nvPr>
        </p:nvSpPr>
        <p:spPr>
          <a:xfrm>
            <a:off x="10934891" y="6311900"/>
            <a:ext cx="848138" cy="365125"/>
          </a:xfrm>
        </p:spPr>
        <p:txBody>
          <a:bodyPr/>
          <a:lstStyle/>
          <a:p>
            <a:fld id="{2785879E-F879-EB4E-BB00-D936592386CB}" type="slidenum">
              <a:rPr lang="en-US" smtClean="0"/>
              <a:pPr/>
              <a:t>‹#›</a:t>
            </a:fld>
            <a:endParaRPr lang="en-US"/>
          </a:p>
        </p:txBody>
      </p:sp>
      <p:sp>
        <p:nvSpPr>
          <p:cNvPr id="16" name="Title 15">
            <a:extLst>
              <a:ext uri="{FF2B5EF4-FFF2-40B4-BE49-F238E27FC236}">
                <a16:creationId xmlns:a16="http://schemas.microsoft.com/office/drawing/2014/main" id="{1D1BE1E0-B0C5-DF41-9ED2-625E40BEBC64}"/>
              </a:ext>
            </a:extLst>
          </p:cNvPr>
          <p:cNvSpPr>
            <a:spLocks noGrp="1"/>
          </p:cNvSpPr>
          <p:nvPr>
            <p:ph type="title" hasCustomPrompt="1"/>
          </p:nvPr>
        </p:nvSpPr>
        <p:spPr>
          <a:xfrm>
            <a:off x="1667657" y="531925"/>
            <a:ext cx="10115372" cy="430005"/>
          </a:xfrm>
        </p:spPr>
        <p:txBody>
          <a:bodyPr/>
          <a:lstStyle/>
          <a:p>
            <a:r>
              <a:rPr lang="en-US"/>
              <a:t>Content with Images 2</a:t>
            </a:r>
          </a:p>
        </p:txBody>
      </p:sp>
      <p:sp>
        <p:nvSpPr>
          <p:cNvPr id="20" name="Text Placeholder 19">
            <a:extLst>
              <a:ext uri="{FF2B5EF4-FFF2-40B4-BE49-F238E27FC236}">
                <a16:creationId xmlns:a16="http://schemas.microsoft.com/office/drawing/2014/main" id="{6CE4AC78-6603-C446-9BD6-6B57161D4558}"/>
              </a:ext>
            </a:extLst>
          </p:cNvPr>
          <p:cNvSpPr>
            <a:spLocks noGrp="1"/>
          </p:cNvSpPr>
          <p:nvPr>
            <p:ph type="body" sz="quarter" idx="11"/>
          </p:nvPr>
        </p:nvSpPr>
        <p:spPr>
          <a:xfrm>
            <a:off x="1667656" y="1341438"/>
            <a:ext cx="5774865" cy="4703762"/>
          </a:xfrm>
        </p:spPr>
        <p:txBody>
          <a:bodyPr/>
          <a:lstStyle>
            <a:lvl1pPr indent="-182880">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5E663E35-84F9-0246-8512-0BBBA1FD1D24}"/>
              </a:ext>
            </a:extLst>
          </p:cNvPr>
          <p:cNvSpPr>
            <a:spLocks noGrp="1"/>
          </p:cNvSpPr>
          <p:nvPr>
            <p:ph type="pic" sz="quarter" idx="12"/>
          </p:nvPr>
        </p:nvSpPr>
        <p:spPr>
          <a:xfrm>
            <a:off x="7708981" y="1341438"/>
            <a:ext cx="4074048" cy="4703762"/>
          </a:xfrm>
        </p:spPr>
        <p:txBody>
          <a:bodyPr/>
          <a:lstStyle/>
          <a:p>
            <a:r>
              <a:rPr lang="en-US"/>
              <a:t>Click icon to add picture</a:t>
            </a:r>
          </a:p>
        </p:txBody>
      </p:sp>
    </p:spTree>
    <p:extLst>
      <p:ext uri="{BB962C8B-B14F-4D97-AF65-F5344CB8AC3E}">
        <p14:creationId xmlns:p14="http://schemas.microsoft.com/office/powerpoint/2010/main" val="3390832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Content a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2" name="Slide Number Placeholder 11">
            <a:extLst>
              <a:ext uri="{FF2B5EF4-FFF2-40B4-BE49-F238E27FC236}">
                <a16:creationId xmlns:a16="http://schemas.microsoft.com/office/drawing/2014/main" id="{82B1151B-C9CA-6C4F-949B-7616003D5FB1}"/>
              </a:ext>
            </a:extLst>
          </p:cNvPr>
          <p:cNvSpPr>
            <a:spLocks noGrp="1"/>
          </p:cNvSpPr>
          <p:nvPr>
            <p:ph type="sldNum" sz="quarter" idx="10"/>
          </p:nvPr>
        </p:nvSpPr>
        <p:spPr>
          <a:xfrm>
            <a:off x="246089" y="5967248"/>
            <a:ext cx="848138" cy="365125"/>
          </a:xfrm>
        </p:spPr>
        <p:txBody>
          <a:bodyPr/>
          <a:lstStyle>
            <a:lvl1pPr algn="l">
              <a:defRPr>
                <a:solidFill>
                  <a:schemeClr val="bg1"/>
                </a:solidFill>
              </a:defRPr>
            </a:lvl1pPr>
          </a:lstStyle>
          <a:p>
            <a:fld id="{2785879E-F879-EB4E-BB00-D936592386CB}" type="slidenum">
              <a:rPr lang="en-US" smtClean="0"/>
              <a:pPr/>
              <a:t>‹#›</a:t>
            </a:fld>
            <a:endParaRPr lang="en-US"/>
          </a:p>
        </p:txBody>
      </p:sp>
      <p:sp>
        <p:nvSpPr>
          <p:cNvPr id="2" name="Title 1">
            <a:extLst>
              <a:ext uri="{FF2B5EF4-FFF2-40B4-BE49-F238E27FC236}">
                <a16:creationId xmlns:a16="http://schemas.microsoft.com/office/drawing/2014/main" id="{ED6EF6CC-5203-DE46-BC5F-A56508BAFBE9}"/>
              </a:ext>
            </a:extLst>
          </p:cNvPr>
          <p:cNvSpPr>
            <a:spLocks noGrp="1"/>
          </p:cNvSpPr>
          <p:nvPr>
            <p:ph type="title" hasCustomPrompt="1"/>
          </p:nvPr>
        </p:nvSpPr>
        <p:spPr>
          <a:xfrm>
            <a:off x="525959" y="531925"/>
            <a:ext cx="10711885" cy="430005"/>
          </a:xfrm>
        </p:spPr>
        <p:txBody>
          <a:bodyPr/>
          <a:lstStyle/>
          <a:p>
            <a:r>
              <a:rPr lang="en-US"/>
              <a:t>Images Only</a:t>
            </a:r>
          </a:p>
        </p:txBody>
      </p:sp>
      <p:sp>
        <p:nvSpPr>
          <p:cNvPr id="7" name="Picture Placeholder 6">
            <a:extLst>
              <a:ext uri="{FF2B5EF4-FFF2-40B4-BE49-F238E27FC236}">
                <a16:creationId xmlns:a16="http://schemas.microsoft.com/office/drawing/2014/main" id="{78C4610D-39C1-5D41-84F4-64BCC9AB30A0}"/>
              </a:ext>
            </a:extLst>
          </p:cNvPr>
          <p:cNvSpPr>
            <a:spLocks noGrp="1"/>
          </p:cNvSpPr>
          <p:nvPr>
            <p:ph type="pic" sz="quarter" idx="11"/>
          </p:nvPr>
        </p:nvSpPr>
        <p:spPr>
          <a:xfrm>
            <a:off x="578595" y="1469723"/>
            <a:ext cx="2163763" cy="1377950"/>
          </a:xfrm>
        </p:spPr>
        <p:txBody>
          <a:bodyPr/>
          <a:lstStyle/>
          <a:p>
            <a:r>
              <a:rPr lang="en-US"/>
              <a:t>Click icon to add picture</a:t>
            </a:r>
          </a:p>
        </p:txBody>
      </p:sp>
      <p:sp>
        <p:nvSpPr>
          <p:cNvPr id="11" name="Picture Placeholder 6">
            <a:extLst>
              <a:ext uri="{FF2B5EF4-FFF2-40B4-BE49-F238E27FC236}">
                <a16:creationId xmlns:a16="http://schemas.microsoft.com/office/drawing/2014/main" id="{C32F7EA4-553B-D746-995A-CDDCAFA0299C}"/>
              </a:ext>
            </a:extLst>
          </p:cNvPr>
          <p:cNvSpPr>
            <a:spLocks noGrp="1"/>
          </p:cNvSpPr>
          <p:nvPr>
            <p:ph type="pic" sz="quarter" idx="12"/>
          </p:nvPr>
        </p:nvSpPr>
        <p:spPr>
          <a:xfrm>
            <a:off x="3567917" y="1469723"/>
            <a:ext cx="2163763" cy="1377950"/>
          </a:xfrm>
        </p:spPr>
        <p:txBody>
          <a:bodyPr/>
          <a:lstStyle/>
          <a:p>
            <a:r>
              <a:rPr lang="en-US"/>
              <a:t>Click icon to add picture</a:t>
            </a:r>
          </a:p>
        </p:txBody>
      </p:sp>
      <p:sp>
        <p:nvSpPr>
          <p:cNvPr id="14" name="Picture Placeholder 6">
            <a:extLst>
              <a:ext uri="{FF2B5EF4-FFF2-40B4-BE49-F238E27FC236}">
                <a16:creationId xmlns:a16="http://schemas.microsoft.com/office/drawing/2014/main" id="{2BE1504D-295D-AF48-BE38-D3E23D09E868}"/>
              </a:ext>
            </a:extLst>
          </p:cNvPr>
          <p:cNvSpPr>
            <a:spLocks noGrp="1"/>
          </p:cNvSpPr>
          <p:nvPr>
            <p:ph type="pic" sz="quarter" idx="13"/>
          </p:nvPr>
        </p:nvSpPr>
        <p:spPr>
          <a:xfrm>
            <a:off x="6557239" y="1469723"/>
            <a:ext cx="2163763" cy="1377950"/>
          </a:xfrm>
        </p:spPr>
        <p:txBody>
          <a:bodyPr/>
          <a:lstStyle/>
          <a:p>
            <a:r>
              <a:rPr lang="en-US"/>
              <a:t>Click icon to add picture</a:t>
            </a:r>
          </a:p>
        </p:txBody>
      </p:sp>
      <p:sp>
        <p:nvSpPr>
          <p:cNvPr id="15" name="Picture Placeholder 6">
            <a:extLst>
              <a:ext uri="{FF2B5EF4-FFF2-40B4-BE49-F238E27FC236}">
                <a16:creationId xmlns:a16="http://schemas.microsoft.com/office/drawing/2014/main" id="{ECE0F6AE-1490-FE47-83DA-F87C4D7D7236}"/>
              </a:ext>
            </a:extLst>
          </p:cNvPr>
          <p:cNvSpPr>
            <a:spLocks noGrp="1"/>
          </p:cNvSpPr>
          <p:nvPr>
            <p:ph type="pic" sz="quarter" idx="14"/>
          </p:nvPr>
        </p:nvSpPr>
        <p:spPr>
          <a:xfrm>
            <a:off x="9546560" y="1469723"/>
            <a:ext cx="2163763" cy="1377950"/>
          </a:xfrm>
        </p:spPr>
        <p:txBody>
          <a:bodyPr/>
          <a:lstStyle/>
          <a:p>
            <a:r>
              <a:rPr lang="en-US"/>
              <a:t>Click icon to add picture</a:t>
            </a:r>
          </a:p>
        </p:txBody>
      </p:sp>
      <p:sp>
        <p:nvSpPr>
          <p:cNvPr id="16" name="Picture Placeholder 6">
            <a:extLst>
              <a:ext uri="{FF2B5EF4-FFF2-40B4-BE49-F238E27FC236}">
                <a16:creationId xmlns:a16="http://schemas.microsoft.com/office/drawing/2014/main" id="{0659C7A9-E2FA-9747-90E8-8745CAEA72A8}"/>
              </a:ext>
            </a:extLst>
          </p:cNvPr>
          <p:cNvSpPr>
            <a:spLocks noGrp="1"/>
          </p:cNvSpPr>
          <p:nvPr>
            <p:ph type="pic" sz="quarter" idx="15"/>
          </p:nvPr>
        </p:nvSpPr>
        <p:spPr>
          <a:xfrm>
            <a:off x="578595" y="3429000"/>
            <a:ext cx="2163763" cy="1377950"/>
          </a:xfrm>
        </p:spPr>
        <p:txBody>
          <a:bodyPr/>
          <a:lstStyle/>
          <a:p>
            <a:r>
              <a:rPr lang="en-US"/>
              <a:t>Click icon to add picture</a:t>
            </a:r>
          </a:p>
        </p:txBody>
      </p:sp>
      <p:sp>
        <p:nvSpPr>
          <p:cNvPr id="17" name="Picture Placeholder 6">
            <a:extLst>
              <a:ext uri="{FF2B5EF4-FFF2-40B4-BE49-F238E27FC236}">
                <a16:creationId xmlns:a16="http://schemas.microsoft.com/office/drawing/2014/main" id="{A5687525-E1FC-054A-A9BD-86C8A156023D}"/>
              </a:ext>
            </a:extLst>
          </p:cNvPr>
          <p:cNvSpPr>
            <a:spLocks noGrp="1"/>
          </p:cNvSpPr>
          <p:nvPr>
            <p:ph type="pic" sz="quarter" idx="16"/>
          </p:nvPr>
        </p:nvSpPr>
        <p:spPr>
          <a:xfrm>
            <a:off x="3567917" y="3429000"/>
            <a:ext cx="2163763" cy="1377950"/>
          </a:xfrm>
        </p:spPr>
        <p:txBody>
          <a:bodyPr/>
          <a:lstStyle/>
          <a:p>
            <a:r>
              <a:rPr lang="en-US"/>
              <a:t>Click icon to add picture</a:t>
            </a:r>
          </a:p>
        </p:txBody>
      </p:sp>
      <p:sp>
        <p:nvSpPr>
          <p:cNvPr id="18" name="Picture Placeholder 6">
            <a:extLst>
              <a:ext uri="{FF2B5EF4-FFF2-40B4-BE49-F238E27FC236}">
                <a16:creationId xmlns:a16="http://schemas.microsoft.com/office/drawing/2014/main" id="{F690E59E-7C27-AD48-9404-C5BFC7A93F13}"/>
              </a:ext>
            </a:extLst>
          </p:cNvPr>
          <p:cNvSpPr>
            <a:spLocks noGrp="1"/>
          </p:cNvSpPr>
          <p:nvPr>
            <p:ph type="pic" sz="quarter" idx="17"/>
          </p:nvPr>
        </p:nvSpPr>
        <p:spPr>
          <a:xfrm>
            <a:off x="6557239" y="3429000"/>
            <a:ext cx="2163763" cy="1377950"/>
          </a:xfrm>
        </p:spPr>
        <p:txBody>
          <a:bodyPr/>
          <a:lstStyle/>
          <a:p>
            <a:r>
              <a:rPr lang="en-US"/>
              <a:t>Click icon to add picture</a:t>
            </a:r>
          </a:p>
        </p:txBody>
      </p:sp>
      <p:sp>
        <p:nvSpPr>
          <p:cNvPr id="19" name="Picture Placeholder 6">
            <a:extLst>
              <a:ext uri="{FF2B5EF4-FFF2-40B4-BE49-F238E27FC236}">
                <a16:creationId xmlns:a16="http://schemas.microsoft.com/office/drawing/2014/main" id="{3F9ADDB4-773D-C244-9D50-F191EA69110A}"/>
              </a:ext>
            </a:extLst>
          </p:cNvPr>
          <p:cNvSpPr>
            <a:spLocks noGrp="1"/>
          </p:cNvSpPr>
          <p:nvPr>
            <p:ph type="pic" sz="quarter" idx="18"/>
          </p:nvPr>
        </p:nvSpPr>
        <p:spPr>
          <a:xfrm>
            <a:off x="9546560" y="3429000"/>
            <a:ext cx="2163763" cy="1377950"/>
          </a:xfrm>
        </p:spPr>
        <p:txBody>
          <a:bodyPr/>
          <a:lstStyle/>
          <a:p>
            <a:r>
              <a:rPr lang="en-US"/>
              <a:t>Click icon to add picture</a:t>
            </a:r>
          </a:p>
        </p:txBody>
      </p:sp>
    </p:spTree>
    <p:extLst>
      <p:ext uri="{BB962C8B-B14F-4D97-AF65-F5344CB8AC3E}">
        <p14:creationId xmlns:p14="http://schemas.microsoft.com/office/powerpoint/2010/main" val="25394883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Agenda or Thought Topic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BBC-9140-5642-B58A-03F5969DF5FC}"/>
              </a:ext>
            </a:extLst>
          </p:cNvPr>
          <p:cNvSpPr>
            <a:spLocks noGrp="1"/>
          </p:cNvSpPr>
          <p:nvPr>
            <p:ph type="title" hasCustomPrompt="1"/>
          </p:nvPr>
        </p:nvSpPr>
        <p:spPr>
          <a:xfrm>
            <a:off x="636320" y="1159268"/>
            <a:ext cx="10823712" cy="668027"/>
          </a:xfrm>
        </p:spPr>
        <p:txBody>
          <a:bodyPr>
            <a:normAutofit/>
          </a:bodyPr>
          <a:lstStyle>
            <a:lvl1pPr algn="ctr">
              <a:defRPr sz="2800"/>
            </a:lvl1pPr>
          </a:lstStyle>
          <a:p>
            <a:r>
              <a:rPr lang="en-US"/>
              <a:t>Agenda Topic or Thought</a:t>
            </a:r>
          </a:p>
        </p:txBody>
      </p:sp>
      <p:cxnSp>
        <p:nvCxnSpPr>
          <p:cNvPr id="6" name="Straight Connector 5">
            <a:extLst>
              <a:ext uri="{FF2B5EF4-FFF2-40B4-BE49-F238E27FC236}">
                <a16:creationId xmlns:a16="http://schemas.microsoft.com/office/drawing/2014/main" id="{DAE6E9BB-7AD9-9346-8C48-F3CE5626BBA9}"/>
              </a:ext>
            </a:extLst>
          </p:cNvPr>
          <p:cNvCxnSpPr/>
          <p:nvPr userDrawn="1"/>
        </p:nvCxnSpPr>
        <p:spPr>
          <a:xfrm>
            <a:off x="3645725" y="2269691"/>
            <a:ext cx="484513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7C5C4A5-298C-0245-8059-1E52273BA7A3}"/>
              </a:ext>
            </a:extLst>
          </p:cNvPr>
          <p:cNvCxnSpPr/>
          <p:nvPr userDrawn="1"/>
        </p:nvCxnSpPr>
        <p:spPr>
          <a:xfrm>
            <a:off x="3645725" y="3765982"/>
            <a:ext cx="484513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BBAF05B9-3B79-B14D-B6AE-FDD1521128DB}"/>
              </a:ext>
            </a:extLst>
          </p:cNvPr>
          <p:cNvSpPr>
            <a:spLocks noGrp="1"/>
          </p:cNvSpPr>
          <p:nvPr>
            <p:ph type="body" sz="quarter" idx="10" hasCustomPrompt="1"/>
          </p:nvPr>
        </p:nvSpPr>
        <p:spPr>
          <a:xfrm>
            <a:off x="636320" y="2683246"/>
            <a:ext cx="10823712" cy="738187"/>
          </a:xfrm>
        </p:spPr>
        <p:txBody>
          <a:bodyPr anchor="ctr">
            <a:normAutofit/>
          </a:bodyPr>
          <a:lstStyle>
            <a:lvl1pPr marL="0" indent="0" algn="ctr">
              <a:buNone/>
              <a:defRPr sz="2800" b="1"/>
            </a:lvl1pPr>
          </a:lstStyle>
          <a:p>
            <a:pPr lvl="0"/>
            <a:r>
              <a:rPr lang="en-US"/>
              <a:t>Agenda Topic or Thought</a:t>
            </a:r>
          </a:p>
        </p:txBody>
      </p:sp>
      <p:sp>
        <p:nvSpPr>
          <p:cNvPr id="12" name="Text Placeholder 11">
            <a:extLst>
              <a:ext uri="{FF2B5EF4-FFF2-40B4-BE49-F238E27FC236}">
                <a16:creationId xmlns:a16="http://schemas.microsoft.com/office/drawing/2014/main" id="{D63FEC25-D669-2448-8C1B-66873957515B}"/>
              </a:ext>
            </a:extLst>
          </p:cNvPr>
          <p:cNvSpPr>
            <a:spLocks noGrp="1"/>
          </p:cNvSpPr>
          <p:nvPr>
            <p:ph type="body" sz="quarter" idx="11" hasCustomPrompt="1"/>
          </p:nvPr>
        </p:nvSpPr>
        <p:spPr>
          <a:xfrm>
            <a:off x="636320" y="4277384"/>
            <a:ext cx="10823843" cy="739363"/>
          </a:xfrm>
        </p:spPr>
        <p:txBody>
          <a:bodyPr anchor="ctr">
            <a:normAutofit/>
          </a:bodyPr>
          <a:lstStyle>
            <a:lvl1pPr marL="0" indent="0" algn="ctr">
              <a:buNone/>
              <a:defRPr sz="2800" b="1"/>
            </a:lvl1pPr>
          </a:lstStyle>
          <a:p>
            <a:pPr lvl="0"/>
            <a:r>
              <a:rPr lang="en-US"/>
              <a:t>Agenda Topic or Thought</a:t>
            </a:r>
          </a:p>
        </p:txBody>
      </p:sp>
      <p:sp>
        <p:nvSpPr>
          <p:cNvPr id="16" name="Slide Number Placeholder 15">
            <a:extLst>
              <a:ext uri="{FF2B5EF4-FFF2-40B4-BE49-F238E27FC236}">
                <a16:creationId xmlns:a16="http://schemas.microsoft.com/office/drawing/2014/main" id="{06659878-0B41-7F40-A8B2-8F2C6BD164C9}"/>
              </a:ext>
            </a:extLst>
          </p:cNvPr>
          <p:cNvSpPr>
            <a:spLocks noGrp="1"/>
          </p:cNvSpPr>
          <p:nvPr>
            <p:ph type="sldNum" sz="quarter" idx="12"/>
          </p:nvPr>
        </p:nvSpPr>
        <p:spPr>
          <a:xfrm>
            <a:off x="212251" y="5871522"/>
            <a:ext cx="848138" cy="365125"/>
          </a:xfrm>
        </p:spPr>
        <p:txBody>
          <a:bodyPr/>
          <a:lstStyle>
            <a:lvl1pPr algn="l">
              <a:defRPr>
                <a:solidFill>
                  <a:schemeClr val="bg1"/>
                </a:solidFill>
              </a:defRPr>
            </a:lvl1pPr>
          </a:lstStyle>
          <a:p>
            <a:fld id="{2785879E-F879-EB4E-BB00-D936592386CB}" type="slidenum">
              <a:rPr lang="en-US" smtClean="0"/>
              <a:pPr/>
              <a:t>‹#›</a:t>
            </a:fld>
            <a:endParaRPr lang="en-US"/>
          </a:p>
        </p:txBody>
      </p:sp>
    </p:spTree>
    <p:extLst>
      <p:ext uri="{BB962C8B-B14F-4D97-AF65-F5344CB8AC3E}">
        <p14:creationId xmlns:p14="http://schemas.microsoft.com/office/powerpoint/2010/main" val="58213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Agenda or Thought Topic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BBC-9140-5642-B58A-03F5969DF5FC}"/>
              </a:ext>
            </a:extLst>
          </p:cNvPr>
          <p:cNvSpPr>
            <a:spLocks noGrp="1"/>
          </p:cNvSpPr>
          <p:nvPr>
            <p:ph type="title" hasCustomPrompt="1"/>
          </p:nvPr>
        </p:nvSpPr>
        <p:spPr>
          <a:xfrm>
            <a:off x="636320" y="1751661"/>
            <a:ext cx="10823712" cy="668027"/>
          </a:xfrm>
        </p:spPr>
        <p:txBody>
          <a:bodyPr>
            <a:normAutofit/>
          </a:bodyPr>
          <a:lstStyle>
            <a:lvl1pPr algn="ctr">
              <a:defRPr sz="2800"/>
            </a:lvl1pPr>
          </a:lstStyle>
          <a:p>
            <a:r>
              <a:rPr lang="en-US"/>
              <a:t>Agenda Topic or Thought</a:t>
            </a:r>
          </a:p>
        </p:txBody>
      </p:sp>
      <p:cxnSp>
        <p:nvCxnSpPr>
          <p:cNvPr id="6" name="Straight Connector 5">
            <a:extLst>
              <a:ext uri="{FF2B5EF4-FFF2-40B4-BE49-F238E27FC236}">
                <a16:creationId xmlns:a16="http://schemas.microsoft.com/office/drawing/2014/main" id="{DAE6E9BB-7AD9-9346-8C48-F3CE5626BBA9}"/>
              </a:ext>
            </a:extLst>
          </p:cNvPr>
          <p:cNvCxnSpPr/>
          <p:nvPr userDrawn="1"/>
        </p:nvCxnSpPr>
        <p:spPr>
          <a:xfrm>
            <a:off x="3645725" y="2783639"/>
            <a:ext cx="484513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7C5C4A5-298C-0245-8059-1E52273BA7A3}"/>
              </a:ext>
            </a:extLst>
          </p:cNvPr>
          <p:cNvCxnSpPr/>
          <p:nvPr userDrawn="1"/>
        </p:nvCxnSpPr>
        <p:spPr>
          <a:xfrm>
            <a:off x="3645725" y="4116243"/>
            <a:ext cx="484513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Text Placeholder 9">
            <a:extLst>
              <a:ext uri="{FF2B5EF4-FFF2-40B4-BE49-F238E27FC236}">
                <a16:creationId xmlns:a16="http://schemas.microsoft.com/office/drawing/2014/main" id="{BBAF05B9-3B79-B14D-B6AE-FDD1521128DB}"/>
              </a:ext>
            </a:extLst>
          </p:cNvPr>
          <p:cNvSpPr>
            <a:spLocks noGrp="1"/>
          </p:cNvSpPr>
          <p:nvPr>
            <p:ph type="body" sz="quarter" idx="10" hasCustomPrompt="1"/>
          </p:nvPr>
        </p:nvSpPr>
        <p:spPr>
          <a:xfrm>
            <a:off x="636320" y="3058234"/>
            <a:ext cx="10823712" cy="738187"/>
          </a:xfrm>
        </p:spPr>
        <p:txBody>
          <a:bodyPr anchor="ctr">
            <a:normAutofit/>
          </a:bodyPr>
          <a:lstStyle>
            <a:lvl1pPr marL="0" indent="0" algn="ctr">
              <a:buNone/>
              <a:defRPr sz="2800" b="1"/>
            </a:lvl1pPr>
          </a:lstStyle>
          <a:p>
            <a:pPr lvl="0"/>
            <a:r>
              <a:rPr lang="en-US"/>
              <a:t>Agenda Topic or Thought</a:t>
            </a:r>
          </a:p>
        </p:txBody>
      </p:sp>
      <p:sp>
        <p:nvSpPr>
          <p:cNvPr id="12" name="Text Placeholder 11">
            <a:extLst>
              <a:ext uri="{FF2B5EF4-FFF2-40B4-BE49-F238E27FC236}">
                <a16:creationId xmlns:a16="http://schemas.microsoft.com/office/drawing/2014/main" id="{D63FEC25-D669-2448-8C1B-66873957515B}"/>
              </a:ext>
            </a:extLst>
          </p:cNvPr>
          <p:cNvSpPr>
            <a:spLocks noGrp="1"/>
          </p:cNvSpPr>
          <p:nvPr>
            <p:ph type="body" sz="quarter" idx="11" hasCustomPrompt="1"/>
          </p:nvPr>
        </p:nvSpPr>
        <p:spPr>
          <a:xfrm>
            <a:off x="636320" y="4434967"/>
            <a:ext cx="10823843" cy="739363"/>
          </a:xfrm>
        </p:spPr>
        <p:txBody>
          <a:bodyPr anchor="ctr">
            <a:normAutofit/>
          </a:bodyPr>
          <a:lstStyle>
            <a:lvl1pPr marL="0" indent="0" algn="ctr">
              <a:buNone/>
              <a:defRPr sz="2800" b="1"/>
            </a:lvl1pPr>
          </a:lstStyle>
          <a:p>
            <a:pPr lvl="0"/>
            <a:r>
              <a:rPr lang="en-US"/>
              <a:t>Agenda Topic or Thought</a:t>
            </a:r>
          </a:p>
        </p:txBody>
      </p:sp>
      <p:cxnSp>
        <p:nvCxnSpPr>
          <p:cNvPr id="9" name="Straight Connector 8">
            <a:extLst>
              <a:ext uri="{FF2B5EF4-FFF2-40B4-BE49-F238E27FC236}">
                <a16:creationId xmlns:a16="http://schemas.microsoft.com/office/drawing/2014/main" id="{E6F55391-2DF1-CE47-9F80-835C7EEF0A26}"/>
              </a:ext>
            </a:extLst>
          </p:cNvPr>
          <p:cNvCxnSpPr/>
          <p:nvPr userDrawn="1"/>
        </p:nvCxnSpPr>
        <p:spPr>
          <a:xfrm>
            <a:off x="3645725" y="1451035"/>
            <a:ext cx="484513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1D800547-98FA-7D46-ACB1-3C1B90DE42C7}"/>
              </a:ext>
            </a:extLst>
          </p:cNvPr>
          <p:cNvSpPr>
            <a:spLocks noGrp="1"/>
          </p:cNvSpPr>
          <p:nvPr>
            <p:ph type="body" sz="quarter" idx="12" hasCustomPrompt="1"/>
          </p:nvPr>
        </p:nvSpPr>
        <p:spPr>
          <a:xfrm>
            <a:off x="636588" y="533676"/>
            <a:ext cx="10823575" cy="579439"/>
          </a:xfrm>
        </p:spPr>
        <p:txBody>
          <a:bodyPr anchor="ctr">
            <a:normAutofit/>
          </a:bodyPr>
          <a:lstStyle>
            <a:lvl1pPr marL="0" indent="0" algn="ctr">
              <a:buNone/>
              <a:defRPr sz="2800" b="1"/>
            </a:lvl1pPr>
          </a:lstStyle>
          <a:p>
            <a:pPr lvl="0"/>
            <a:r>
              <a:rPr lang="en-US"/>
              <a:t>Agenda Topic or Thought</a:t>
            </a:r>
          </a:p>
        </p:txBody>
      </p:sp>
      <p:sp>
        <p:nvSpPr>
          <p:cNvPr id="5" name="Slide Number Placeholder 4">
            <a:extLst>
              <a:ext uri="{FF2B5EF4-FFF2-40B4-BE49-F238E27FC236}">
                <a16:creationId xmlns:a16="http://schemas.microsoft.com/office/drawing/2014/main" id="{73D443EB-A36D-F04F-8D99-5FE63927024B}"/>
              </a:ext>
            </a:extLst>
          </p:cNvPr>
          <p:cNvSpPr>
            <a:spLocks noGrp="1"/>
          </p:cNvSpPr>
          <p:nvPr>
            <p:ph type="sldNum" sz="quarter" idx="13"/>
          </p:nvPr>
        </p:nvSpPr>
        <p:spPr>
          <a:xfrm>
            <a:off x="212251" y="5783911"/>
            <a:ext cx="848138" cy="365125"/>
          </a:xfrm>
        </p:spPr>
        <p:txBody>
          <a:bodyPr/>
          <a:lstStyle>
            <a:lvl1pPr algn="l">
              <a:defRPr>
                <a:solidFill>
                  <a:schemeClr val="bg1"/>
                </a:solidFill>
              </a:defRPr>
            </a:lvl1pPr>
          </a:lstStyle>
          <a:p>
            <a:fld id="{2785879E-F879-EB4E-BB00-D936592386CB}" type="slidenum">
              <a:rPr lang="en-US" smtClean="0"/>
              <a:pPr/>
              <a:t>‹#›</a:t>
            </a:fld>
            <a:endParaRPr lang="en-US"/>
          </a:p>
        </p:txBody>
      </p:sp>
    </p:spTree>
    <p:extLst>
      <p:ext uri="{BB962C8B-B14F-4D97-AF65-F5344CB8AC3E}">
        <p14:creationId xmlns:p14="http://schemas.microsoft.com/office/powerpoint/2010/main" val="24300652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8" name="Slide Number Placeholder 7">
            <a:extLst>
              <a:ext uri="{FF2B5EF4-FFF2-40B4-BE49-F238E27FC236}">
                <a16:creationId xmlns:a16="http://schemas.microsoft.com/office/drawing/2014/main" id="{62703EC3-22BC-C343-87D8-4DAD3D7D61E7}"/>
              </a:ext>
            </a:extLst>
          </p:cNvPr>
          <p:cNvSpPr>
            <a:spLocks noGrp="1"/>
          </p:cNvSpPr>
          <p:nvPr>
            <p:ph type="sldNum" sz="quarter" idx="10"/>
          </p:nvPr>
        </p:nvSpPr>
        <p:spPr/>
        <p:txBody>
          <a:bodyPr/>
          <a:lstStyle/>
          <a:p>
            <a:fld id="{2785879E-F879-EB4E-BB00-D936592386CB}" type="slidenum">
              <a:rPr lang="en-US" smtClean="0"/>
              <a:pPr/>
              <a:t>‹#›</a:t>
            </a:fld>
            <a:endParaRPr lang="en-US"/>
          </a:p>
        </p:txBody>
      </p:sp>
    </p:spTree>
    <p:extLst>
      <p:ext uri="{BB962C8B-B14F-4D97-AF65-F5344CB8AC3E}">
        <p14:creationId xmlns:p14="http://schemas.microsoft.com/office/powerpoint/2010/main" val="2172201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BBC-9140-5642-B58A-03F5969DF5FC}"/>
              </a:ext>
            </a:extLst>
          </p:cNvPr>
          <p:cNvSpPr>
            <a:spLocks noGrp="1"/>
          </p:cNvSpPr>
          <p:nvPr>
            <p:ph type="title" hasCustomPrompt="1"/>
          </p:nvPr>
        </p:nvSpPr>
        <p:spPr>
          <a:xfrm>
            <a:off x="838200" y="1612035"/>
            <a:ext cx="10823712" cy="3375602"/>
          </a:xfrm>
        </p:spPr>
        <p:txBody>
          <a:bodyPr/>
          <a:lstStyle>
            <a:lvl1pPr algn="ctr">
              <a:defRPr sz="4000"/>
            </a:lvl1pPr>
          </a:lstStyle>
          <a:p>
            <a:r>
              <a:rPr lang="en-US"/>
              <a:t>Big thought goes here.</a:t>
            </a:r>
          </a:p>
        </p:txBody>
      </p:sp>
      <p:sp>
        <p:nvSpPr>
          <p:cNvPr id="8" name="Slide Number Placeholder 7">
            <a:extLst>
              <a:ext uri="{FF2B5EF4-FFF2-40B4-BE49-F238E27FC236}">
                <a16:creationId xmlns:a16="http://schemas.microsoft.com/office/drawing/2014/main" id="{62703EC3-22BC-C343-87D8-4DAD3D7D61E7}"/>
              </a:ext>
            </a:extLst>
          </p:cNvPr>
          <p:cNvSpPr>
            <a:spLocks noGrp="1"/>
          </p:cNvSpPr>
          <p:nvPr>
            <p:ph type="sldNum" sz="quarter" idx="10"/>
          </p:nvPr>
        </p:nvSpPr>
        <p:spPr/>
        <p:txBody>
          <a:bodyPr/>
          <a:lstStyle/>
          <a:p>
            <a:fld id="{2785879E-F879-EB4E-BB00-D936592386CB}" type="slidenum">
              <a:rPr lang="en-US" smtClean="0"/>
              <a:pPr/>
              <a:t>‹#›</a:t>
            </a:fld>
            <a:endParaRPr lang="en-US"/>
          </a:p>
        </p:txBody>
      </p:sp>
    </p:spTree>
    <p:extLst>
      <p:ext uri="{BB962C8B-B14F-4D97-AF65-F5344CB8AC3E}">
        <p14:creationId xmlns:p14="http://schemas.microsoft.com/office/powerpoint/2010/main" val="1545166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1_Title Only">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BBC-9140-5642-B58A-03F5969DF5FC}"/>
              </a:ext>
            </a:extLst>
          </p:cNvPr>
          <p:cNvSpPr>
            <a:spLocks noGrp="1"/>
          </p:cNvSpPr>
          <p:nvPr>
            <p:ph type="title" hasCustomPrompt="1"/>
          </p:nvPr>
        </p:nvSpPr>
        <p:spPr>
          <a:xfrm>
            <a:off x="838200" y="1612035"/>
            <a:ext cx="10823712" cy="3375602"/>
          </a:xfrm>
        </p:spPr>
        <p:txBody>
          <a:bodyPr/>
          <a:lstStyle>
            <a:lvl1pPr algn="ctr">
              <a:defRPr sz="4000">
                <a:solidFill>
                  <a:schemeClr val="bg1"/>
                </a:solidFill>
              </a:defRPr>
            </a:lvl1pPr>
          </a:lstStyle>
          <a:p>
            <a:r>
              <a:rPr lang="en-US"/>
              <a:t>Big thought goes here.</a:t>
            </a:r>
          </a:p>
        </p:txBody>
      </p:sp>
      <p:sp>
        <p:nvSpPr>
          <p:cNvPr id="3" name="Slide Number Placeholder 2">
            <a:extLst>
              <a:ext uri="{FF2B5EF4-FFF2-40B4-BE49-F238E27FC236}">
                <a16:creationId xmlns:a16="http://schemas.microsoft.com/office/drawing/2014/main" id="{7FBEB9FC-90DC-EF47-8C26-EE7A1E71A047}"/>
              </a:ext>
            </a:extLst>
          </p:cNvPr>
          <p:cNvSpPr>
            <a:spLocks noGrp="1"/>
          </p:cNvSpPr>
          <p:nvPr>
            <p:ph type="sldNum" sz="quarter" idx="10"/>
          </p:nvPr>
        </p:nvSpPr>
        <p:spPr/>
        <p:txBody>
          <a:bodyPr/>
          <a:lstStyle>
            <a:lvl1pPr>
              <a:defRPr>
                <a:solidFill>
                  <a:srgbClr val="FFFFFF"/>
                </a:solidFill>
              </a:defRPr>
            </a:lvl1pPr>
          </a:lstStyle>
          <a:p>
            <a:fld id="{2785879E-F879-EB4E-BB00-D936592386CB}" type="slidenum">
              <a:rPr lang="en-US" smtClean="0"/>
              <a:pPr/>
              <a:t>‹#›</a:t>
            </a:fld>
            <a:endParaRPr lang="en-US"/>
          </a:p>
        </p:txBody>
      </p:sp>
    </p:spTree>
    <p:extLst>
      <p:ext uri="{BB962C8B-B14F-4D97-AF65-F5344CB8AC3E}">
        <p14:creationId xmlns:p14="http://schemas.microsoft.com/office/powerpoint/2010/main" val="25431581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2_Title Only">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BBC-9140-5642-B58A-03F5969DF5FC}"/>
              </a:ext>
            </a:extLst>
          </p:cNvPr>
          <p:cNvSpPr>
            <a:spLocks noGrp="1"/>
          </p:cNvSpPr>
          <p:nvPr>
            <p:ph type="title" hasCustomPrompt="1"/>
          </p:nvPr>
        </p:nvSpPr>
        <p:spPr>
          <a:xfrm>
            <a:off x="838200" y="1612035"/>
            <a:ext cx="10823712" cy="3375602"/>
          </a:xfrm>
        </p:spPr>
        <p:txBody>
          <a:bodyPr/>
          <a:lstStyle>
            <a:lvl1pPr algn="ctr">
              <a:defRPr sz="4000">
                <a:solidFill>
                  <a:schemeClr val="bg1"/>
                </a:solidFill>
              </a:defRPr>
            </a:lvl1pPr>
          </a:lstStyle>
          <a:p>
            <a:r>
              <a:rPr lang="en-US"/>
              <a:t>Big thought goes here.</a:t>
            </a:r>
          </a:p>
        </p:txBody>
      </p:sp>
      <p:sp>
        <p:nvSpPr>
          <p:cNvPr id="3" name="Slide Number Placeholder 2">
            <a:extLst>
              <a:ext uri="{FF2B5EF4-FFF2-40B4-BE49-F238E27FC236}">
                <a16:creationId xmlns:a16="http://schemas.microsoft.com/office/drawing/2014/main" id="{73DE4733-E4A0-C343-BF34-9936A4871C9E}"/>
              </a:ext>
            </a:extLst>
          </p:cNvPr>
          <p:cNvSpPr>
            <a:spLocks noGrp="1"/>
          </p:cNvSpPr>
          <p:nvPr>
            <p:ph type="sldNum" sz="quarter" idx="10"/>
          </p:nvPr>
        </p:nvSpPr>
        <p:spPr/>
        <p:txBody>
          <a:bodyPr/>
          <a:lstStyle>
            <a:lvl1pPr>
              <a:defRPr>
                <a:solidFill>
                  <a:schemeClr val="bg1"/>
                </a:solidFill>
              </a:defRPr>
            </a:lvl1pPr>
          </a:lstStyle>
          <a:p>
            <a:fld id="{2785879E-F879-EB4E-BB00-D936592386CB}" type="slidenum">
              <a:rPr lang="en-US" smtClean="0"/>
              <a:pPr/>
              <a:t>‹#›</a:t>
            </a:fld>
            <a:endParaRPr lang="en-US"/>
          </a:p>
        </p:txBody>
      </p:sp>
    </p:spTree>
    <p:extLst>
      <p:ext uri="{BB962C8B-B14F-4D97-AF65-F5344CB8AC3E}">
        <p14:creationId xmlns:p14="http://schemas.microsoft.com/office/powerpoint/2010/main" val="32326197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BC6AFC-D4F6-8245-9B79-35248BF265D5}"/>
              </a:ext>
            </a:extLst>
          </p:cNvPr>
          <p:cNvSpPr>
            <a:spLocks noGrp="1"/>
          </p:cNvSpPr>
          <p:nvPr>
            <p:ph type="title"/>
          </p:nvPr>
        </p:nvSpPr>
        <p:spPr>
          <a:xfrm>
            <a:off x="950026" y="531925"/>
            <a:ext cx="10711885" cy="430005"/>
          </a:xfrm>
          <a:prstGeom prst="rect">
            <a:avLst/>
          </a:prstGeom>
        </p:spPr>
        <p:txBody>
          <a:bodyPr vert="horz" lIns="0" tIns="0" rIns="0" bIns="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F548E29A-854A-134F-BE96-D0B963402279}"/>
              </a:ext>
            </a:extLst>
          </p:cNvPr>
          <p:cNvSpPr>
            <a:spLocks noGrp="1"/>
          </p:cNvSpPr>
          <p:nvPr>
            <p:ph type="body" idx="1"/>
          </p:nvPr>
        </p:nvSpPr>
        <p:spPr>
          <a:xfrm>
            <a:off x="950026" y="1825625"/>
            <a:ext cx="10711886"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C6DC7AF-9E6D-CA4E-BF5F-E48EDBE62A3A}"/>
              </a:ext>
            </a:extLst>
          </p:cNvPr>
          <p:cNvSpPr>
            <a:spLocks noGrp="1"/>
          </p:cNvSpPr>
          <p:nvPr>
            <p:ph type="sldNum" sz="quarter" idx="4"/>
          </p:nvPr>
        </p:nvSpPr>
        <p:spPr>
          <a:xfrm>
            <a:off x="10813775" y="6311900"/>
            <a:ext cx="848138" cy="365125"/>
          </a:xfrm>
          <a:prstGeom prst="rect">
            <a:avLst/>
          </a:prstGeom>
        </p:spPr>
        <p:txBody>
          <a:bodyPr vert="horz" lIns="91440" tIns="45720" rIns="91440" bIns="45720" rtlCol="0" anchor="ctr"/>
          <a:lstStyle>
            <a:lvl1pPr algn="r">
              <a:defRPr sz="1000" b="1">
                <a:solidFill>
                  <a:schemeClr val="tx1">
                    <a:tint val="75000"/>
                  </a:schemeClr>
                </a:solidFill>
                <a:latin typeface="Arial" panose="020B0604020202020204" pitchFamily="34" charset="0"/>
                <a:cs typeface="Arial" panose="020B0604020202020204" pitchFamily="34" charset="0"/>
              </a:defRPr>
            </a:lvl1pPr>
          </a:lstStyle>
          <a:p>
            <a:fld id="{7F968040-7754-114C-870B-03B6AD2F3F90}" type="slidenum">
              <a:rPr lang="en-US" smtClean="0"/>
              <a:pPr/>
              <a:t>‹#›</a:t>
            </a:fld>
            <a:endParaRPr lang="en-US"/>
          </a:p>
        </p:txBody>
      </p:sp>
    </p:spTree>
    <p:extLst>
      <p:ext uri="{BB962C8B-B14F-4D97-AF65-F5344CB8AC3E}">
        <p14:creationId xmlns:p14="http://schemas.microsoft.com/office/powerpoint/2010/main" val="2847783626"/>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71" r:id="rId3"/>
    <p:sldLayoutId id="2147483672" r:id="rId4"/>
    <p:sldLayoutId id="2147483650" r:id="rId5"/>
    <p:sldLayoutId id="2147483658" r:id="rId6"/>
    <p:sldLayoutId id="2147483669" r:id="rId7"/>
    <p:sldLayoutId id="2147483666" r:id="rId8"/>
    <p:sldLayoutId id="2147483670" r:id="rId9"/>
    <p:sldLayoutId id="2147483665" r:id="rId10"/>
    <p:sldLayoutId id="2147483652" r:id="rId11"/>
    <p:sldLayoutId id="2147483661" r:id="rId12"/>
    <p:sldLayoutId id="2147483662" r:id="rId13"/>
    <p:sldLayoutId id="2147483654" r:id="rId14"/>
    <p:sldLayoutId id="2147483663" r:id="rId15"/>
    <p:sldLayoutId id="2147483659" r:id="rId16"/>
    <p:sldLayoutId id="2147483660" r:id="rId17"/>
  </p:sldLayoutIdLst>
  <p:hf hdr="0" ftr="0" dt="0"/>
  <p:txStyles>
    <p:titleStyle>
      <a:lvl1pPr algn="l"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137160" indent="-164592" algn="l" defTabSz="914400" rtl="0" eaLnBrk="1" latinLnBrk="0" hangingPunct="1">
        <a:lnSpc>
          <a:spcPct val="90000"/>
        </a:lnSpc>
        <a:spcBef>
          <a:spcPts val="10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1pPr>
      <a:lvl2pPr marL="32004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2pPr>
      <a:lvl3pPr marL="45720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59436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73152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targetonline-my.sharepoint.com/:x:/r/personal/casey_golden_target_com/_layouts/15/Doc.aspx?sourcedoc=%7B44FCAD5D-E946-4D21-88C6-59A664DD3943%7D&amp;file=Axon%20Incident%20Tracker.xlsx&amp;action=default&amp;mobileredirect=true" TargetMode="External"/><Relationship Id="rId2" Type="http://schemas.openxmlformats.org/officeDocument/2006/relationships/hyperlink" Target="https://targetonline-my.sharepoint.com/:x:/r/personal/casey_golden_target_com/_layouts/15/Doc.aspx?sourcedoc=%7B8a04dc7f-feb7-4d22-bbfe-da2e101db4fc%7D&amp;action=editnew" TargetMode="Externa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hyperlink" Target="https://miro.com/app/board/uXjVMzcWxYo=/?moveToWidget=3458764574791960572&amp;cot=14"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miro.com/app/board/uXjVMzcWxYo=/?moveToWidget=3458764574934724935&amp;cot=14" TargetMode="External"/><Relationship Id="rId2" Type="http://schemas.openxmlformats.org/officeDocument/2006/relationships/hyperlink" Target="https://targetonline-my.sharepoint.com/:x:/r/personal/casey_golden_target_com/_layouts/15/Doc.aspx?sourcedoc=%7B8a04dc7f-feb7-4d22-bbfe-da2e101db4fc%7D&amp;action=editnew"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targetonline-my.sharepoint.com/:x:/r/personal/casey_golden_target_com/_layouts/15/Doc.aspx?sourcedoc=%7B8a04dc7f-feb7-4d22-bbfe-da2e101db4fc%7D&amp;action=editnew" TargetMode="External"/><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background with white letters&#10;&#10;Description automatically generated">
            <a:extLst>
              <a:ext uri="{FF2B5EF4-FFF2-40B4-BE49-F238E27FC236}">
                <a16:creationId xmlns:a16="http://schemas.microsoft.com/office/drawing/2014/main" id="{357ED2F5-EEF8-00B6-35A6-D24062765C5A}"/>
              </a:ext>
            </a:extLst>
          </p:cNvPr>
          <p:cNvPicPr>
            <a:picLocks noChangeAspect="1"/>
          </p:cNvPicPr>
          <p:nvPr/>
        </p:nvPicPr>
        <p:blipFill>
          <a:blip r:embed="rId2"/>
          <a:stretch>
            <a:fillRect/>
          </a:stretch>
        </p:blipFill>
        <p:spPr>
          <a:xfrm>
            <a:off x="3120189" y="3328693"/>
            <a:ext cx="5941594" cy="2286085"/>
          </a:xfrm>
          <a:prstGeom prst="rect">
            <a:avLst/>
          </a:prstGeom>
        </p:spPr>
      </p:pic>
    </p:spTree>
    <p:extLst>
      <p:ext uri="{BB962C8B-B14F-4D97-AF65-F5344CB8AC3E}">
        <p14:creationId xmlns:p14="http://schemas.microsoft.com/office/powerpoint/2010/main" val="1480293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DD1AC0D-AA83-42CD-3E23-5A4C4E56E7B0}"/>
              </a:ext>
            </a:extLst>
          </p:cNvPr>
          <p:cNvSpPr>
            <a:spLocks noGrp="1"/>
          </p:cNvSpPr>
          <p:nvPr>
            <p:ph type="sldNum" sz="quarter" idx="10"/>
          </p:nvPr>
        </p:nvSpPr>
        <p:spPr/>
        <p:txBody>
          <a:bodyPr/>
          <a:lstStyle/>
          <a:p>
            <a:fld id="{2785879E-F879-EB4E-BB00-D936592386CB}" type="slidenum">
              <a:rPr lang="en-US" smtClean="0"/>
              <a:pPr/>
              <a:t>2</a:t>
            </a:fld>
            <a:endParaRPr lang="en-US"/>
          </a:p>
        </p:txBody>
      </p:sp>
      <p:sp>
        <p:nvSpPr>
          <p:cNvPr id="3" name="Title 2">
            <a:extLst>
              <a:ext uri="{FF2B5EF4-FFF2-40B4-BE49-F238E27FC236}">
                <a16:creationId xmlns:a16="http://schemas.microsoft.com/office/drawing/2014/main" id="{CB948B3C-2151-DA32-7AA8-EC4757ACD90B}"/>
              </a:ext>
            </a:extLst>
          </p:cNvPr>
          <p:cNvSpPr>
            <a:spLocks noGrp="1"/>
          </p:cNvSpPr>
          <p:nvPr>
            <p:ph type="title"/>
          </p:nvPr>
        </p:nvSpPr>
        <p:spPr/>
        <p:txBody>
          <a:bodyPr/>
          <a:lstStyle/>
          <a:p>
            <a:r>
              <a:rPr lang="en-US" dirty="0"/>
              <a:t>Agenda</a:t>
            </a:r>
          </a:p>
        </p:txBody>
      </p:sp>
      <p:sp>
        <p:nvSpPr>
          <p:cNvPr id="4" name="Text Placeholder 3">
            <a:extLst>
              <a:ext uri="{FF2B5EF4-FFF2-40B4-BE49-F238E27FC236}">
                <a16:creationId xmlns:a16="http://schemas.microsoft.com/office/drawing/2014/main" id="{6717A941-25E0-57A3-06DC-5F0CD856A8F9}"/>
              </a:ext>
            </a:extLst>
          </p:cNvPr>
          <p:cNvSpPr>
            <a:spLocks noGrp="1"/>
          </p:cNvSpPr>
          <p:nvPr>
            <p:ph type="body" sz="quarter" idx="11"/>
          </p:nvPr>
        </p:nvSpPr>
        <p:spPr/>
        <p:txBody>
          <a:bodyPr vert="horz" lIns="0" tIns="0" rIns="0" bIns="0" rtlCol="0" anchor="t">
            <a:normAutofit/>
          </a:bodyPr>
          <a:lstStyle/>
          <a:p>
            <a:pPr marL="297180" indent="-342900">
              <a:buAutoNum type="arabicPeriod"/>
            </a:pPr>
            <a:r>
              <a:rPr lang="en-US" dirty="0">
                <a:latin typeface="Arial"/>
                <a:cs typeface="Arial"/>
              </a:rPr>
              <a:t>Product Measurements </a:t>
            </a:r>
            <a:endParaRPr lang="en-US">
              <a:latin typeface="Arial"/>
              <a:cs typeface="Arial"/>
            </a:endParaRPr>
          </a:p>
          <a:p>
            <a:pPr marL="297180" indent="-342900">
              <a:buAutoNum type="arabicPeriod"/>
            </a:pPr>
            <a:r>
              <a:rPr lang="en-US" dirty="0">
                <a:latin typeface="Arial"/>
                <a:cs typeface="Arial"/>
              </a:rPr>
              <a:t>Ship Forecast Interview Findings </a:t>
            </a:r>
          </a:p>
          <a:p>
            <a:pPr marL="297180" indent="-342900">
              <a:buAutoNum type="arabicPeriod"/>
            </a:pPr>
            <a:r>
              <a:rPr lang="en-US" dirty="0">
                <a:latin typeface="Arial"/>
                <a:cs typeface="Arial"/>
              </a:rPr>
              <a:t>Sort by Store Close Removal Pilot </a:t>
            </a:r>
            <a:endParaRPr lang="en-US" dirty="0"/>
          </a:p>
          <a:p>
            <a:pPr marL="297180" indent="-342900">
              <a:buAutoNum type="arabicPeriod"/>
            </a:pPr>
            <a:r>
              <a:rPr lang="en-US" dirty="0">
                <a:latin typeface="Arial"/>
                <a:cs typeface="Arial"/>
              </a:rPr>
              <a:t>Intention Map</a:t>
            </a:r>
            <a:endParaRPr lang="en-US" dirty="0"/>
          </a:p>
        </p:txBody>
      </p:sp>
    </p:spTree>
    <p:extLst>
      <p:ext uri="{BB962C8B-B14F-4D97-AF65-F5344CB8AC3E}">
        <p14:creationId xmlns:p14="http://schemas.microsoft.com/office/powerpoint/2010/main" val="2017733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810C326-FBE4-2428-D65A-5643EA06934C}"/>
              </a:ext>
            </a:extLst>
          </p:cNvPr>
          <p:cNvSpPr>
            <a:spLocks noGrp="1"/>
          </p:cNvSpPr>
          <p:nvPr>
            <p:ph type="ctrTitle"/>
          </p:nvPr>
        </p:nvSpPr>
        <p:spPr>
          <a:xfrm>
            <a:off x="1161846" y="3835041"/>
            <a:ext cx="9868308" cy="1818175"/>
          </a:xfrm>
        </p:spPr>
        <p:txBody>
          <a:bodyPr>
            <a:normAutofit fontScale="90000"/>
          </a:bodyPr>
          <a:lstStyle/>
          <a:p>
            <a:r>
              <a:rPr lang="en-US" b="0" dirty="0">
                <a:latin typeface="Arial"/>
                <a:cs typeface="Arial"/>
              </a:rPr>
              <a:t>To be the trusted and reliable source for near real-time store and fulfillment operational analytics</a:t>
            </a:r>
            <a:endParaRPr lang="en-US" dirty="0"/>
          </a:p>
        </p:txBody>
      </p:sp>
      <p:sp>
        <p:nvSpPr>
          <p:cNvPr id="7" name="Text Placeholder 6">
            <a:extLst>
              <a:ext uri="{FF2B5EF4-FFF2-40B4-BE49-F238E27FC236}">
                <a16:creationId xmlns:a16="http://schemas.microsoft.com/office/drawing/2014/main" id="{EC144257-313F-8FCE-CD0B-22333F03DC9A}"/>
              </a:ext>
            </a:extLst>
          </p:cNvPr>
          <p:cNvSpPr>
            <a:spLocks noGrp="1"/>
          </p:cNvSpPr>
          <p:nvPr>
            <p:ph type="body" sz="quarter" idx="10"/>
          </p:nvPr>
        </p:nvSpPr>
        <p:spPr/>
        <p:txBody>
          <a:bodyPr vert="horz" lIns="0" tIns="0" rIns="0" bIns="0" rtlCol="0" anchor="t">
            <a:normAutofit/>
          </a:bodyPr>
          <a:lstStyle/>
          <a:p>
            <a:r>
              <a:rPr lang="en-US">
                <a:latin typeface="Arial"/>
                <a:cs typeface="Arial"/>
              </a:rPr>
              <a:t>VISION STATEMENT</a:t>
            </a:r>
            <a:endParaRPr lang="en-US"/>
          </a:p>
        </p:txBody>
      </p:sp>
    </p:spTree>
    <p:extLst>
      <p:ext uri="{BB962C8B-B14F-4D97-AF65-F5344CB8AC3E}">
        <p14:creationId xmlns:p14="http://schemas.microsoft.com/office/powerpoint/2010/main" val="455165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F769B5F-6509-AF39-E4BD-488013665D31}"/>
              </a:ext>
            </a:extLst>
          </p:cNvPr>
          <p:cNvSpPr/>
          <p:nvPr/>
        </p:nvSpPr>
        <p:spPr>
          <a:xfrm>
            <a:off x="1668161" y="2213918"/>
            <a:ext cx="3356918" cy="204916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dirty="0">
                <a:solidFill>
                  <a:schemeClr val="accent1"/>
                </a:solidFill>
                <a:cs typeface="Arial"/>
              </a:rPr>
              <a:t>2.18 Hours</a:t>
            </a:r>
          </a:p>
          <a:p>
            <a:r>
              <a:rPr lang="en-US" sz="1600" dirty="0">
                <a:solidFill>
                  <a:srgbClr val="000000"/>
                </a:solidFill>
                <a:cs typeface="Arial"/>
              </a:rPr>
              <a:t>to resolve any major incident</a:t>
            </a:r>
            <a:endParaRPr lang="en-US" dirty="0">
              <a:solidFill>
                <a:srgbClr val="FFFFFF"/>
              </a:solidFill>
              <a:cs typeface="Arial"/>
            </a:endParaRPr>
          </a:p>
          <a:p>
            <a:endParaRPr lang="en-US" sz="1600">
              <a:solidFill>
                <a:srgbClr val="000000"/>
              </a:solidFill>
              <a:cs typeface="Arial"/>
            </a:endParaRPr>
          </a:p>
          <a:p>
            <a:r>
              <a:rPr lang="en-US" sz="1200" i="1" dirty="0">
                <a:solidFill>
                  <a:srgbClr val="000000"/>
                </a:solidFill>
                <a:cs typeface="Arial"/>
              </a:rPr>
              <a:t>** Goal is 3 hours</a:t>
            </a:r>
          </a:p>
        </p:txBody>
      </p:sp>
      <p:sp>
        <p:nvSpPr>
          <p:cNvPr id="2" name="Slide Number Placeholder 1">
            <a:extLst>
              <a:ext uri="{FF2B5EF4-FFF2-40B4-BE49-F238E27FC236}">
                <a16:creationId xmlns:a16="http://schemas.microsoft.com/office/drawing/2014/main" id="{48964BC6-70C5-3062-16CC-6D79DD129167}"/>
              </a:ext>
            </a:extLst>
          </p:cNvPr>
          <p:cNvSpPr>
            <a:spLocks noGrp="1"/>
          </p:cNvSpPr>
          <p:nvPr>
            <p:ph type="sldNum" sz="quarter" idx="10"/>
          </p:nvPr>
        </p:nvSpPr>
        <p:spPr/>
        <p:txBody>
          <a:bodyPr/>
          <a:lstStyle/>
          <a:p>
            <a:fld id="{2785879E-F879-EB4E-BB00-D936592386CB}" type="slidenum">
              <a:rPr lang="en-US" smtClean="0"/>
              <a:pPr/>
              <a:t>4</a:t>
            </a:fld>
            <a:endParaRPr lang="en-US"/>
          </a:p>
        </p:txBody>
      </p:sp>
      <p:sp>
        <p:nvSpPr>
          <p:cNvPr id="3" name="Title 2">
            <a:extLst>
              <a:ext uri="{FF2B5EF4-FFF2-40B4-BE49-F238E27FC236}">
                <a16:creationId xmlns:a16="http://schemas.microsoft.com/office/drawing/2014/main" id="{C931D7CD-86ED-9D94-25FD-9BF6F676FF03}"/>
              </a:ext>
            </a:extLst>
          </p:cNvPr>
          <p:cNvSpPr>
            <a:spLocks noGrp="1"/>
          </p:cNvSpPr>
          <p:nvPr>
            <p:ph type="title"/>
          </p:nvPr>
        </p:nvSpPr>
        <p:spPr/>
        <p:txBody>
          <a:bodyPr/>
          <a:lstStyle/>
          <a:p>
            <a:r>
              <a:rPr lang="en-US">
                <a:latin typeface="Arial"/>
                <a:cs typeface="Arial"/>
              </a:rPr>
              <a:t>Axon Team | Measures</a:t>
            </a:r>
            <a:endParaRPr lang="en-US"/>
          </a:p>
        </p:txBody>
      </p:sp>
      <p:sp>
        <p:nvSpPr>
          <p:cNvPr id="8" name="Text Placeholder 3">
            <a:extLst>
              <a:ext uri="{FF2B5EF4-FFF2-40B4-BE49-F238E27FC236}">
                <a16:creationId xmlns:a16="http://schemas.microsoft.com/office/drawing/2014/main" id="{1810914A-172D-02FC-152A-A0B702392012}"/>
              </a:ext>
            </a:extLst>
          </p:cNvPr>
          <p:cNvSpPr txBox="1">
            <a:spLocks/>
          </p:cNvSpPr>
          <p:nvPr/>
        </p:nvSpPr>
        <p:spPr>
          <a:xfrm>
            <a:off x="1949350" y="993292"/>
            <a:ext cx="9981423" cy="357894"/>
          </a:xfrm>
          <a:prstGeom prst="rect">
            <a:avLst/>
          </a:prstGeom>
        </p:spPr>
        <p:txBody>
          <a:bodyPr vert="horz" lIns="0" tIns="0" rIns="0" bIns="0" rtlCol="0" anchor="t">
            <a:normAutofit/>
          </a:bodyPr>
          <a:lstStyle>
            <a:lvl1pPr marL="137160" indent="-182880" algn="l" defTabSz="914400" rtl="0" eaLnBrk="1" latinLnBrk="0" hangingPunct="1">
              <a:lnSpc>
                <a:spcPct val="90000"/>
              </a:lnSpc>
              <a:spcBef>
                <a:spcPts val="10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1pPr>
            <a:lvl2pPr marL="32004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2pPr>
            <a:lvl3pPr marL="45720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59436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73152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i="1" dirty="0">
                <a:latin typeface="Arial"/>
                <a:cs typeface="Arial"/>
              </a:rPr>
              <a:t>To be the trusted and reliable source for near real-time store and fulfillment operational analytics</a:t>
            </a:r>
            <a:endParaRPr lang="en-US" sz="1600" i="1" dirty="0"/>
          </a:p>
        </p:txBody>
      </p:sp>
      <p:sp>
        <p:nvSpPr>
          <p:cNvPr id="9" name="Rectangle 8">
            <a:extLst>
              <a:ext uri="{FF2B5EF4-FFF2-40B4-BE49-F238E27FC236}">
                <a16:creationId xmlns:a16="http://schemas.microsoft.com/office/drawing/2014/main" id="{A2EC5DE4-7363-593B-8D62-ED8618A3AD2B}"/>
              </a:ext>
            </a:extLst>
          </p:cNvPr>
          <p:cNvSpPr/>
          <p:nvPr/>
        </p:nvSpPr>
        <p:spPr>
          <a:xfrm>
            <a:off x="1668161" y="1688756"/>
            <a:ext cx="3356918" cy="5251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cs typeface="Arial"/>
              </a:rPr>
              <a:t>Reliability</a:t>
            </a:r>
            <a:endParaRPr lang="en-US"/>
          </a:p>
        </p:txBody>
      </p:sp>
      <p:sp>
        <p:nvSpPr>
          <p:cNvPr id="11" name="Rectangle 10">
            <a:extLst>
              <a:ext uri="{FF2B5EF4-FFF2-40B4-BE49-F238E27FC236}">
                <a16:creationId xmlns:a16="http://schemas.microsoft.com/office/drawing/2014/main" id="{5ACC85F3-E94A-D21C-18D8-103580FC7BD1}"/>
              </a:ext>
            </a:extLst>
          </p:cNvPr>
          <p:cNvSpPr/>
          <p:nvPr/>
        </p:nvSpPr>
        <p:spPr>
          <a:xfrm>
            <a:off x="5128053" y="2213918"/>
            <a:ext cx="3356918" cy="204916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dirty="0">
                <a:solidFill>
                  <a:schemeClr val="accent1"/>
                </a:solidFill>
                <a:cs typeface="Arial"/>
              </a:rPr>
              <a:t>0.30 Seconds </a:t>
            </a:r>
          </a:p>
          <a:p>
            <a:r>
              <a:rPr lang="en-US" sz="1600" dirty="0">
                <a:solidFill>
                  <a:srgbClr val="000000"/>
                </a:solidFill>
                <a:cs typeface="Arial"/>
              </a:rPr>
              <a:t>for Axon v2 to process data</a:t>
            </a:r>
            <a:endParaRPr lang="en-US" dirty="0">
              <a:solidFill>
                <a:srgbClr val="FFFFFF"/>
              </a:solidFill>
              <a:cs typeface="Arial"/>
            </a:endParaRPr>
          </a:p>
          <a:p>
            <a:endParaRPr lang="en-US" sz="1600">
              <a:solidFill>
                <a:srgbClr val="000000"/>
              </a:solidFill>
              <a:cs typeface="Arial"/>
            </a:endParaRPr>
          </a:p>
          <a:p>
            <a:r>
              <a:rPr lang="en-US" sz="1200" i="1" dirty="0">
                <a:solidFill>
                  <a:srgbClr val="000000"/>
                </a:solidFill>
                <a:cs typeface="Arial"/>
              </a:rPr>
              <a:t>** Goal is &lt;</a:t>
            </a:r>
            <a:r>
              <a:rPr lang="en-US" sz="1200" i="1" dirty="0">
                <a:solidFill>
                  <a:schemeClr val="tx1"/>
                </a:solidFill>
                <a:cs typeface="Arial"/>
              </a:rPr>
              <a:t> 0.4 </a:t>
            </a:r>
            <a:r>
              <a:rPr lang="en-US" sz="1200" i="1" dirty="0">
                <a:solidFill>
                  <a:srgbClr val="000000"/>
                </a:solidFill>
                <a:cs typeface="Arial"/>
              </a:rPr>
              <a:t>Seconds</a:t>
            </a:r>
          </a:p>
        </p:txBody>
      </p:sp>
      <p:sp>
        <p:nvSpPr>
          <p:cNvPr id="12" name="Rectangle 11">
            <a:extLst>
              <a:ext uri="{FF2B5EF4-FFF2-40B4-BE49-F238E27FC236}">
                <a16:creationId xmlns:a16="http://schemas.microsoft.com/office/drawing/2014/main" id="{248363E4-1CDF-D2BC-E9BB-368DE71BA3A9}"/>
              </a:ext>
            </a:extLst>
          </p:cNvPr>
          <p:cNvSpPr/>
          <p:nvPr/>
        </p:nvSpPr>
        <p:spPr>
          <a:xfrm>
            <a:off x="5128053" y="1688756"/>
            <a:ext cx="3356918" cy="5251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Near Real-Time</a:t>
            </a:r>
            <a:endParaRPr lang="en-US"/>
          </a:p>
        </p:txBody>
      </p:sp>
      <p:sp>
        <p:nvSpPr>
          <p:cNvPr id="13" name="TextBox 12">
            <a:extLst>
              <a:ext uri="{FF2B5EF4-FFF2-40B4-BE49-F238E27FC236}">
                <a16:creationId xmlns:a16="http://schemas.microsoft.com/office/drawing/2014/main" id="{C67D161F-916C-ED19-3991-3D9CEE763901}"/>
              </a:ext>
            </a:extLst>
          </p:cNvPr>
          <p:cNvSpPr txBox="1"/>
          <p:nvPr/>
        </p:nvSpPr>
        <p:spPr>
          <a:xfrm>
            <a:off x="1668161" y="4335162"/>
            <a:ext cx="3361035" cy="4308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dirty="0">
                <a:cs typeface="Arial"/>
              </a:rPr>
              <a:t>Tracked as Mean Time To Resolve (</a:t>
            </a:r>
            <a:r>
              <a:rPr lang="en-US" sz="1400" dirty="0">
                <a:cs typeface="Arial"/>
                <a:hlinkClick r:id="rId2">
                  <a:extLst>
                    <a:ext uri="{A12FA001-AC4F-418D-AE19-62706E023703}">
                      <ahyp:hlinkClr xmlns:ahyp="http://schemas.microsoft.com/office/drawing/2018/hyperlinkcolor" val="tx"/>
                    </a:ext>
                  </a:extLst>
                </a:hlinkClick>
              </a:rPr>
              <a:t>MTTR</a:t>
            </a:r>
            <a:r>
              <a:rPr lang="en-US" sz="1400" dirty="0">
                <a:cs typeface="Arial"/>
              </a:rPr>
              <a:t>)</a:t>
            </a:r>
          </a:p>
        </p:txBody>
      </p:sp>
      <p:sp>
        <p:nvSpPr>
          <p:cNvPr id="5" name="Rectangle 4">
            <a:extLst>
              <a:ext uri="{FF2B5EF4-FFF2-40B4-BE49-F238E27FC236}">
                <a16:creationId xmlns:a16="http://schemas.microsoft.com/office/drawing/2014/main" id="{58C3E639-1425-2A78-F77E-6641E4FA93A7}"/>
              </a:ext>
            </a:extLst>
          </p:cNvPr>
          <p:cNvSpPr/>
          <p:nvPr/>
        </p:nvSpPr>
        <p:spPr>
          <a:xfrm>
            <a:off x="8587945" y="2224215"/>
            <a:ext cx="3356918" cy="203886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dirty="0">
                <a:solidFill>
                  <a:schemeClr val="accent1"/>
                </a:solidFill>
                <a:cs typeface="Arial"/>
              </a:rPr>
              <a:t>4 </a:t>
            </a:r>
            <a:r>
              <a:rPr lang="en-US" sz="2200" b="1" dirty="0">
                <a:solidFill>
                  <a:schemeClr val="accent1"/>
                </a:solidFill>
                <a:cs typeface="Arial"/>
              </a:rPr>
              <a:t>Incidents &amp;</a:t>
            </a:r>
            <a:r>
              <a:rPr lang="en-US" sz="2400" b="1" dirty="0">
                <a:solidFill>
                  <a:schemeClr val="accent1"/>
                </a:solidFill>
                <a:cs typeface="Arial"/>
              </a:rPr>
              <a:t> </a:t>
            </a:r>
            <a:endParaRPr lang="en-US" sz="2400" b="1" err="1">
              <a:solidFill>
                <a:schemeClr val="accent1"/>
              </a:solidFill>
              <a:cs typeface="Arial"/>
            </a:endParaRPr>
          </a:p>
          <a:p>
            <a:r>
              <a:rPr lang="en-US" sz="2200" b="1" dirty="0">
                <a:solidFill>
                  <a:schemeClr val="accent1"/>
                </a:solidFill>
                <a:cs typeface="Arial"/>
              </a:rPr>
              <a:t>4 Procedural/Request</a:t>
            </a:r>
          </a:p>
          <a:p>
            <a:r>
              <a:rPr lang="en-US" sz="1600" dirty="0">
                <a:solidFill>
                  <a:srgbClr val="000000"/>
                </a:solidFill>
                <a:cs typeface="Arial"/>
              </a:rPr>
              <a:t>Axon received in June</a:t>
            </a:r>
          </a:p>
          <a:p>
            <a:endParaRPr lang="en-US" sz="1600">
              <a:solidFill>
                <a:srgbClr val="000000"/>
              </a:solidFill>
              <a:cs typeface="Arial"/>
            </a:endParaRPr>
          </a:p>
          <a:p>
            <a:r>
              <a:rPr lang="en-US" sz="1200" i="1" dirty="0">
                <a:solidFill>
                  <a:srgbClr val="000000"/>
                </a:solidFill>
                <a:cs typeface="Arial"/>
              </a:rPr>
              <a:t>** Goal is 7 incidents &amp; 15 procedural</a:t>
            </a:r>
          </a:p>
          <a:p>
            <a:r>
              <a:rPr lang="en-US" sz="1200" i="1" dirty="0">
                <a:solidFill>
                  <a:srgbClr val="000000"/>
                </a:solidFill>
                <a:cs typeface="Arial"/>
              </a:rPr>
              <a:t>    / requests </a:t>
            </a:r>
            <a:endParaRPr lang="en-US"/>
          </a:p>
        </p:txBody>
      </p:sp>
      <p:sp>
        <p:nvSpPr>
          <p:cNvPr id="6" name="Rectangle 5">
            <a:extLst>
              <a:ext uri="{FF2B5EF4-FFF2-40B4-BE49-F238E27FC236}">
                <a16:creationId xmlns:a16="http://schemas.microsoft.com/office/drawing/2014/main" id="{2EF206DD-1F8F-3B23-82EE-DEC96A08EF0A}"/>
              </a:ext>
            </a:extLst>
          </p:cNvPr>
          <p:cNvSpPr/>
          <p:nvPr/>
        </p:nvSpPr>
        <p:spPr>
          <a:xfrm>
            <a:off x="8587945" y="1678458"/>
            <a:ext cx="3356918" cy="5354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Trusted</a:t>
            </a:r>
            <a:endParaRPr lang="en-US"/>
          </a:p>
        </p:txBody>
      </p:sp>
      <p:sp>
        <p:nvSpPr>
          <p:cNvPr id="7" name="TextBox 6">
            <a:extLst>
              <a:ext uri="{FF2B5EF4-FFF2-40B4-BE49-F238E27FC236}">
                <a16:creationId xmlns:a16="http://schemas.microsoft.com/office/drawing/2014/main" id="{65CAE7AC-4FDA-9E9D-E651-29C83FC466BE}"/>
              </a:ext>
            </a:extLst>
          </p:cNvPr>
          <p:cNvSpPr txBox="1"/>
          <p:nvPr/>
        </p:nvSpPr>
        <p:spPr>
          <a:xfrm>
            <a:off x="8587945" y="4335162"/>
            <a:ext cx="3361035" cy="2369880"/>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dirty="0">
                <a:cs typeface="Arial"/>
              </a:rPr>
              <a:t>Tracked via </a:t>
            </a:r>
            <a:r>
              <a:rPr lang="en-US" sz="1400" dirty="0">
                <a:cs typeface="Arial"/>
                <a:hlinkClick r:id="rId3">
                  <a:extLst>
                    <a:ext uri="{A12FA001-AC4F-418D-AE19-62706E023703}">
                      <ahyp:hlinkClr xmlns:ahyp="http://schemas.microsoft.com/office/drawing/2018/hyperlinkcolor" val="tx"/>
                    </a:ext>
                  </a:extLst>
                </a:hlinkClick>
              </a:rPr>
              <a:t>Service Now</a:t>
            </a:r>
            <a:r>
              <a:rPr lang="en-US" sz="1400" dirty="0">
                <a:cs typeface="Arial"/>
              </a:rPr>
              <a:t> Incidents</a:t>
            </a:r>
          </a:p>
          <a:p>
            <a:pPr algn="ctr"/>
            <a:endParaRPr lang="en-US" sz="1400" dirty="0">
              <a:cs typeface="Arial"/>
            </a:endParaRPr>
          </a:p>
          <a:p>
            <a:pPr algn="ctr"/>
            <a:r>
              <a:rPr lang="en-US" sz="1400" dirty="0">
                <a:cs typeface="Arial"/>
              </a:rPr>
              <a:t>Number of Incidents &amp; Procedurals by Month</a:t>
            </a:r>
          </a:p>
          <a:p>
            <a:pPr algn="ctr"/>
            <a:r>
              <a:rPr lang="en-US" sz="1400" dirty="0">
                <a:cs typeface="Arial"/>
              </a:rPr>
              <a:t>Dec '23 = 65</a:t>
            </a:r>
          </a:p>
          <a:p>
            <a:pPr algn="ctr"/>
            <a:r>
              <a:rPr lang="en-US" sz="1400" dirty="0">
                <a:cs typeface="Arial"/>
              </a:rPr>
              <a:t>Jan '24 = 56 </a:t>
            </a:r>
            <a:endParaRPr lang="en-US" dirty="0"/>
          </a:p>
          <a:p>
            <a:pPr algn="ctr"/>
            <a:r>
              <a:rPr lang="en-US" sz="1400" dirty="0">
                <a:cs typeface="Arial"/>
              </a:rPr>
              <a:t>Feb '24 = 41</a:t>
            </a:r>
          </a:p>
          <a:p>
            <a:pPr algn="ctr"/>
            <a:r>
              <a:rPr lang="en-US" sz="1400" dirty="0">
                <a:cs typeface="Arial"/>
              </a:rPr>
              <a:t>Mar '24 = 80</a:t>
            </a:r>
          </a:p>
          <a:p>
            <a:pPr algn="ctr"/>
            <a:r>
              <a:rPr lang="en-US" sz="1400" dirty="0">
                <a:cs typeface="Arial"/>
              </a:rPr>
              <a:t>Apr '24 = 38</a:t>
            </a:r>
          </a:p>
          <a:p>
            <a:pPr algn="ctr"/>
            <a:r>
              <a:rPr lang="en-US" sz="1400" dirty="0">
                <a:cs typeface="Arial"/>
              </a:rPr>
              <a:t>May '24 = 14</a:t>
            </a:r>
          </a:p>
          <a:p>
            <a:pPr algn="ctr"/>
            <a:r>
              <a:rPr lang="en-US" sz="1400" dirty="0">
                <a:cs typeface="Arial"/>
              </a:rPr>
              <a:t>Jun '24 = 8</a:t>
            </a:r>
          </a:p>
        </p:txBody>
      </p:sp>
      <p:sp>
        <p:nvSpPr>
          <p:cNvPr id="16" name="TextBox 15">
            <a:extLst>
              <a:ext uri="{FF2B5EF4-FFF2-40B4-BE49-F238E27FC236}">
                <a16:creationId xmlns:a16="http://schemas.microsoft.com/office/drawing/2014/main" id="{8E6C5873-8FEA-6CFA-8F24-7F7C1BC2AEBC}"/>
              </a:ext>
            </a:extLst>
          </p:cNvPr>
          <p:cNvSpPr txBox="1"/>
          <p:nvPr/>
        </p:nvSpPr>
        <p:spPr>
          <a:xfrm>
            <a:off x="5128053" y="4335162"/>
            <a:ext cx="3361035"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a:cs typeface="Arial"/>
              </a:rPr>
              <a:t>Tracked </a:t>
            </a:r>
            <a:r>
              <a:rPr lang="en-US" sz="1400">
                <a:cs typeface="Arial"/>
                <a:hlinkClick r:id="rId4">
                  <a:extLst>
                    <a:ext uri="{A12FA001-AC4F-418D-AE19-62706E023703}">
                      <ahyp:hlinkClr xmlns:ahyp="http://schemas.microsoft.com/office/drawing/2018/hyperlinkcolor" val="tx"/>
                    </a:ext>
                  </a:extLst>
                </a:hlinkClick>
              </a:rPr>
              <a:t>here</a:t>
            </a:r>
            <a:r>
              <a:rPr lang="en-US" sz="1400">
                <a:cs typeface="Arial"/>
              </a:rPr>
              <a:t> as Axon v2 ONLY</a:t>
            </a:r>
            <a:endParaRPr lang="en-US" sz="1400">
              <a:cs typeface="Arial"/>
              <a:hlinkClick r:id="rId4">
                <a:extLst>
                  <a:ext uri="{A12FA001-AC4F-418D-AE19-62706E023703}">
                    <ahyp:hlinkClr xmlns:ahyp="http://schemas.microsoft.com/office/drawing/2018/hyperlinkcolor" val="tx"/>
                  </a:ext>
                </a:extLst>
              </a:hlinkClick>
            </a:endParaRPr>
          </a:p>
        </p:txBody>
      </p:sp>
      <p:sp>
        <p:nvSpPr>
          <p:cNvPr id="15" name="TextBox 14">
            <a:extLst>
              <a:ext uri="{FF2B5EF4-FFF2-40B4-BE49-F238E27FC236}">
                <a16:creationId xmlns:a16="http://schemas.microsoft.com/office/drawing/2014/main" id="{671439F8-AF1A-8CBD-8558-9D0796B99E3E}"/>
              </a:ext>
            </a:extLst>
          </p:cNvPr>
          <p:cNvSpPr txBox="1"/>
          <p:nvPr/>
        </p:nvSpPr>
        <p:spPr>
          <a:xfrm>
            <a:off x="1606378" y="6446107"/>
            <a:ext cx="4696218"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dirty="0">
                <a:cs typeface="Arial"/>
              </a:rPr>
              <a:t>** Data is from 6/1/2024 - 6/30/2024</a:t>
            </a:r>
            <a:endParaRPr lang="en-US" dirty="0"/>
          </a:p>
        </p:txBody>
      </p:sp>
      <p:pic>
        <p:nvPicPr>
          <p:cNvPr id="4" name="Picture 3">
            <a:extLst>
              <a:ext uri="{FF2B5EF4-FFF2-40B4-BE49-F238E27FC236}">
                <a16:creationId xmlns:a16="http://schemas.microsoft.com/office/drawing/2014/main" id="{3F33636C-6820-8048-875C-0C51EF384DE0}"/>
              </a:ext>
            </a:extLst>
          </p:cNvPr>
          <p:cNvPicPr>
            <a:picLocks noChangeAspect="1"/>
          </p:cNvPicPr>
          <p:nvPr/>
        </p:nvPicPr>
        <p:blipFill>
          <a:blip r:embed="rId5"/>
          <a:stretch>
            <a:fillRect/>
          </a:stretch>
        </p:blipFill>
        <p:spPr>
          <a:xfrm rot="10800000">
            <a:off x="4284253" y="3531197"/>
            <a:ext cx="695734" cy="706031"/>
          </a:xfrm>
          <a:prstGeom prst="rect">
            <a:avLst/>
          </a:prstGeom>
        </p:spPr>
      </p:pic>
      <p:pic>
        <p:nvPicPr>
          <p:cNvPr id="17" name="Picture 16" descr="A white arrow in a green circle&#10;&#10;Description automatically generated">
            <a:extLst>
              <a:ext uri="{FF2B5EF4-FFF2-40B4-BE49-F238E27FC236}">
                <a16:creationId xmlns:a16="http://schemas.microsoft.com/office/drawing/2014/main" id="{328D9087-596F-FDD6-C613-22628116EC76}"/>
              </a:ext>
            </a:extLst>
          </p:cNvPr>
          <p:cNvPicPr>
            <a:picLocks noChangeAspect="1"/>
          </p:cNvPicPr>
          <p:nvPr/>
        </p:nvPicPr>
        <p:blipFill>
          <a:blip r:embed="rId5"/>
          <a:stretch>
            <a:fillRect/>
          </a:stretch>
        </p:blipFill>
        <p:spPr>
          <a:xfrm rot="10800000">
            <a:off x="11224314" y="3578088"/>
            <a:ext cx="695734" cy="706031"/>
          </a:xfrm>
          <a:prstGeom prst="rect">
            <a:avLst/>
          </a:prstGeom>
        </p:spPr>
      </p:pic>
      <p:sp>
        <p:nvSpPr>
          <p:cNvPr id="26" name="Rectangle 25">
            <a:extLst>
              <a:ext uri="{FF2B5EF4-FFF2-40B4-BE49-F238E27FC236}">
                <a16:creationId xmlns:a16="http://schemas.microsoft.com/office/drawing/2014/main" id="{31363D33-36D6-8FE1-B883-153B35ACA5E2}"/>
              </a:ext>
            </a:extLst>
          </p:cNvPr>
          <p:cNvSpPr/>
          <p:nvPr/>
        </p:nvSpPr>
        <p:spPr bwMode="black">
          <a:xfrm>
            <a:off x="11410800" y="3795587"/>
            <a:ext cx="564253" cy="190821"/>
          </a:xfrm>
          <a:prstGeom prst="rect">
            <a:avLst/>
          </a:prstGeom>
        </p:spPr>
        <p:txBody>
          <a:bodyPr wrap="square" lIns="91440" tIns="45720" rIns="91440" bIns="4572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27859">
              <a:lnSpc>
                <a:spcPct val="80000"/>
              </a:lnSpc>
              <a:spcAft>
                <a:spcPts val="1349"/>
              </a:spcAft>
              <a:defRPr/>
            </a:pPr>
            <a:r>
              <a:rPr lang="en-US" sz="1200" b="1" spc="-113" baseline="30000" dirty="0">
                <a:latin typeface="Arial" panose="020B0604020202020204" pitchFamily="34" charset="0"/>
                <a:cs typeface="Arial" panose="020B0604020202020204" pitchFamily="34" charset="0"/>
              </a:rPr>
              <a:t>6</a:t>
            </a:r>
          </a:p>
        </p:txBody>
      </p:sp>
      <p:sp>
        <p:nvSpPr>
          <p:cNvPr id="27" name="TextBox 30">
            <a:extLst>
              <a:ext uri="{FF2B5EF4-FFF2-40B4-BE49-F238E27FC236}">
                <a16:creationId xmlns:a16="http://schemas.microsoft.com/office/drawing/2014/main" id="{2DFAF25E-D8B3-62F4-0DE3-3D9BC656671F}"/>
              </a:ext>
            </a:extLst>
          </p:cNvPr>
          <p:cNvSpPr txBox="1"/>
          <p:nvPr/>
        </p:nvSpPr>
        <p:spPr bwMode="black">
          <a:xfrm>
            <a:off x="11314105" y="3855849"/>
            <a:ext cx="580039" cy="276999"/>
          </a:xfrm>
          <a:prstGeom prst="rect">
            <a:avLst/>
          </a:prstGeom>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027859">
              <a:spcAft>
                <a:spcPts val="1349"/>
              </a:spcAft>
              <a:defRPr/>
            </a:pPr>
            <a:r>
              <a:rPr lang="en-US" sz="600" dirty="0">
                <a:latin typeface="Arial"/>
                <a:cs typeface="Arial"/>
              </a:rPr>
              <a:t>decrease</a:t>
            </a:r>
            <a:br>
              <a:rPr lang="en-US" sz="600" b="0" spc="0" dirty="0">
                <a:latin typeface="Arial" panose="020B0604020202020204" pitchFamily="34" charset="0"/>
              </a:rPr>
            </a:br>
            <a:r>
              <a:rPr lang="en-US" sz="600" dirty="0">
                <a:latin typeface="Arial"/>
                <a:cs typeface="Arial"/>
              </a:rPr>
              <a:t>from May</a:t>
            </a:r>
            <a:endParaRPr lang="en-US" sz="600" b="0" spc="0" dirty="0">
              <a:latin typeface="Arial" panose="020B0604020202020204" pitchFamily="34" charset="0"/>
              <a:cs typeface="Arial"/>
            </a:endParaRPr>
          </a:p>
        </p:txBody>
      </p:sp>
      <p:pic>
        <p:nvPicPr>
          <p:cNvPr id="18" name="Picture 17" descr="A white arrow in a green circle&#10;&#10;Description automatically generated">
            <a:extLst>
              <a:ext uri="{FF2B5EF4-FFF2-40B4-BE49-F238E27FC236}">
                <a16:creationId xmlns:a16="http://schemas.microsoft.com/office/drawing/2014/main" id="{3E2D9198-82B5-F526-4898-5D93A3D1699F}"/>
              </a:ext>
            </a:extLst>
          </p:cNvPr>
          <p:cNvPicPr>
            <a:picLocks noChangeAspect="1"/>
          </p:cNvPicPr>
          <p:nvPr/>
        </p:nvPicPr>
        <p:blipFill>
          <a:blip r:embed="rId5"/>
          <a:stretch>
            <a:fillRect/>
          </a:stretch>
        </p:blipFill>
        <p:spPr>
          <a:xfrm rot="10800000">
            <a:off x="7751352" y="3502621"/>
            <a:ext cx="695734" cy="706031"/>
          </a:xfrm>
          <a:prstGeom prst="rect">
            <a:avLst/>
          </a:prstGeom>
        </p:spPr>
      </p:pic>
    </p:spTree>
    <p:extLst>
      <p:ext uri="{BB962C8B-B14F-4D97-AF65-F5344CB8AC3E}">
        <p14:creationId xmlns:p14="http://schemas.microsoft.com/office/powerpoint/2010/main" val="3271451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964BC6-70C5-3062-16CC-6D79DD129167}"/>
              </a:ext>
            </a:extLst>
          </p:cNvPr>
          <p:cNvSpPr>
            <a:spLocks noGrp="1"/>
          </p:cNvSpPr>
          <p:nvPr>
            <p:ph type="sldNum" sz="quarter" idx="10"/>
          </p:nvPr>
        </p:nvSpPr>
        <p:spPr/>
        <p:txBody>
          <a:bodyPr/>
          <a:lstStyle/>
          <a:p>
            <a:fld id="{2785879E-F879-EB4E-BB00-D936592386CB}" type="slidenum">
              <a:rPr lang="en-US" smtClean="0"/>
              <a:pPr/>
              <a:t>5</a:t>
            </a:fld>
            <a:endParaRPr lang="en-US"/>
          </a:p>
        </p:txBody>
      </p:sp>
      <p:sp>
        <p:nvSpPr>
          <p:cNvPr id="3" name="Title 2">
            <a:extLst>
              <a:ext uri="{FF2B5EF4-FFF2-40B4-BE49-F238E27FC236}">
                <a16:creationId xmlns:a16="http://schemas.microsoft.com/office/drawing/2014/main" id="{C931D7CD-86ED-9D94-25FD-9BF6F676FF03}"/>
              </a:ext>
            </a:extLst>
          </p:cNvPr>
          <p:cNvSpPr>
            <a:spLocks noGrp="1"/>
          </p:cNvSpPr>
          <p:nvPr>
            <p:ph type="title"/>
          </p:nvPr>
        </p:nvSpPr>
        <p:spPr/>
        <p:txBody>
          <a:bodyPr/>
          <a:lstStyle/>
          <a:p>
            <a:r>
              <a:rPr lang="en-US">
                <a:latin typeface="Arial"/>
                <a:cs typeface="Arial"/>
              </a:rPr>
              <a:t>Fulfillment Insights | Measures</a:t>
            </a:r>
            <a:endParaRPr lang="en-US"/>
          </a:p>
        </p:txBody>
      </p:sp>
      <p:sp>
        <p:nvSpPr>
          <p:cNvPr id="6" name="Rectangle 5">
            <a:extLst>
              <a:ext uri="{FF2B5EF4-FFF2-40B4-BE49-F238E27FC236}">
                <a16:creationId xmlns:a16="http://schemas.microsoft.com/office/drawing/2014/main" id="{E0AE220C-21C9-FE04-8346-38E925CF00C1}"/>
              </a:ext>
            </a:extLst>
          </p:cNvPr>
          <p:cNvSpPr/>
          <p:nvPr/>
        </p:nvSpPr>
        <p:spPr>
          <a:xfrm>
            <a:off x="9236376" y="121603"/>
            <a:ext cx="2847473" cy="481262"/>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cs typeface="Arial"/>
              </a:rPr>
              <a:t>Fulfillment Insights</a:t>
            </a:r>
            <a:endParaRPr lang="en-US" sz="1600">
              <a:cs typeface="Arial"/>
            </a:endParaRPr>
          </a:p>
        </p:txBody>
      </p:sp>
      <p:sp>
        <p:nvSpPr>
          <p:cNvPr id="9" name="Text Placeholder 3">
            <a:extLst>
              <a:ext uri="{FF2B5EF4-FFF2-40B4-BE49-F238E27FC236}">
                <a16:creationId xmlns:a16="http://schemas.microsoft.com/office/drawing/2014/main" id="{3CFE4C82-F205-3ACD-1C23-76B89522D775}"/>
              </a:ext>
            </a:extLst>
          </p:cNvPr>
          <p:cNvSpPr txBox="1">
            <a:spLocks/>
          </p:cNvSpPr>
          <p:nvPr/>
        </p:nvSpPr>
        <p:spPr>
          <a:xfrm>
            <a:off x="1949350" y="993292"/>
            <a:ext cx="9981423" cy="357894"/>
          </a:xfrm>
          <a:prstGeom prst="rect">
            <a:avLst/>
          </a:prstGeom>
        </p:spPr>
        <p:txBody>
          <a:bodyPr vert="horz" lIns="0" tIns="0" rIns="0" bIns="0" rtlCol="0" anchor="t">
            <a:normAutofit/>
          </a:bodyPr>
          <a:lstStyle>
            <a:lvl1pPr marL="137160" indent="-182880" algn="l" defTabSz="914400" rtl="0" eaLnBrk="1" latinLnBrk="0" hangingPunct="1">
              <a:lnSpc>
                <a:spcPct val="90000"/>
              </a:lnSpc>
              <a:spcBef>
                <a:spcPts val="10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1pPr>
            <a:lvl2pPr marL="32004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2pPr>
            <a:lvl3pPr marL="45720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59436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73152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i="1">
                <a:latin typeface="Arial"/>
                <a:cs typeface="Arial"/>
              </a:rPr>
              <a:t>Generate near real-time fulfillment metrics for actionable operational insights and optimizing processes</a:t>
            </a:r>
            <a:endParaRPr lang="en-US"/>
          </a:p>
        </p:txBody>
      </p:sp>
      <p:sp>
        <p:nvSpPr>
          <p:cNvPr id="11" name="Rectangle 10">
            <a:extLst>
              <a:ext uri="{FF2B5EF4-FFF2-40B4-BE49-F238E27FC236}">
                <a16:creationId xmlns:a16="http://schemas.microsoft.com/office/drawing/2014/main" id="{761DA64A-CFE6-885D-BB2D-29A5E7F4EF46}"/>
              </a:ext>
            </a:extLst>
          </p:cNvPr>
          <p:cNvSpPr/>
          <p:nvPr/>
        </p:nvSpPr>
        <p:spPr>
          <a:xfrm>
            <a:off x="3212755" y="2213918"/>
            <a:ext cx="3356918" cy="204916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dirty="0">
                <a:solidFill>
                  <a:schemeClr val="accent1"/>
                </a:solidFill>
                <a:cs typeface="Arial"/>
              </a:rPr>
              <a:t>95 Days</a:t>
            </a:r>
          </a:p>
          <a:p>
            <a:r>
              <a:rPr lang="en-US" sz="1600" dirty="0">
                <a:solidFill>
                  <a:srgbClr val="000000"/>
                </a:solidFill>
                <a:cs typeface="Arial"/>
              </a:rPr>
              <a:t>(and counting) between any major incident</a:t>
            </a:r>
          </a:p>
          <a:p>
            <a:endParaRPr lang="en-US" sz="1600">
              <a:solidFill>
                <a:srgbClr val="000000"/>
              </a:solidFill>
              <a:cs typeface="Arial"/>
            </a:endParaRPr>
          </a:p>
          <a:p>
            <a:r>
              <a:rPr lang="en-US" sz="1200" i="1" dirty="0">
                <a:solidFill>
                  <a:srgbClr val="000000"/>
                </a:solidFill>
                <a:cs typeface="Arial"/>
              </a:rPr>
              <a:t>** Goal is 50 Days</a:t>
            </a:r>
          </a:p>
        </p:txBody>
      </p:sp>
      <p:sp>
        <p:nvSpPr>
          <p:cNvPr id="13" name="Rectangle 12">
            <a:extLst>
              <a:ext uri="{FF2B5EF4-FFF2-40B4-BE49-F238E27FC236}">
                <a16:creationId xmlns:a16="http://schemas.microsoft.com/office/drawing/2014/main" id="{8F617096-8561-5C1F-C259-5EAA06B74F63}"/>
              </a:ext>
            </a:extLst>
          </p:cNvPr>
          <p:cNvSpPr/>
          <p:nvPr/>
        </p:nvSpPr>
        <p:spPr>
          <a:xfrm>
            <a:off x="3212755" y="1688756"/>
            <a:ext cx="3356918" cy="5251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Data Availability</a:t>
            </a:r>
            <a:endParaRPr lang="en-US"/>
          </a:p>
        </p:txBody>
      </p:sp>
      <p:sp>
        <p:nvSpPr>
          <p:cNvPr id="15" name="Rectangle 14">
            <a:extLst>
              <a:ext uri="{FF2B5EF4-FFF2-40B4-BE49-F238E27FC236}">
                <a16:creationId xmlns:a16="http://schemas.microsoft.com/office/drawing/2014/main" id="{AEA7EBA3-7174-8BFE-D5D1-E6ABFFED0206}"/>
              </a:ext>
            </a:extLst>
          </p:cNvPr>
          <p:cNvSpPr/>
          <p:nvPr/>
        </p:nvSpPr>
        <p:spPr>
          <a:xfrm>
            <a:off x="6672647" y="2213918"/>
            <a:ext cx="3356918" cy="204916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dirty="0">
                <a:solidFill>
                  <a:schemeClr val="accent1"/>
                </a:solidFill>
                <a:cs typeface="Arial"/>
              </a:rPr>
              <a:t>88%</a:t>
            </a:r>
          </a:p>
          <a:p>
            <a:r>
              <a:rPr lang="en-US" sz="1600" dirty="0">
                <a:solidFill>
                  <a:srgbClr val="000000"/>
                </a:solidFill>
                <a:cs typeface="Arial"/>
              </a:rPr>
              <a:t>test coverage across all projects</a:t>
            </a:r>
            <a:endParaRPr lang="en-US" dirty="0">
              <a:solidFill>
                <a:srgbClr val="FFFFFF"/>
              </a:solidFill>
              <a:cs typeface="Arial"/>
            </a:endParaRPr>
          </a:p>
          <a:p>
            <a:endParaRPr lang="en-US" sz="1600">
              <a:solidFill>
                <a:srgbClr val="000000"/>
              </a:solidFill>
              <a:cs typeface="Arial"/>
            </a:endParaRPr>
          </a:p>
          <a:p>
            <a:r>
              <a:rPr lang="en-US" sz="1200" i="1" dirty="0">
                <a:solidFill>
                  <a:srgbClr val="000000"/>
                </a:solidFill>
                <a:cs typeface="Arial"/>
              </a:rPr>
              <a:t>** Goal is 80%</a:t>
            </a:r>
          </a:p>
        </p:txBody>
      </p:sp>
      <p:sp>
        <p:nvSpPr>
          <p:cNvPr id="17" name="Rectangle 16">
            <a:extLst>
              <a:ext uri="{FF2B5EF4-FFF2-40B4-BE49-F238E27FC236}">
                <a16:creationId xmlns:a16="http://schemas.microsoft.com/office/drawing/2014/main" id="{3627D3AC-A5AE-5532-1906-67B222375015}"/>
              </a:ext>
            </a:extLst>
          </p:cNvPr>
          <p:cNvSpPr/>
          <p:nvPr/>
        </p:nvSpPr>
        <p:spPr>
          <a:xfrm>
            <a:off x="6672647" y="1688756"/>
            <a:ext cx="3356918" cy="5251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Data Quality</a:t>
            </a:r>
            <a:endParaRPr lang="en-US"/>
          </a:p>
        </p:txBody>
      </p:sp>
      <p:sp>
        <p:nvSpPr>
          <p:cNvPr id="19" name="TextBox 18">
            <a:extLst>
              <a:ext uri="{FF2B5EF4-FFF2-40B4-BE49-F238E27FC236}">
                <a16:creationId xmlns:a16="http://schemas.microsoft.com/office/drawing/2014/main" id="{D934AED2-6D13-E974-9CDC-E2326257B3D6}"/>
              </a:ext>
            </a:extLst>
          </p:cNvPr>
          <p:cNvSpPr txBox="1"/>
          <p:nvPr/>
        </p:nvSpPr>
        <p:spPr>
          <a:xfrm>
            <a:off x="3212755" y="4335162"/>
            <a:ext cx="3361035" cy="4308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dirty="0">
                <a:cs typeface="Arial"/>
              </a:rPr>
              <a:t>Tracked as Mean Time Between Failure (</a:t>
            </a:r>
            <a:r>
              <a:rPr lang="en-US" sz="1400" dirty="0">
                <a:cs typeface="Arial"/>
                <a:hlinkClick r:id="rId2">
                  <a:extLst>
                    <a:ext uri="{A12FA001-AC4F-418D-AE19-62706E023703}">
                      <ahyp:hlinkClr xmlns:ahyp="http://schemas.microsoft.com/office/drawing/2018/hyperlinkcolor" val="tx"/>
                    </a:ext>
                  </a:extLst>
                </a:hlinkClick>
              </a:rPr>
              <a:t>MTBF</a:t>
            </a:r>
            <a:r>
              <a:rPr lang="en-US" sz="1400" dirty="0">
                <a:cs typeface="Arial"/>
              </a:rPr>
              <a:t>)</a:t>
            </a:r>
          </a:p>
        </p:txBody>
      </p:sp>
      <p:sp>
        <p:nvSpPr>
          <p:cNvPr id="27" name="TextBox 26">
            <a:extLst>
              <a:ext uri="{FF2B5EF4-FFF2-40B4-BE49-F238E27FC236}">
                <a16:creationId xmlns:a16="http://schemas.microsoft.com/office/drawing/2014/main" id="{30DDCC63-388D-DBF6-AD4E-7DE171D2AD3C}"/>
              </a:ext>
            </a:extLst>
          </p:cNvPr>
          <p:cNvSpPr txBox="1"/>
          <p:nvPr/>
        </p:nvSpPr>
        <p:spPr>
          <a:xfrm>
            <a:off x="6672647" y="4335162"/>
            <a:ext cx="3361035"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a:cs typeface="Arial"/>
              </a:rPr>
              <a:t>Tracked </a:t>
            </a:r>
            <a:r>
              <a:rPr lang="en-US" sz="1400">
                <a:cs typeface="Arial"/>
                <a:hlinkClick r:id="rId3">
                  <a:extLst>
                    <a:ext uri="{A12FA001-AC4F-418D-AE19-62706E023703}">
                      <ahyp:hlinkClr xmlns:ahyp="http://schemas.microsoft.com/office/drawing/2018/hyperlinkcolor" val="tx"/>
                    </a:ext>
                  </a:extLst>
                </a:hlinkClick>
              </a:rPr>
              <a:t>here</a:t>
            </a:r>
            <a:r>
              <a:rPr lang="en-US" sz="1400">
                <a:cs typeface="Arial"/>
              </a:rPr>
              <a:t> as Axon v2 ONLY</a:t>
            </a:r>
            <a:endParaRPr lang="en-US" sz="1400">
              <a:cs typeface="Arial"/>
              <a:hlinkClick r:id="rId3">
                <a:extLst>
                  <a:ext uri="{A12FA001-AC4F-418D-AE19-62706E023703}">
                    <ahyp:hlinkClr xmlns:ahyp="http://schemas.microsoft.com/office/drawing/2018/hyperlinkcolor" val="tx"/>
                  </a:ext>
                </a:extLst>
              </a:hlinkClick>
            </a:endParaRPr>
          </a:p>
        </p:txBody>
      </p:sp>
      <p:sp>
        <p:nvSpPr>
          <p:cNvPr id="8" name="TextBox 7">
            <a:extLst>
              <a:ext uri="{FF2B5EF4-FFF2-40B4-BE49-F238E27FC236}">
                <a16:creationId xmlns:a16="http://schemas.microsoft.com/office/drawing/2014/main" id="{8C893A1C-2749-2706-F454-CF044EC7703F}"/>
              </a:ext>
            </a:extLst>
          </p:cNvPr>
          <p:cNvSpPr txBox="1"/>
          <p:nvPr/>
        </p:nvSpPr>
        <p:spPr>
          <a:xfrm>
            <a:off x="1606378" y="6446107"/>
            <a:ext cx="4696218"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dirty="0">
                <a:cs typeface="Arial"/>
              </a:rPr>
              <a:t>** Data is from 6/1/2024 - 6/30/2024</a:t>
            </a:r>
            <a:endParaRPr lang="en-US" dirty="0"/>
          </a:p>
        </p:txBody>
      </p:sp>
    </p:spTree>
    <p:extLst>
      <p:ext uri="{BB962C8B-B14F-4D97-AF65-F5344CB8AC3E}">
        <p14:creationId xmlns:p14="http://schemas.microsoft.com/office/powerpoint/2010/main" val="3539278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2ACF55D-04B0-9F96-C6E6-1F0625B3C0DA}"/>
              </a:ext>
            </a:extLst>
          </p:cNvPr>
          <p:cNvPicPr>
            <a:picLocks noChangeAspect="1"/>
          </p:cNvPicPr>
          <p:nvPr/>
        </p:nvPicPr>
        <p:blipFill>
          <a:blip r:embed="rId2"/>
          <a:stretch>
            <a:fillRect/>
          </a:stretch>
        </p:blipFill>
        <p:spPr>
          <a:xfrm>
            <a:off x="4532923" y="4546139"/>
            <a:ext cx="4532923" cy="2191185"/>
          </a:xfrm>
          <a:prstGeom prst="rect">
            <a:avLst/>
          </a:prstGeom>
        </p:spPr>
      </p:pic>
      <p:sp>
        <p:nvSpPr>
          <p:cNvPr id="9" name="Rectangle 8">
            <a:extLst>
              <a:ext uri="{FF2B5EF4-FFF2-40B4-BE49-F238E27FC236}">
                <a16:creationId xmlns:a16="http://schemas.microsoft.com/office/drawing/2014/main" id="{F702B7DA-A195-2CB3-20BB-64F1502D8C47}"/>
              </a:ext>
            </a:extLst>
          </p:cNvPr>
          <p:cNvSpPr/>
          <p:nvPr/>
        </p:nvSpPr>
        <p:spPr>
          <a:xfrm>
            <a:off x="9239147" y="121603"/>
            <a:ext cx="2836555" cy="482324"/>
          </a:xfrm>
          <a:prstGeom prst="rect">
            <a:avLst/>
          </a:prstGeom>
          <a:solidFill>
            <a:srgbClr val="00B09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cs typeface="Arial"/>
              </a:rPr>
              <a:t>Continuous Development Efficiency</a:t>
            </a:r>
            <a:endParaRPr lang="en-US" sz="1600">
              <a:cs typeface="Arial"/>
            </a:endParaRPr>
          </a:p>
        </p:txBody>
      </p:sp>
      <p:sp>
        <p:nvSpPr>
          <p:cNvPr id="2" name="Slide Number Placeholder 1">
            <a:extLst>
              <a:ext uri="{FF2B5EF4-FFF2-40B4-BE49-F238E27FC236}">
                <a16:creationId xmlns:a16="http://schemas.microsoft.com/office/drawing/2014/main" id="{48964BC6-70C5-3062-16CC-6D79DD129167}"/>
              </a:ext>
            </a:extLst>
          </p:cNvPr>
          <p:cNvSpPr>
            <a:spLocks noGrp="1"/>
          </p:cNvSpPr>
          <p:nvPr>
            <p:ph type="sldNum" sz="quarter" idx="10"/>
          </p:nvPr>
        </p:nvSpPr>
        <p:spPr/>
        <p:txBody>
          <a:bodyPr/>
          <a:lstStyle/>
          <a:p>
            <a:fld id="{2785879E-F879-EB4E-BB00-D936592386CB}" type="slidenum">
              <a:rPr lang="en-US" smtClean="0"/>
              <a:pPr/>
              <a:t>6</a:t>
            </a:fld>
            <a:endParaRPr lang="en-US"/>
          </a:p>
        </p:txBody>
      </p:sp>
      <p:sp>
        <p:nvSpPr>
          <p:cNvPr id="3" name="Title 2">
            <a:extLst>
              <a:ext uri="{FF2B5EF4-FFF2-40B4-BE49-F238E27FC236}">
                <a16:creationId xmlns:a16="http://schemas.microsoft.com/office/drawing/2014/main" id="{C931D7CD-86ED-9D94-25FD-9BF6F676FF03}"/>
              </a:ext>
            </a:extLst>
          </p:cNvPr>
          <p:cNvSpPr>
            <a:spLocks noGrp="1"/>
          </p:cNvSpPr>
          <p:nvPr>
            <p:ph type="title"/>
          </p:nvPr>
        </p:nvSpPr>
        <p:spPr/>
        <p:txBody>
          <a:bodyPr/>
          <a:lstStyle/>
          <a:p>
            <a:r>
              <a:rPr lang="en-US">
                <a:latin typeface="Arial"/>
                <a:cs typeface="Arial"/>
              </a:rPr>
              <a:t>Continuous Development Efficiency | Measures</a:t>
            </a:r>
            <a:endParaRPr lang="en-US"/>
          </a:p>
        </p:txBody>
      </p:sp>
      <p:sp>
        <p:nvSpPr>
          <p:cNvPr id="10" name="Rectangle 9">
            <a:extLst>
              <a:ext uri="{FF2B5EF4-FFF2-40B4-BE49-F238E27FC236}">
                <a16:creationId xmlns:a16="http://schemas.microsoft.com/office/drawing/2014/main" id="{A20EAD4A-7BB5-CA07-D7D8-ECDD25F3E9FF}"/>
              </a:ext>
            </a:extLst>
          </p:cNvPr>
          <p:cNvSpPr/>
          <p:nvPr/>
        </p:nvSpPr>
        <p:spPr>
          <a:xfrm>
            <a:off x="1668161" y="2213918"/>
            <a:ext cx="3356918" cy="204916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a:solidFill>
                  <a:srgbClr val="000000"/>
                </a:solidFill>
                <a:cs typeface="Arial"/>
              </a:rPr>
              <a:t>Axon team develops similar outcomes faster</a:t>
            </a:r>
          </a:p>
        </p:txBody>
      </p:sp>
      <p:sp>
        <p:nvSpPr>
          <p:cNvPr id="12" name="Rectangle 11">
            <a:extLst>
              <a:ext uri="{FF2B5EF4-FFF2-40B4-BE49-F238E27FC236}">
                <a16:creationId xmlns:a16="http://schemas.microsoft.com/office/drawing/2014/main" id="{C15C9107-74D5-A6CC-DD75-3966CD63FF4E}"/>
              </a:ext>
            </a:extLst>
          </p:cNvPr>
          <p:cNvSpPr/>
          <p:nvPr/>
        </p:nvSpPr>
        <p:spPr>
          <a:xfrm>
            <a:off x="1668161" y="1688756"/>
            <a:ext cx="3356918" cy="5251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Development Speed</a:t>
            </a:r>
            <a:endParaRPr lang="en-US"/>
          </a:p>
        </p:txBody>
      </p:sp>
      <p:sp>
        <p:nvSpPr>
          <p:cNvPr id="14" name="Rectangle 13">
            <a:extLst>
              <a:ext uri="{FF2B5EF4-FFF2-40B4-BE49-F238E27FC236}">
                <a16:creationId xmlns:a16="http://schemas.microsoft.com/office/drawing/2014/main" id="{8D269BA9-C55C-84D4-730C-51698D0FBC61}"/>
              </a:ext>
            </a:extLst>
          </p:cNvPr>
          <p:cNvSpPr/>
          <p:nvPr/>
        </p:nvSpPr>
        <p:spPr>
          <a:xfrm>
            <a:off x="5128053" y="2213918"/>
            <a:ext cx="3356918" cy="2049161"/>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1600">
                <a:solidFill>
                  <a:srgbClr val="000000"/>
                </a:solidFill>
                <a:cs typeface="Arial"/>
              </a:rPr>
              <a:t>Axon team continuously improves the number of story points completed per sprint and reduces the time to complete stories </a:t>
            </a:r>
            <a:endParaRPr lang="en-US" i="1">
              <a:solidFill>
                <a:srgbClr val="FFFFFF"/>
              </a:solidFill>
              <a:cs typeface="Arial"/>
            </a:endParaRPr>
          </a:p>
          <a:p>
            <a:r>
              <a:rPr lang="en-US" sz="1200" i="1">
                <a:solidFill>
                  <a:srgbClr val="000000"/>
                </a:solidFill>
                <a:cs typeface="Arial"/>
              </a:rPr>
              <a:t>(See 'Axon Sprint Tracker' below)</a:t>
            </a:r>
            <a:endParaRPr lang="en-US" sz="1100" i="1">
              <a:solidFill>
                <a:srgbClr val="FFFFFF"/>
              </a:solidFill>
              <a:cs typeface="Arial"/>
            </a:endParaRPr>
          </a:p>
        </p:txBody>
      </p:sp>
      <p:sp>
        <p:nvSpPr>
          <p:cNvPr id="16" name="Rectangle 15">
            <a:extLst>
              <a:ext uri="{FF2B5EF4-FFF2-40B4-BE49-F238E27FC236}">
                <a16:creationId xmlns:a16="http://schemas.microsoft.com/office/drawing/2014/main" id="{EABAE088-97D8-5504-F0CF-A4BB320A5592}"/>
              </a:ext>
            </a:extLst>
          </p:cNvPr>
          <p:cNvSpPr/>
          <p:nvPr/>
        </p:nvSpPr>
        <p:spPr>
          <a:xfrm>
            <a:off x="5128053" y="1688756"/>
            <a:ext cx="3356918" cy="5251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Time to Market</a:t>
            </a:r>
          </a:p>
        </p:txBody>
      </p:sp>
      <p:sp>
        <p:nvSpPr>
          <p:cNvPr id="18" name="TextBox 17">
            <a:extLst>
              <a:ext uri="{FF2B5EF4-FFF2-40B4-BE49-F238E27FC236}">
                <a16:creationId xmlns:a16="http://schemas.microsoft.com/office/drawing/2014/main" id="{C96B24A6-5381-07A7-E309-DCBE5C790E9B}"/>
              </a:ext>
            </a:extLst>
          </p:cNvPr>
          <p:cNvSpPr txBox="1"/>
          <p:nvPr/>
        </p:nvSpPr>
        <p:spPr>
          <a:xfrm>
            <a:off x="1668161" y="4335162"/>
            <a:ext cx="3361035" cy="21544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a:cs typeface="Arial"/>
              </a:rPr>
              <a:t>Tracked via move from v1 to v2</a:t>
            </a:r>
            <a:endParaRPr lang="en-US" sz="1400">
              <a:cs typeface="Arial"/>
              <a:hlinkClick r:id="rId3">
                <a:extLst>
                  <a:ext uri="{A12FA001-AC4F-418D-AE19-62706E023703}">
                    <ahyp:hlinkClr xmlns:ahyp="http://schemas.microsoft.com/office/drawing/2018/hyperlinkcolor" val="tx"/>
                  </a:ext>
                </a:extLst>
              </a:hlinkClick>
            </a:endParaRPr>
          </a:p>
        </p:txBody>
      </p:sp>
      <p:sp>
        <p:nvSpPr>
          <p:cNvPr id="20" name="Rectangle 19">
            <a:extLst>
              <a:ext uri="{FF2B5EF4-FFF2-40B4-BE49-F238E27FC236}">
                <a16:creationId xmlns:a16="http://schemas.microsoft.com/office/drawing/2014/main" id="{672C6629-F648-A4C8-64CE-BE0353383EA0}"/>
              </a:ext>
            </a:extLst>
          </p:cNvPr>
          <p:cNvSpPr/>
          <p:nvPr/>
        </p:nvSpPr>
        <p:spPr>
          <a:xfrm>
            <a:off x="8587945" y="2224215"/>
            <a:ext cx="3356918" cy="2038864"/>
          </a:xfrm>
          <a:prstGeom prst="rect">
            <a:avLst/>
          </a:prstGeom>
          <a:solidFill>
            <a:schemeClr val="bg1">
              <a:lumMod val="9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2400" b="1">
                <a:solidFill>
                  <a:schemeClr val="accent1"/>
                </a:solidFill>
                <a:cs typeface="Arial"/>
              </a:rPr>
              <a:t>100%</a:t>
            </a:r>
            <a:endParaRPr lang="en-US" sz="2400" b="1" err="1">
              <a:solidFill>
                <a:schemeClr val="accent1"/>
              </a:solidFill>
              <a:cs typeface="Arial"/>
            </a:endParaRPr>
          </a:p>
          <a:p>
            <a:r>
              <a:rPr lang="en-US" sz="1600">
                <a:solidFill>
                  <a:srgbClr val="000000"/>
                </a:solidFill>
                <a:cs typeface="Arial"/>
              </a:rPr>
              <a:t>of dev deploys occur automatically </a:t>
            </a:r>
            <a:endParaRPr lang="en-US">
              <a:solidFill>
                <a:srgbClr val="FFFFFF"/>
              </a:solidFill>
              <a:cs typeface="Arial"/>
            </a:endParaRPr>
          </a:p>
          <a:p>
            <a:r>
              <a:rPr lang="en-US" sz="2400" b="1">
                <a:solidFill>
                  <a:schemeClr val="accent1"/>
                </a:solidFill>
                <a:cs typeface="Arial"/>
              </a:rPr>
              <a:t>100%</a:t>
            </a:r>
            <a:endParaRPr lang="en-US" sz="2400">
              <a:solidFill>
                <a:schemeClr val="accent1"/>
              </a:solidFill>
              <a:cs typeface="Arial"/>
            </a:endParaRPr>
          </a:p>
          <a:p>
            <a:r>
              <a:rPr lang="en-US" sz="1600">
                <a:solidFill>
                  <a:srgbClr val="000000"/>
                </a:solidFill>
                <a:cs typeface="Arial"/>
              </a:rPr>
              <a:t>of prod deploys occur with a single command </a:t>
            </a:r>
            <a:endParaRPr lang="en-US">
              <a:solidFill>
                <a:srgbClr val="FFFFFF"/>
              </a:solidFill>
              <a:cs typeface="Arial"/>
            </a:endParaRPr>
          </a:p>
          <a:p>
            <a:r>
              <a:rPr lang="en-US" sz="1200" i="1">
                <a:solidFill>
                  <a:srgbClr val="000000"/>
                </a:solidFill>
                <a:cs typeface="Arial"/>
              </a:rPr>
              <a:t>** Goal is 100% for both</a:t>
            </a:r>
          </a:p>
        </p:txBody>
      </p:sp>
      <p:sp>
        <p:nvSpPr>
          <p:cNvPr id="22" name="Rectangle 21">
            <a:extLst>
              <a:ext uri="{FF2B5EF4-FFF2-40B4-BE49-F238E27FC236}">
                <a16:creationId xmlns:a16="http://schemas.microsoft.com/office/drawing/2014/main" id="{577586F3-3BBB-6861-49D1-7E48F766E20B}"/>
              </a:ext>
            </a:extLst>
          </p:cNvPr>
          <p:cNvSpPr/>
          <p:nvPr/>
        </p:nvSpPr>
        <p:spPr>
          <a:xfrm>
            <a:off x="8587945" y="1678458"/>
            <a:ext cx="3356918" cy="53545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cs typeface="Arial"/>
              </a:rPr>
              <a:t>Effective Deployments</a:t>
            </a:r>
            <a:endParaRPr lang="en-US"/>
          </a:p>
        </p:txBody>
      </p:sp>
      <p:sp>
        <p:nvSpPr>
          <p:cNvPr id="26" name="TextBox 25">
            <a:extLst>
              <a:ext uri="{FF2B5EF4-FFF2-40B4-BE49-F238E27FC236}">
                <a16:creationId xmlns:a16="http://schemas.microsoft.com/office/drawing/2014/main" id="{668A4D0F-38B4-E4BE-44FD-D7464372E13E}"/>
              </a:ext>
            </a:extLst>
          </p:cNvPr>
          <p:cNvSpPr txBox="1"/>
          <p:nvPr/>
        </p:nvSpPr>
        <p:spPr>
          <a:xfrm>
            <a:off x="5128053" y="4335162"/>
            <a:ext cx="3361035" cy="4308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a:cs typeface="Arial"/>
              </a:rPr>
              <a:t>Tracked </a:t>
            </a:r>
            <a:r>
              <a:rPr lang="en-US" sz="1400">
                <a:cs typeface="Arial"/>
                <a:hlinkClick r:id="rId3">
                  <a:extLst>
                    <a:ext uri="{A12FA001-AC4F-418D-AE19-62706E023703}">
                      <ahyp:hlinkClr xmlns:ahyp="http://schemas.microsoft.com/office/drawing/2018/hyperlinkcolor" val="tx"/>
                    </a:ext>
                  </a:extLst>
                </a:hlinkClick>
              </a:rPr>
              <a:t>here</a:t>
            </a:r>
            <a:endParaRPr lang="en-US" sz="1400">
              <a:cs typeface="Arial"/>
            </a:endParaRPr>
          </a:p>
          <a:p>
            <a:pPr algn="ctr"/>
            <a:endParaRPr lang="en-US" sz="1400">
              <a:cs typeface="Arial"/>
            </a:endParaRPr>
          </a:p>
        </p:txBody>
      </p:sp>
      <p:sp>
        <p:nvSpPr>
          <p:cNvPr id="28" name="Text Placeholder 3">
            <a:extLst>
              <a:ext uri="{FF2B5EF4-FFF2-40B4-BE49-F238E27FC236}">
                <a16:creationId xmlns:a16="http://schemas.microsoft.com/office/drawing/2014/main" id="{FF663EF7-DF82-0F33-1532-F9CCDF541651}"/>
              </a:ext>
            </a:extLst>
          </p:cNvPr>
          <p:cNvSpPr txBox="1">
            <a:spLocks/>
          </p:cNvSpPr>
          <p:nvPr/>
        </p:nvSpPr>
        <p:spPr>
          <a:xfrm>
            <a:off x="1949350" y="993292"/>
            <a:ext cx="9981423" cy="357894"/>
          </a:xfrm>
          <a:prstGeom prst="rect">
            <a:avLst/>
          </a:prstGeom>
        </p:spPr>
        <p:txBody>
          <a:bodyPr vert="horz" lIns="0" tIns="0" rIns="0" bIns="0" rtlCol="0" anchor="t">
            <a:normAutofit/>
          </a:bodyPr>
          <a:lstStyle>
            <a:lvl1pPr marL="137160" indent="-182880" algn="l" defTabSz="914400" rtl="0" eaLnBrk="1" latinLnBrk="0" hangingPunct="1">
              <a:lnSpc>
                <a:spcPct val="90000"/>
              </a:lnSpc>
              <a:spcBef>
                <a:spcPts val="10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1pPr>
            <a:lvl2pPr marL="32004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2pPr>
            <a:lvl3pPr marL="45720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59436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731520" indent="-164592" algn="l"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i="1">
                <a:latin typeface="Arial"/>
                <a:cs typeface="Arial"/>
              </a:rPr>
              <a:t>Enable Axon development to occur efficiently and effectively</a:t>
            </a:r>
            <a:endParaRPr lang="en-US"/>
          </a:p>
        </p:txBody>
      </p:sp>
      <p:sp>
        <p:nvSpPr>
          <p:cNvPr id="24" name="TextBox 23">
            <a:extLst>
              <a:ext uri="{FF2B5EF4-FFF2-40B4-BE49-F238E27FC236}">
                <a16:creationId xmlns:a16="http://schemas.microsoft.com/office/drawing/2014/main" id="{2774B06E-B174-11BA-6F87-F30AF51A82B4}"/>
              </a:ext>
            </a:extLst>
          </p:cNvPr>
          <p:cNvSpPr txBox="1"/>
          <p:nvPr/>
        </p:nvSpPr>
        <p:spPr>
          <a:xfrm>
            <a:off x="8587945" y="4335162"/>
            <a:ext cx="3361035" cy="64633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400">
                <a:cs typeface="Arial"/>
              </a:rPr>
              <a:t>Values represent Axon v2 ONLY. FPC and Axon v1 have 0% automation in both categories. </a:t>
            </a:r>
          </a:p>
        </p:txBody>
      </p:sp>
      <p:sp>
        <p:nvSpPr>
          <p:cNvPr id="7" name="TextBox 6">
            <a:extLst>
              <a:ext uri="{FF2B5EF4-FFF2-40B4-BE49-F238E27FC236}">
                <a16:creationId xmlns:a16="http://schemas.microsoft.com/office/drawing/2014/main" id="{D85F9CF6-F939-E46C-BC4B-6A294BB5636C}"/>
              </a:ext>
            </a:extLst>
          </p:cNvPr>
          <p:cNvSpPr txBox="1"/>
          <p:nvPr/>
        </p:nvSpPr>
        <p:spPr>
          <a:xfrm>
            <a:off x="1606378" y="6446107"/>
            <a:ext cx="4696218"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dirty="0">
                <a:cs typeface="Arial"/>
              </a:rPr>
              <a:t>** Data is from 5/1/2024 - 5/31/2024</a:t>
            </a:r>
            <a:endParaRPr lang="en-US" dirty="0"/>
          </a:p>
        </p:txBody>
      </p:sp>
    </p:spTree>
    <p:extLst>
      <p:ext uri="{BB962C8B-B14F-4D97-AF65-F5344CB8AC3E}">
        <p14:creationId xmlns:p14="http://schemas.microsoft.com/office/powerpoint/2010/main" val="17823788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4B4BC-2878-4225-A0BD-E6618B204EF6}"/>
              </a:ext>
            </a:extLst>
          </p:cNvPr>
          <p:cNvSpPr>
            <a:spLocks noGrp="1"/>
          </p:cNvSpPr>
          <p:nvPr>
            <p:ph type="ctrTitle"/>
          </p:nvPr>
        </p:nvSpPr>
        <p:spPr/>
        <p:txBody>
          <a:bodyPr/>
          <a:lstStyle/>
          <a:p>
            <a:r>
              <a:rPr lang="en-US" dirty="0">
                <a:latin typeface="Arial"/>
                <a:cs typeface="Arial"/>
              </a:rPr>
              <a:t>Ship Forecast Interview Findings</a:t>
            </a:r>
            <a:endParaRPr lang="en-US" dirty="0"/>
          </a:p>
        </p:txBody>
      </p:sp>
      <p:sp>
        <p:nvSpPr>
          <p:cNvPr id="4" name="Title 1">
            <a:extLst>
              <a:ext uri="{FF2B5EF4-FFF2-40B4-BE49-F238E27FC236}">
                <a16:creationId xmlns:a16="http://schemas.microsoft.com/office/drawing/2014/main" id="{DED54B8D-DEB2-DE5E-5A30-A43348F88337}"/>
              </a:ext>
            </a:extLst>
          </p:cNvPr>
          <p:cNvSpPr txBox="1">
            <a:spLocks/>
          </p:cNvSpPr>
          <p:nvPr/>
        </p:nvSpPr>
        <p:spPr>
          <a:xfrm>
            <a:off x="738593" y="4111062"/>
            <a:ext cx="6794340" cy="800222"/>
          </a:xfrm>
          <a:prstGeom prst="rect">
            <a:avLst/>
          </a:prstGeom>
        </p:spPr>
        <p:txBody>
          <a:bodyPr vert="horz" lIns="0" tIns="0" rIns="0" bIns="0" rtlCol="0" anchor="t">
            <a:normAutofit/>
          </a:bodyPr>
          <a:lstStyle>
            <a:lvl1pPr algn="ctr" defTabSz="914400" rtl="0" eaLnBrk="1" latinLnBrk="0" hangingPunct="1">
              <a:lnSpc>
                <a:spcPct val="90000"/>
              </a:lnSpc>
              <a:spcBef>
                <a:spcPct val="0"/>
              </a:spcBef>
              <a:buNone/>
              <a:defRPr sz="5400" b="1" kern="1200">
                <a:solidFill>
                  <a:schemeClr val="tx1"/>
                </a:solidFill>
                <a:latin typeface="Arial" panose="020B0604020202020204" pitchFamily="34" charset="0"/>
                <a:ea typeface="+mj-ea"/>
                <a:cs typeface="Arial" panose="020B0604020202020204" pitchFamily="34" charset="0"/>
              </a:defRPr>
            </a:lvl1pPr>
          </a:lstStyle>
          <a:p>
            <a:r>
              <a:rPr lang="en-US" sz="3600" dirty="0">
                <a:solidFill>
                  <a:schemeClr val="tx1">
                    <a:lumMod val="50000"/>
                    <a:lumOff val="50000"/>
                  </a:schemeClr>
                </a:solidFill>
                <a:latin typeface="Arial"/>
                <a:cs typeface="Arial"/>
              </a:rPr>
              <a:t>June 5th - 11th</a:t>
            </a:r>
            <a:endParaRPr lang="en-US" sz="4400">
              <a:solidFill>
                <a:schemeClr val="tx1">
                  <a:lumMod val="50000"/>
                  <a:lumOff val="50000"/>
                </a:schemeClr>
              </a:solidFill>
            </a:endParaRPr>
          </a:p>
        </p:txBody>
      </p:sp>
    </p:spTree>
    <p:extLst>
      <p:ext uri="{BB962C8B-B14F-4D97-AF65-F5344CB8AC3E}">
        <p14:creationId xmlns:p14="http://schemas.microsoft.com/office/powerpoint/2010/main" val="42732680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1E2623-EAC1-3FD8-919F-8F1B8D4EAEBD}"/>
              </a:ext>
            </a:extLst>
          </p:cNvPr>
          <p:cNvSpPr>
            <a:spLocks noGrp="1"/>
          </p:cNvSpPr>
          <p:nvPr>
            <p:ph type="sldNum" sz="quarter" idx="10"/>
          </p:nvPr>
        </p:nvSpPr>
        <p:spPr/>
        <p:txBody>
          <a:bodyPr/>
          <a:lstStyle/>
          <a:p>
            <a:fld id="{2785879E-F879-EB4E-BB00-D936592386CB}" type="slidenum">
              <a:rPr lang="en-US" smtClean="0"/>
              <a:pPr/>
              <a:t>8</a:t>
            </a:fld>
            <a:endParaRPr lang="en-US"/>
          </a:p>
        </p:txBody>
      </p:sp>
      <p:sp>
        <p:nvSpPr>
          <p:cNvPr id="3" name="Title 2">
            <a:extLst>
              <a:ext uri="{FF2B5EF4-FFF2-40B4-BE49-F238E27FC236}">
                <a16:creationId xmlns:a16="http://schemas.microsoft.com/office/drawing/2014/main" id="{E619641A-416D-C53C-CEA8-56657742CE8E}"/>
              </a:ext>
            </a:extLst>
          </p:cNvPr>
          <p:cNvSpPr>
            <a:spLocks noGrp="1"/>
          </p:cNvSpPr>
          <p:nvPr>
            <p:ph type="title"/>
          </p:nvPr>
        </p:nvSpPr>
        <p:spPr/>
        <p:txBody>
          <a:bodyPr/>
          <a:lstStyle/>
          <a:p>
            <a:r>
              <a:rPr lang="en-US">
                <a:latin typeface="Arial"/>
                <a:cs typeface="Arial"/>
              </a:rPr>
              <a:t>Problem Statement</a:t>
            </a:r>
            <a:endParaRPr lang="en-US"/>
          </a:p>
        </p:txBody>
      </p:sp>
      <p:sp>
        <p:nvSpPr>
          <p:cNvPr id="4" name="Text Placeholder 3">
            <a:extLst>
              <a:ext uri="{FF2B5EF4-FFF2-40B4-BE49-F238E27FC236}">
                <a16:creationId xmlns:a16="http://schemas.microsoft.com/office/drawing/2014/main" id="{AE801AE9-7183-4791-4AC5-6F6B9DED34A1}"/>
              </a:ext>
            </a:extLst>
          </p:cNvPr>
          <p:cNvSpPr>
            <a:spLocks noGrp="1"/>
          </p:cNvSpPr>
          <p:nvPr>
            <p:ph type="body" sz="quarter" idx="11"/>
          </p:nvPr>
        </p:nvSpPr>
        <p:spPr/>
        <p:txBody>
          <a:bodyPr vert="horz" lIns="0" tIns="0" rIns="0" bIns="0" rtlCol="0" anchor="t">
            <a:normAutofit/>
          </a:bodyPr>
          <a:lstStyle/>
          <a:p>
            <a:pPr marL="0" indent="0">
              <a:buNone/>
            </a:pPr>
            <a:r>
              <a:rPr lang="en-US">
                <a:latin typeface="Arial"/>
                <a:cs typeface="Segoe UI"/>
              </a:rPr>
              <a:t>With the launch of Next Day Delivery (NDD), the Stores Ship Forecast will no longer accurately reflect the entirety of ship work needed to be executed since it will not include the NDD forecast. Additionally, the Store Leaders and Team Members are currently required to consistently compare and email containing their forecast increase against the unit plan in MPM to understand the total number of Shipping work they need to execute for the day. </a:t>
            </a:r>
          </a:p>
          <a:p>
            <a:pPr>
              <a:buNone/>
            </a:pPr>
            <a:r>
              <a:rPr lang="en-US">
                <a:latin typeface="Arial"/>
                <a:cs typeface="Segoe UI"/>
              </a:rPr>
              <a:t>How might we update the Ship forecast in both MPM and Houston to include both the typical Ship work and NDD work in an accurate and trusted way?</a:t>
            </a:r>
          </a:p>
          <a:p>
            <a:pPr>
              <a:buNone/>
            </a:pPr>
            <a:endParaRPr lang="en-US">
              <a:latin typeface="Arial"/>
              <a:cs typeface="Segoe UI"/>
            </a:endParaRPr>
          </a:p>
          <a:p>
            <a:pPr>
              <a:buNone/>
            </a:pPr>
            <a:r>
              <a:rPr lang="en-US" b="1">
                <a:latin typeface="Arial"/>
                <a:cs typeface="Segoe UI"/>
              </a:rPr>
              <a:t>Major Risks</a:t>
            </a:r>
            <a:endParaRPr lang="en-US">
              <a:latin typeface="Arial"/>
              <a:cs typeface="Segoe UI"/>
            </a:endParaRPr>
          </a:p>
          <a:p>
            <a:pPr marL="285750" indent="-285750">
              <a:buFont typeface="Arial"/>
              <a:buChar char="•"/>
            </a:pPr>
            <a:r>
              <a:rPr lang="en-US">
                <a:latin typeface="Arial"/>
                <a:cs typeface="Segoe UI"/>
              </a:rPr>
              <a:t>NDD forecast not being included in the Shipping Forecast in MPM </a:t>
            </a:r>
          </a:p>
          <a:p>
            <a:pPr marL="285750" indent="-285750">
              <a:buFont typeface="Arial"/>
              <a:buChar char="•"/>
            </a:pPr>
            <a:r>
              <a:rPr lang="en-US">
                <a:latin typeface="Arial"/>
                <a:cs typeface="Segoe UI"/>
              </a:rPr>
              <a:t>Cognitive load required for Store Team Members and Leaders to flip between email and MPM to understand the total forecast </a:t>
            </a:r>
          </a:p>
          <a:p>
            <a:pPr marL="285750" indent="-285750">
              <a:buFont typeface="Arial"/>
              <a:buChar char="•"/>
            </a:pPr>
            <a:r>
              <a:rPr lang="en-US">
                <a:latin typeface="Arial"/>
                <a:cs typeface="Segoe UI"/>
              </a:rPr>
              <a:t>Current source is Greenfield, which is not a technology sound solution and                      consistently causes problems with the Ship Forecast in MPM </a:t>
            </a:r>
            <a:endParaRPr lang="en-US"/>
          </a:p>
          <a:p>
            <a:pPr>
              <a:buNone/>
            </a:pPr>
            <a:endParaRPr lang="en-US">
              <a:latin typeface="Arial"/>
              <a:cs typeface="Segoe UI"/>
            </a:endParaRPr>
          </a:p>
        </p:txBody>
      </p:sp>
      <p:pic>
        <p:nvPicPr>
          <p:cNvPr id="5" name="Picture 4" descr="A person looking at a sign&#10;&#10;Description automatically generated">
            <a:extLst>
              <a:ext uri="{FF2B5EF4-FFF2-40B4-BE49-F238E27FC236}">
                <a16:creationId xmlns:a16="http://schemas.microsoft.com/office/drawing/2014/main" id="{DE5181E2-3F35-BA3B-C1B7-6D5986B0CEB2}"/>
              </a:ext>
            </a:extLst>
          </p:cNvPr>
          <p:cNvPicPr>
            <a:picLocks noChangeAspect="1"/>
          </p:cNvPicPr>
          <p:nvPr/>
        </p:nvPicPr>
        <p:blipFill>
          <a:blip r:embed="rId2"/>
          <a:stretch>
            <a:fillRect/>
          </a:stretch>
        </p:blipFill>
        <p:spPr>
          <a:xfrm>
            <a:off x="8437441" y="4918686"/>
            <a:ext cx="2223965" cy="1661013"/>
          </a:xfrm>
          <a:prstGeom prst="rect">
            <a:avLst/>
          </a:prstGeom>
        </p:spPr>
      </p:pic>
    </p:spTree>
    <p:extLst>
      <p:ext uri="{BB962C8B-B14F-4D97-AF65-F5344CB8AC3E}">
        <p14:creationId xmlns:p14="http://schemas.microsoft.com/office/powerpoint/2010/main" val="2431237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5622AA-80D4-A845-C86D-D448B00DA760}"/>
              </a:ext>
            </a:extLst>
          </p:cNvPr>
          <p:cNvSpPr>
            <a:spLocks noGrp="1"/>
          </p:cNvSpPr>
          <p:nvPr>
            <p:ph type="sldNum" sz="quarter" idx="10"/>
          </p:nvPr>
        </p:nvSpPr>
        <p:spPr/>
        <p:txBody>
          <a:bodyPr/>
          <a:lstStyle/>
          <a:p>
            <a:fld id="{2785879E-F879-EB4E-BB00-D936592386CB}" type="slidenum">
              <a:rPr lang="en-US" smtClean="0"/>
              <a:pPr/>
              <a:t>9</a:t>
            </a:fld>
            <a:endParaRPr lang="en-US"/>
          </a:p>
        </p:txBody>
      </p:sp>
      <p:sp>
        <p:nvSpPr>
          <p:cNvPr id="3" name="Title 2">
            <a:extLst>
              <a:ext uri="{FF2B5EF4-FFF2-40B4-BE49-F238E27FC236}">
                <a16:creationId xmlns:a16="http://schemas.microsoft.com/office/drawing/2014/main" id="{BF2911BE-0473-8B50-403C-C513E48B21EF}"/>
              </a:ext>
            </a:extLst>
          </p:cNvPr>
          <p:cNvSpPr>
            <a:spLocks noGrp="1"/>
          </p:cNvSpPr>
          <p:nvPr>
            <p:ph type="title"/>
          </p:nvPr>
        </p:nvSpPr>
        <p:spPr/>
        <p:txBody>
          <a:bodyPr/>
          <a:lstStyle/>
          <a:p>
            <a:r>
              <a:rPr lang="en-US">
                <a:latin typeface="Arial"/>
                <a:cs typeface="Arial"/>
              </a:rPr>
              <a:t>Interview Completed</a:t>
            </a:r>
            <a:endParaRPr lang="en-US"/>
          </a:p>
        </p:txBody>
      </p:sp>
      <p:sp>
        <p:nvSpPr>
          <p:cNvPr id="4" name="Text Placeholder 3">
            <a:extLst>
              <a:ext uri="{FF2B5EF4-FFF2-40B4-BE49-F238E27FC236}">
                <a16:creationId xmlns:a16="http://schemas.microsoft.com/office/drawing/2014/main" id="{F73C9F7A-E5F1-0936-0D82-7FFA1665C187}"/>
              </a:ext>
            </a:extLst>
          </p:cNvPr>
          <p:cNvSpPr>
            <a:spLocks noGrp="1"/>
          </p:cNvSpPr>
          <p:nvPr>
            <p:ph type="body" sz="quarter" idx="11"/>
          </p:nvPr>
        </p:nvSpPr>
        <p:spPr/>
        <p:txBody>
          <a:bodyPr vert="horz" lIns="0" tIns="0" rIns="0" bIns="0" rtlCol="0" anchor="t">
            <a:normAutofit/>
          </a:bodyPr>
          <a:lstStyle/>
          <a:p>
            <a:pPr marL="0" indent="0">
              <a:buNone/>
            </a:pPr>
            <a:r>
              <a:rPr lang="en-US" b="1">
                <a:latin typeface="Arial"/>
                <a:cs typeface="Arial"/>
              </a:rPr>
              <a:t>Hypothesis </a:t>
            </a:r>
          </a:p>
          <a:p>
            <a:pPr marL="0" indent="0">
              <a:buNone/>
            </a:pPr>
            <a:r>
              <a:rPr lang="en-US">
                <a:latin typeface="Arial"/>
                <a:cs typeface="Arial"/>
              </a:rPr>
              <a:t>We believe that modifying the existing Shipping Unit Plan (aka Staffing Forecast) in MPM to display their latest maximum shipping forecast for the Store Team Members and Leaders will achieve a trusted and accurate insight into the Shipping workload to complete for the day. </a:t>
            </a:r>
          </a:p>
          <a:p>
            <a:pPr marL="0" indent="0">
              <a:buNone/>
            </a:pPr>
            <a:r>
              <a:rPr lang="en-US" b="1"/>
              <a:t>Interviews </a:t>
            </a:r>
          </a:p>
          <a:p>
            <a:pPr marL="285750" indent="-285750"/>
            <a:r>
              <a:rPr lang="en-US">
                <a:latin typeface="Arial"/>
                <a:cs typeface="Arial"/>
              </a:rPr>
              <a:t>4 Operations Directors (ODs) and 14 Store Leaders (Store Directors (SDs) and Executive Team Leads (ETLs))</a:t>
            </a:r>
          </a:p>
          <a:p>
            <a:pPr marL="285750" indent="-285750"/>
            <a:r>
              <a:rPr lang="en-US">
                <a:latin typeface="Arial"/>
                <a:cs typeface="Arial"/>
              </a:rPr>
              <a:t>Interviews were conducted via Zoom and lasted for 30 minutes </a:t>
            </a:r>
          </a:p>
          <a:p>
            <a:pPr marL="285750" indent="-285750"/>
            <a:r>
              <a:rPr lang="en-US">
                <a:latin typeface="Arial"/>
                <a:cs typeface="Arial"/>
              </a:rPr>
              <a:t>Stores were selected based on: </a:t>
            </a:r>
          </a:p>
          <a:p>
            <a:pPr marL="468630" lvl="1" indent="-164465">
              <a:buFont typeface="Courier New" panose="020B0604020202020204" pitchFamily="34" charset="0"/>
              <a:buChar char="o"/>
            </a:pPr>
            <a:r>
              <a:rPr lang="en-US">
                <a:latin typeface="Arial"/>
                <a:cs typeface="Arial"/>
              </a:rPr>
              <a:t>Variety of Regions and States </a:t>
            </a:r>
          </a:p>
          <a:p>
            <a:pPr marL="468630" lvl="1" indent="-164465">
              <a:buFont typeface="Courier New" panose="020B0604020202020204" pitchFamily="34" charset="0"/>
              <a:buChar char="o"/>
            </a:pPr>
            <a:r>
              <a:rPr lang="en-US">
                <a:latin typeface="Arial"/>
                <a:cs typeface="Arial"/>
              </a:rPr>
              <a:t>Range of % of units received vs forecast for 2023 </a:t>
            </a:r>
          </a:p>
          <a:p>
            <a:pPr marL="468630" lvl="1" indent="-164465">
              <a:buFont typeface="Courier New" panose="020B0604020202020204" pitchFamily="34" charset="0"/>
              <a:buChar char="o"/>
            </a:pPr>
            <a:r>
              <a:rPr lang="en-US">
                <a:latin typeface="Arial"/>
                <a:cs typeface="Arial"/>
              </a:rPr>
              <a:t>Various Store Volumes </a:t>
            </a:r>
          </a:p>
        </p:txBody>
      </p:sp>
      <p:pic>
        <p:nvPicPr>
          <p:cNvPr id="5" name="Picture 4" descr="Online meeting or work from home">
            <a:extLst>
              <a:ext uri="{FF2B5EF4-FFF2-40B4-BE49-F238E27FC236}">
                <a16:creationId xmlns:a16="http://schemas.microsoft.com/office/drawing/2014/main" id="{DF372B75-0861-6398-3988-7BC922454BDD}"/>
              </a:ext>
            </a:extLst>
          </p:cNvPr>
          <p:cNvPicPr>
            <a:picLocks noChangeAspect="1"/>
          </p:cNvPicPr>
          <p:nvPr/>
        </p:nvPicPr>
        <p:blipFill rotWithShape="1">
          <a:blip r:embed="rId2"/>
          <a:srcRect l="11989" t="5802" r="10899" b="11928"/>
          <a:stretch/>
        </p:blipFill>
        <p:spPr>
          <a:xfrm>
            <a:off x="7402146" y="4129943"/>
            <a:ext cx="2839839" cy="2370391"/>
          </a:xfrm>
          <a:prstGeom prst="rect">
            <a:avLst/>
          </a:prstGeom>
        </p:spPr>
      </p:pic>
    </p:spTree>
    <p:extLst>
      <p:ext uri="{BB962C8B-B14F-4D97-AF65-F5344CB8AC3E}">
        <p14:creationId xmlns:p14="http://schemas.microsoft.com/office/powerpoint/2010/main" val="832937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phone&#10;&#10;Description automatically generated">
            <a:extLst>
              <a:ext uri="{FF2B5EF4-FFF2-40B4-BE49-F238E27FC236}">
                <a16:creationId xmlns:a16="http://schemas.microsoft.com/office/drawing/2014/main" id="{BE5B4226-BE9A-6453-C2A4-5D018493835B}"/>
              </a:ext>
            </a:extLst>
          </p:cNvPr>
          <p:cNvPicPr>
            <a:picLocks noChangeAspect="1"/>
          </p:cNvPicPr>
          <p:nvPr/>
        </p:nvPicPr>
        <p:blipFill>
          <a:blip r:embed="rId2"/>
          <a:stretch>
            <a:fillRect/>
          </a:stretch>
        </p:blipFill>
        <p:spPr>
          <a:xfrm>
            <a:off x="2662116" y="1339362"/>
            <a:ext cx="2524584" cy="5462953"/>
          </a:xfrm>
          <a:prstGeom prst="rect">
            <a:avLst/>
          </a:prstGeom>
        </p:spPr>
      </p:pic>
      <p:pic>
        <p:nvPicPr>
          <p:cNvPr id="7" name="Picture 6" descr="A screenshot of a phone&#10;&#10;Description automatically generated">
            <a:extLst>
              <a:ext uri="{FF2B5EF4-FFF2-40B4-BE49-F238E27FC236}">
                <a16:creationId xmlns:a16="http://schemas.microsoft.com/office/drawing/2014/main" id="{179F6BD1-7F48-D7A4-691B-5A86EEF3D8D1}"/>
              </a:ext>
            </a:extLst>
          </p:cNvPr>
          <p:cNvPicPr>
            <a:picLocks noChangeAspect="1"/>
          </p:cNvPicPr>
          <p:nvPr/>
        </p:nvPicPr>
        <p:blipFill>
          <a:blip r:embed="rId3"/>
          <a:stretch>
            <a:fillRect/>
          </a:stretch>
        </p:blipFill>
        <p:spPr>
          <a:xfrm>
            <a:off x="5421923" y="1334478"/>
            <a:ext cx="2524584" cy="5462953"/>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D05B18DC-46D5-50E3-5C97-70D7186C5394}"/>
              </a:ext>
            </a:extLst>
          </p:cNvPr>
          <p:cNvPicPr>
            <a:picLocks noChangeAspect="1"/>
          </p:cNvPicPr>
          <p:nvPr/>
        </p:nvPicPr>
        <p:blipFill>
          <a:blip r:embed="rId4"/>
          <a:stretch>
            <a:fillRect/>
          </a:stretch>
        </p:blipFill>
        <p:spPr>
          <a:xfrm>
            <a:off x="8157308" y="1334478"/>
            <a:ext cx="2524584" cy="5462953"/>
          </a:xfrm>
          <a:prstGeom prst="rect">
            <a:avLst/>
          </a:prstGeom>
        </p:spPr>
      </p:pic>
      <p:sp>
        <p:nvSpPr>
          <p:cNvPr id="11" name="Rectangle 10">
            <a:extLst>
              <a:ext uri="{FF2B5EF4-FFF2-40B4-BE49-F238E27FC236}">
                <a16:creationId xmlns:a16="http://schemas.microsoft.com/office/drawing/2014/main" id="{F2FD495E-B5AF-981A-B061-9100C9F52389}"/>
              </a:ext>
            </a:extLst>
          </p:cNvPr>
          <p:cNvSpPr/>
          <p:nvPr/>
        </p:nvSpPr>
        <p:spPr>
          <a:xfrm>
            <a:off x="1410676" y="4149968"/>
            <a:ext cx="10785231" cy="2715846"/>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a:solidFill>
                  <a:srgbClr val="000000"/>
                </a:solidFill>
                <a:cs typeface="Arial"/>
              </a:rPr>
              <a:t>Learnings</a:t>
            </a:r>
          </a:p>
          <a:p>
            <a:pPr marL="285750" indent="-285750">
              <a:buFont typeface="Arial"/>
              <a:buChar char="•"/>
            </a:pPr>
            <a:r>
              <a:rPr lang="en-US" sz="1600">
                <a:solidFill>
                  <a:srgbClr val="000000"/>
                </a:solidFill>
                <a:cs typeface="Arial"/>
              </a:rPr>
              <a:t>Preferred Option – Option 3 (15 out of 18) since it showed all details right on the screen; however, the screen felt overwhelming </a:t>
            </a:r>
          </a:p>
          <a:p>
            <a:pPr marL="285750" indent="-285750">
              <a:buFont typeface="Arial"/>
              <a:buChar char="•"/>
            </a:pPr>
            <a:r>
              <a:rPr lang="en-US" sz="1600">
                <a:solidFill>
                  <a:srgbClr val="000000"/>
                </a:solidFill>
                <a:cs typeface="Arial"/>
              </a:rPr>
              <a:t>Option 1 &amp; 3 – Unit Plan and Additional Units were extremely clear to all participants </a:t>
            </a:r>
            <a:endParaRPr lang="en-US" sz="1600">
              <a:cs typeface="Arial"/>
            </a:endParaRPr>
          </a:p>
          <a:p>
            <a:pPr marL="285750" indent="-285750">
              <a:buFont typeface="Arial"/>
              <a:buChar char="•"/>
            </a:pPr>
            <a:r>
              <a:rPr lang="en-US" sz="1600">
                <a:solidFill>
                  <a:srgbClr val="000000"/>
                </a:solidFill>
                <a:cs typeface="Arial"/>
              </a:rPr>
              <a:t>Option 2 – Max Unit Plan (combination of Unit Plan Additional Units) was understood by all; however, most felt this didn't provide a clear insight into forecast changes </a:t>
            </a:r>
          </a:p>
          <a:p>
            <a:pPr marL="285750" indent="-285750">
              <a:buFont typeface="Arial"/>
              <a:buChar char="•"/>
            </a:pPr>
            <a:r>
              <a:rPr lang="en-US" sz="1600">
                <a:solidFill>
                  <a:srgbClr val="000000"/>
                </a:solidFill>
                <a:cs typeface="Arial"/>
              </a:rPr>
              <a:t>Extremely positive feedback having the increased units directly in MPM. This eliminates the mental math done today, creates seamless communication, and understood they could receive less units. </a:t>
            </a:r>
          </a:p>
          <a:p>
            <a:pPr marL="285750" indent="-285750">
              <a:buFont typeface="Arial"/>
              <a:buChar char="•"/>
            </a:pPr>
            <a:r>
              <a:rPr lang="en-US" sz="1600">
                <a:solidFill>
                  <a:srgbClr val="000000"/>
                </a:solidFill>
                <a:cs typeface="Arial"/>
              </a:rPr>
              <a:t>All Store Leaders felt it was critical to display any size increase since it would allow for schedule adjustments (if needed) and set up the Closing Lead for success</a:t>
            </a:r>
          </a:p>
        </p:txBody>
      </p:sp>
      <p:sp>
        <p:nvSpPr>
          <p:cNvPr id="2" name="Slide Number Placeholder 1">
            <a:extLst>
              <a:ext uri="{FF2B5EF4-FFF2-40B4-BE49-F238E27FC236}">
                <a16:creationId xmlns:a16="http://schemas.microsoft.com/office/drawing/2014/main" id="{95AE372B-4621-184A-7C78-DE56B3296E4C}"/>
              </a:ext>
            </a:extLst>
          </p:cNvPr>
          <p:cNvSpPr>
            <a:spLocks noGrp="1"/>
          </p:cNvSpPr>
          <p:nvPr>
            <p:ph type="sldNum" sz="quarter" idx="10"/>
          </p:nvPr>
        </p:nvSpPr>
        <p:spPr/>
        <p:txBody>
          <a:bodyPr/>
          <a:lstStyle/>
          <a:p>
            <a:fld id="{2785879E-F879-EB4E-BB00-D936592386CB}" type="slidenum">
              <a:rPr lang="en-US" smtClean="0"/>
              <a:pPr/>
              <a:t>10</a:t>
            </a:fld>
            <a:endParaRPr lang="en-US"/>
          </a:p>
        </p:txBody>
      </p:sp>
      <p:sp>
        <p:nvSpPr>
          <p:cNvPr id="3" name="Title 2">
            <a:extLst>
              <a:ext uri="{FF2B5EF4-FFF2-40B4-BE49-F238E27FC236}">
                <a16:creationId xmlns:a16="http://schemas.microsoft.com/office/drawing/2014/main" id="{5E7E4B93-B1E5-853C-5AE6-40FA41EF2E8A}"/>
              </a:ext>
            </a:extLst>
          </p:cNvPr>
          <p:cNvSpPr>
            <a:spLocks noGrp="1"/>
          </p:cNvSpPr>
          <p:nvPr>
            <p:ph type="title"/>
          </p:nvPr>
        </p:nvSpPr>
        <p:spPr/>
        <p:txBody>
          <a:bodyPr/>
          <a:lstStyle/>
          <a:p>
            <a:r>
              <a:rPr lang="en-US">
                <a:latin typeface="Arial"/>
                <a:cs typeface="Arial"/>
              </a:rPr>
              <a:t>Visuals Shown during Interview</a:t>
            </a:r>
            <a:endParaRPr lang="en-US"/>
          </a:p>
        </p:txBody>
      </p:sp>
      <p:sp>
        <p:nvSpPr>
          <p:cNvPr id="8" name="TextBox 7">
            <a:extLst>
              <a:ext uri="{FF2B5EF4-FFF2-40B4-BE49-F238E27FC236}">
                <a16:creationId xmlns:a16="http://schemas.microsoft.com/office/drawing/2014/main" id="{592D3F67-5CD2-2489-6A5D-DD248ADCBE9F}"/>
              </a:ext>
            </a:extLst>
          </p:cNvPr>
          <p:cNvSpPr txBox="1"/>
          <p:nvPr/>
        </p:nvSpPr>
        <p:spPr>
          <a:xfrm>
            <a:off x="2663092" y="1058984"/>
            <a:ext cx="252827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a:solidFill>
                  <a:srgbClr val="000000"/>
                </a:solidFill>
                <a:cs typeface="Arial"/>
              </a:rPr>
              <a:t>Option </a:t>
            </a:r>
            <a:r>
              <a:rPr lang="en-US">
                <a:solidFill>
                  <a:srgbClr val="000000"/>
                </a:solidFill>
                <a:ea typeface="+mn-lt"/>
                <a:cs typeface="+mn-lt"/>
              </a:rPr>
              <a:t>1</a:t>
            </a:r>
            <a:endParaRPr lang="en-US">
              <a:solidFill>
                <a:srgbClr val="000000"/>
              </a:solidFill>
            </a:endParaRPr>
          </a:p>
        </p:txBody>
      </p:sp>
      <p:sp>
        <p:nvSpPr>
          <p:cNvPr id="9" name="TextBox 8">
            <a:extLst>
              <a:ext uri="{FF2B5EF4-FFF2-40B4-BE49-F238E27FC236}">
                <a16:creationId xmlns:a16="http://schemas.microsoft.com/office/drawing/2014/main" id="{08B2F028-08D4-ED2C-04A8-5DFD685B84DE}"/>
              </a:ext>
            </a:extLst>
          </p:cNvPr>
          <p:cNvSpPr txBox="1"/>
          <p:nvPr/>
        </p:nvSpPr>
        <p:spPr>
          <a:xfrm>
            <a:off x="5418015" y="1058984"/>
            <a:ext cx="252827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a:solidFill>
                  <a:srgbClr val="000000"/>
                </a:solidFill>
                <a:cs typeface="Arial"/>
              </a:rPr>
              <a:t>Option </a:t>
            </a:r>
            <a:r>
              <a:rPr lang="en-US">
                <a:solidFill>
                  <a:srgbClr val="000000"/>
                </a:solidFill>
                <a:ea typeface="+mn-lt"/>
                <a:cs typeface="+mn-lt"/>
              </a:rPr>
              <a:t>2</a:t>
            </a:r>
            <a:endParaRPr lang="en-US">
              <a:solidFill>
                <a:srgbClr val="000000"/>
              </a:solidFill>
              <a:cs typeface="Arial"/>
            </a:endParaRPr>
          </a:p>
        </p:txBody>
      </p:sp>
      <p:sp>
        <p:nvSpPr>
          <p:cNvPr id="10" name="TextBox 9">
            <a:extLst>
              <a:ext uri="{FF2B5EF4-FFF2-40B4-BE49-F238E27FC236}">
                <a16:creationId xmlns:a16="http://schemas.microsoft.com/office/drawing/2014/main" id="{E5C15303-DD74-4015-5B1F-7D58B5B0798C}"/>
              </a:ext>
            </a:extLst>
          </p:cNvPr>
          <p:cNvSpPr txBox="1"/>
          <p:nvPr/>
        </p:nvSpPr>
        <p:spPr>
          <a:xfrm>
            <a:off x="8153399" y="1058983"/>
            <a:ext cx="252827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a:solidFill>
                  <a:srgbClr val="000000"/>
                </a:solidFill>
                <a:cs typeface="Arial"/>
              </a:rPr>
              <a:t>Option </a:t>
            </a:r>
            <a:r>
              <a:rPr lang="en-US">
                <a:solidFill>
                  <a:srgbClr val="000000"/>
                </a:solidFill>
                <a:ea typeface="+mn-lt"/>
                <a:cs typeface="+mn-lt"/>
              </a:rPr>
              <a:t>3</a:t>
            </a:r>
            <a:endParaRPr lang="en-US">
              <a:solidFill>
                <a:srgbClr val="000000"/>
              </a:solidFill>
              <a:cs typeface="Arial"/>
            </a:endParaRPr>
          </a:p>
        </p:txBody>
      </p:sp>
    </p:spTree>
    <p:extLst>
      <p:ext uri="{BB962C8B-B14F-4D97-AF65-F5344CB8AC3E}">
        <p14:creationId xmlns:p14="http://schemas.microsoft.com/office/powerpoint/2010/main" val="1225892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29F094D-81C5-4523-7579-C701F7D460F4}"/>
              </a:ext>
            </a:extLst>
          </p:cNvPr>
          <p:cNvSpPr>
            <a:spLocks noGrp="1"/>
          </p:cNvSpPr>
          <p:nvPr>
            <p:ph type="sldNum" sz="quarter" idx="10"/>
          </p:nvPr>
        </p:nvSpPr>
        <p:spPr/>
        <p:txBody>
          <a:bodyPr/>
          <a:lstStyle/>
          <a:p>
            <a:fld id="{2785879E-F879-EB4E-BB00-D936592386CB}" type="slidenum">
              <a:rPr lang="en-US" smtClean="0"/>
              <a:pPr/>
              <a:t>11</a:t>
            </a:fld>
            <a:endParaRPr lang="en-US"/>
          </a:p>
        </p:txBody>
      </p:sp>
      <p:sp>
        <p:nvSpPr>
          <p:cNvPr id="3" name="Title 2">
            <a:extLst>
              <a:ext uri="{FF2B5EF4-FFF2-40B4-BE49-F238E27FC236}">
                <a16:creationId xmlns:a16="http://schemas.microsoft.com/office/drawing/2014/main" id="{6D63E554-EEB1-F4E5-F89F-09E2FE63D5FD}"/>
              </a:ext>
            </a:extLst>
          </p:cNvPr>
          <p:cNvSpPr>
            <a:spLocks noGrp="1"/>
          </p:cNvSpPr>
          <p:nvPr>
            <p:ph type="title"/>
          </p:nvPr>
        </p:nvSpPr>
        <p:spPr/>
        <p:txBody>
          <a:bodyPr/>
          <a:lstStyle/>
          <a:p>
            <a:r>
              <a:rPr lang="en-US">
                <a:latin typeface="Arial"/>
                <a:cs typeface="Arial"/>
              </a:rPr>
              <a:t>Iterated Visuals</a:t>
            </a:r>
            <a:endParaRPr lang="en-US"/>
          </a:p>
        </p:txBody>
      </p:sp>
      <p:pic>
        <p:nvPicPr>
          <p:cNvPr id="11" name="Picture 10" descr="A screenshot of a phone&#10;&#10;Description automatically generated">
            <a:extLst>
              <a:ext uri="{FF2B5EF4-FFF2-40B4-BE49-F238E27FC236}">
                <a16:creationId xmlns:a16="http://schemas.microsoft.com/office/drawing/2014/main" id="{6B11A0BA-5EBE-576B-1AD4-71D667C39AC2}"/>
              </a:ext>
            </a:extLst>
          </p:cNvPr>
          <p:cNvPicPr>
            <a:picLocks noChangeAspect="1"/>
          </p:cNvPicPr>
          <p:nvPr/>
        </p:nvPicPr>
        <p:blipFill>
          <a:blip r:embed="rId2"/>
          <a:stretch>
            <a:fillRect/>
          </a:stretch>
        </p:blipFill>
        <p:spPr>
          <a:xfrm>
            <a:off x="2660162" y="1337408"/>
            <a:ext cx="2514815" cy="5472723"/>
          </a:xfrm>
          <a:prstGeom prst="rect">
            <a:avLst/>
          </a:prstGeom>
        </p:spPr>
      </p:pic>
      <p:pic>
        <p:nvPicPr>
          <p:cNvPr id="17" name="Picture 16" descr="A screenshot of a phone&#10;&#10;Description automatically generated">
            <a:extLst>
              <a:ext uri="{FF2B5EF4-FFF2-40B4-BE49-F238E27FC236}">
                <a16:creationId xmlns:a16="http://schemas.microsoft.com/office/drawing/2014/main" id="{4ABB9579-0AAA-0179-E8CE-AA5B73DB87F7}"/>
              </a:ext>
            </a:extLst>
          </p:cNvPr>
          <p:cNvPicPr>
            <a:picLocks noChangeAspect="1"/>
          </p:cNvPicPr>
          <p:nvPr/>
        </p:nvPicPr>
        <p:blipFill>
          <a:blip r:embed="rId3"/>
          <a:stretch>
            <a:fillRect/>
          </a:stretch>
        </p:blipFill>
        <p:spPr>
          <a:xfrm>
            <a:off x="8155354" y="1342292"/>
            <a:ext cx="2524584" cy="5453184"/>
          </a:xfrm>
          <a:prstGeom prst="rect">
            <a:avLst/>
          </a:prstGeom>
        </p:spPr>
      </p:pic>
      <p:pic>
        <p:nvPicPr>
          <p:cNvPr id="21" name="Picture 20" descr="A screenshot of a phone&#10;&#10;Description automatically generated">
            <a:extLst>
              <a:ext uri="{FF2B5EF4-FFF2-40B4-BE49-F238E27FC236}">
                <a16:creationId xmlns:a16="http://schemas.microsoft.com/office/drawing/2014/main" id="{E220327F-A8CC-028B-40DE-27FEFF5431DB}"/>
              </a:ext>
            </a:extLst>
          </p:cNvPr>
          <p:cNvPicPr>
            <a:picLocks noChangeAspect="1"/>
          </p:cNvPicPr>
          <p:nvPr/>
        </p:nvPicPr>
        <p:blipFill>
          <a:blip r:embed="rId4"/>
          <a:stretch>
            <a:fillRect/>
          </a:stretch>
        </p:blipFill>
        <p:spPr>
          <a:xfrm>
            <a:off x="5419969" y="1342292"/>
            <a:ext cx="2524584" cy="5453185"/>
          </a:xfrm>
          <a:prstGeom prst="rect">
            <a:avLst/>
          </a:prstGeom>
        </p:spPr>
      </p:pic>
      <p:sp>
        <p:nvSpPr>
          <p:cNvPr id="19" name="Rectangle 18">
            <a:extLst>
              <a:ext uri="{FF2B5EF4-FFF2-40B4-BE49-F238E27FC236}">
                <a16:creationId xmlns:a16="http://schemas.microsoft.com/office/drawing/2014/main" id="{4E1789A3-18FC-ED47-6FAE-2878AA09D99F}"/>
              </a:ext>
            </a:extLst>
          </p:cNvPr>
          <p:cNvSpPr/>
          <p:nvPr/>
        </p:nvSpPr>
        <p:spPr>
          <a:xfrm>
            <a:off x="1410676" y="5087814"/>
            <a:ext cx="10785231" cy="172915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b="1" dirty="0">
                <a:solidFill>
                  <a:srgbClr val="000000"/>
                </a:solidFill>
                <a:cs typeface="Arial"/>
              </a:rPr>
              <a:t>Learnings </a:t>
            </a:r>
            <a:endParaRPr lang="en-US" dirty="0">
              <a:solidFill>
                <a:srgbClr val="000000"/>
              </a:solidFill>
              <a:cs typeface="Arial"/>
            </a:endParaRPr>
          </a:p>
          <a:p>
            <a:pPr marL="285750" indent="-285750">
              <a:buFont typeface="Arial"/>
              <a:buChar char="•"/>
            </a:pPr>
            <a:r>
              <a:rPr lang="en-US" dirty="0">
                <a:solidFill>
                  <a:srgbClr val="000000"/>
                </a:solidFill>
                <a:cs typeface="Arial"/>
              </a:rPr>
              <a:t>Option 4 – Created to hide the details, but Leaders didn't like the pop up because it covered details</a:t>
            </a:r>
          </a:p>
          <a:p>
            <a:pPr marL="285750" indent="-285750">
              <a:buFont typeface="Arial"/>
              <a:buChar char="•"/>
            </a:pPr>
            <a:r>
              <a:rPr lang="en-US" dirty="0">
                <a:solidFill>
                  <a:srgbClr val="000000"/>
                </a:solidFill>
                <a:cs typeface="Arial"/>
              </a:rPr>
              <a:t>Option 3a – Created to declutter Option 3, but Leaders didn't notice 'Updated Unit Plan' at the bottom</a:t>
            </a:r>
          </a:p>
          <a:p>
            <a:pPr marL="285750" indent="-285750">
              <a:buFont typeface="Arial"/>
              <a:buChar char="•"/>
            </a:pPr>
            <a:r>
              <a:rPr lang="en-US" dirty="0">
                <a:solidFill>
                  <a:srgbClr val="000000"/>
                </a:solidFill>
                <a:cs typeface="Arial"/>
              </a:rPr>
              <a:t>Option 3b – Created based on 3a's feedback. Turned into the favorite option</a:t>
            </a:r>
          </a:p>
        </p:txBody>
      </p:sp>
      <p:sp>
        <p:nvSpPr>
          <p:cNvPr id="23" name="TextBox 22">
            <a:extLst>
              <a:ext uri="{FF2B5EF4-FFF2-40B4-BE49-F238E27FC236}">
                <a16:creationId xmlns:a16="http://schemas.microsoft.com/office/drawing/2014/main" id="{A880E6EC-AFAF-0710-E8B8-D1A1644344C9}"/>
              </a:ext>
            </a:extLst>
          </p:cNvPr>
          <p:cNvSpPr txBox="1"/>
          <p:nvPr/>
        </p:nvSpPr>
        <p:spPr>
          <a:xfrm>
            <a:off x="2663092" y="1058984"/>
            <a:ext cx="252827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a:solidFill>
                  <a:srgbClr val="000000"/>
                </a:solidFill>
                <a:cs typeface="Arial"/>
              </a:rPr>
              <a:t>Option 4</a:t>
            </a:r>
          </a:p>
        </p:txBody>
      </p:sp>
      <p:sp>
        <p:nvSpPr>
          <p:cNvPr id="25" name="TextBox 24">
            <a:extLst>
              <a:ext uri="{FF2B5EF4-FFF2-40B4-BE49-F238E27FC236}">
                <a16:creationId xmlns:a16="http://schemas.microsoft.com/office/drawing/2014/main" id="{5681296E-E9CF-7885-552D-0C16060A1AA9}"/>
              </a:ext>
            </a:extLst>
          </p:cNvPr>
          <p:cNvSpPr txBox="1"/>
          <p:nvPr/>
        </p:nvSpPr>
        <p:spPr>
          <a:xfrm>
            <a:off x="5418015" y="1058984"/>
            <a:ext cx="252827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a:solidFill>
                  <a:srgbClr val="000000"/>
                </a:solidFill>
                <a:cs typeface="Arial"/>
              </a:rPr>
              <a:t>Option </a:t>
            </a:r>
            <a:r>
              <a:rPr lang="en-US">
                <a:solidFill>
                  <a:srgbClr val="000000"/>
                </a:solidFill>
                <a:ea typeface="+mn-lt"/>
                <a:cs typeface="+mn-lt"/>
              </a:rPr>
              <a:t>3a</a:t>
            </a:r>
            <a:endParaRPr lang="en-US">
              <a:solidFill>
                <a:srgbClr val="000000"/>
              </a:solidFill>
              <a:cs typeface="Arial"/>
            </a:endParaRPr>
          </a:p>
        </p:txBody>
      </p:sp>
      <p:sp>
        <p:nvSpPr>
          <p:cNvPr id="27" name="TextBox 26">
            <a:extLst>
              <a:ext uri="{FF2B5EF4-FFF2-40B4-BE49-F238E27FC236}">
                <a16:creationId xmlns:a16="http://schemas.microsoft.com/office/drawing/2014/main" id="{31FA5D25-A49C-812B-2F25-22870CC5C521}"/>
              </a:ext>
            </a:extLst>
          </p:cNvPr>
          <p:cNvSpPr txBox="1"/>
          <p:nvPr/>
        </p:nvSpPr>
        <p:spPr>
          <a:xfrm>
            <a:off x="8153399" y="1058983"/>
            <a:ext cx="2528276"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a:solidFill>
                  <a:srgbClr val="000000"/>
                </a:solidFill>
                <a:cs typeface="Arial"/>
              </a:rPr>
              <a:t>Option </a:t>
            </a:r>
            <a:r>
              <a:rPr lang="en-US">
                <a:solidFill>
                  <a:srgbClr val="000000"/>
                </a:solidFill>
                <a:ea typeface="+mn-lt"/>
                <a:cs typeface="+mn-lt"/>
              </a:rPr>
              <a:t>3b</a:t>
            </a:r>
            <a:endParaRPr lang="en-US">
              <a:solidFill>
                <a:srgbClr val="000000"/>
              </a:solidFill>
              <a:cs typeface="Arial"/>
            </a:endParaRPr>
          </a:p>
        </p:txBody>
      </p:sp>
    </p:spTree>
    <p:extLst>
      <p:ext uri="{BB962C8B-B14F-4D97-AF65-F5344CB8AC3E}">
        <p14:creationId xmlns:p14="http://schemas.microsoft.com/office/powerpoint/2010/main" val="2145902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7DD7A1-B5C4-A551-C4C0-A825CA0889AB}"/>
              </a:ext>
            </a:extLst>
          </p:cNvPr>
          <p:cNvSpPr>
            <a:spLocks noGrp="1"/>
          </p:cNvSpPr>
          <p:nvPr>
            <p:ph type="sldNum" sz="quarter" idx="10"/>
          </p:nvPr>
        </p:nvSpPr>
        <p:spPr/>
        <p:txBody>
          <a:bodyPr/>
          <a:lstStyle/>
          <a:p>
            <a:fld id="{2785879E-F879-EB4E-BB00-D936592386CB}" type="slidenum">
              <a:rPr lang="en-US" smtClean="0"/>
              <a:pPr/>
              <a:t>12</a:t>
            </a:fld>
            <a:endParaRPr lang="en-US"/>
          </a:p>
        </p:txBody>
      </p:sp>
      <p:sp>
        <p:nvSpPr>
          <p:cNvPr id="3" name="Title 2">
            <a:extLst>
              <a:ext uri="{FF2B5EF4-FFF2-40B4-BE49-F238E27FC236}">
                <a16:creationId xmlns:a16="http://schemas.microsoft.com/office/drawing/2014/main" id="{2D7133F3-4C13-270F-F142-5291E95BE2FE}"/>
              </a:ext>
            </a:extLst>
          </p:cNvPr>
          <p:cNvSpPr>
            <a:spLocks noGrp="1"/>
          </p:cNvSpPr>
          <p:nvPr>
            <p:ph type="title"/>
          </p:nvPr>
        </p:nvSpPr>
        <p:spPr/>
        <p:txBody>
          <a:bodyPr/>
          <a:lstStyle/>
          <a:p>
            <a:r>
              <a:rPr lang="en-US">
                <a:latin typeface="Arial"/>
                <a:cs typeface="Arial"/>
              </a:rPr>
              <a:t>Findings Summary</a:t>
            </a:r>
            <a:endParaRPr lang="en-US"/>
          </a:p>
        </p:txBody>
      </p:sp>
      <p:pic>
        <p:nvPicPr>
          <p:cNvPr id="6" name="Picture 5" descr="A screenshot of a phone&#10;&#10;Description automatically generated">
            <a:extLst>
              <a:ext uri="{FF2B5EF4-FFF2-40B4-BE49-F238E27FC236}">
                <a16:creationId xmlns:a16="http://schemas.microsoft.com/office/drawing/2014/main" id="{701B7AE5-D1D3-B324-CC9B-A709BB991A3B}"/>
              </a:ext>
            </a:extLst>
          </p:cNvPr>
          <p:cNvPicPr>
            <a:picLocks noChangeAspect="1"/>
          </p:cNvPicPr>
          <p:nvPr/>
        </p:nvPicPr>
        <p:blipFill>
          <a:blip r:embed="rId2"/>
          <a:stretch>
            <a:fillRect/>
          </a:stretch>
        </p:blipFill>
        <p:spPr>
          <a:xfrm>
            <a:off x="9142046" y="453293"/>
            <a:ext cx="2573430" cy="5599722"/>
          </a:xfrm>
          <a:prstGeom prst="rect">
            <a:avLst/>
          </a:prstGeom>
        </p:spPr>
      </p:pic>
      <p:sp>
        <p:nvSpPr>
          <p:cNvPr id="5" name="Text Placeholder 3">
            <a:extLst>
              <a:ext uri="{FF2B5EF4-FFF2-40B4-BE49-F238E27FC236}">
                <a16:creationId xmlns:a16="http://schemas.microsoft.com/office/drawing/2014/main" id="{1810914A-172D-02FC-152A-A0B702392012}"/>
              </a:ext>
            </a:extLst>
          </p:cNvPr>
          <p:cNvSpPr txBox="1">
            <a:spLocks/>
          </p:cNvSpPr>
          <p:nvPr/>
        </p:nvSpPr>
        <p:spPr>
          <a:xfrm>
            <a:off x="1949350" y="993292"/>
            <a:ext cx="9981423" cy="357894"/>
          </a:xfrm>
          <a:prstGeom prst="rect">
            <a:avLst/>
          </a:prstGeom>
        </p:spPr>
        <p:txBody>
          <a:bodyPr vert="horz" lIns="0" tIns="0" rIns="0" bIns="0" rtlCol="0" anchor="t">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i="1">
                <a:latin typeface="Arial"/>
                <a:cs typeface="Arial"/>
              </a:rPr>
              <a:t>The option that most resonated was Option 3b</a:t>
            </a:r>
            <a:endParaRPr lang="en-US"/>
          </a:p>
        </p:txBody>
      </p:sp>
      <p:sp>
        <p:nvSpPr>
          <p:cNvPr id="10" name="TextBox 8">
            <a:extLst>
              <a:ext uri="{FF2B5EF4-FFF2-40B4-BE49-F238E27FC236}">
                <a16:creationId xmlns:a16="http://schemas.microsoft.com/office/drawing/2014/main" id="{0E80202B-4A5D-40E2-99BA-811059AB9710}"/>
              </a:ext>
            </a:extLst>
          </p:cNvPr>
          <p:cNvSpPr txBox="1"/>
          <p:nvPr/>
        </p:nvSpPr>
        <p:spPr>
          <a:xfrm>
            <a:off x="1823247" y="6467231"/>
            <a:ext cx="2743200" cy="169277"/>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cs typeface="Arial"/>
              </a:rPr>
              <a:t>Executive Team Leader</a:t>
            </a:r>
            <a:endParaRPr lang="en-US"/>
          </a:p>
        </p:txBody>
      </p:sp>
      <p:sp>
        <p:nvSpPr>
          <p:cNvPr id="11" name="Speech Bubble: Rectangle with Corners Rounded 10">
            <a:extLst>
              <a:ext uri="{FF2B5EF4-FFF2-40B4-BE49-F238E27FC236}">
                <a16:creationId xmlns:a16="http://schemas.microsoft.com/office/drawing/2014/main" id="{7E8AF265-81C5-74CC-B918-FC7FDD68DDBA}"/>
              </a:ext>
            </a:extLst>
          </p:cNvPr>
          <p:cNvSpPr/>
          <p:nvPr/>
        </p:nvSpPr>
        <p:spPr>
          <a:xfrm>
            <a:off x="1582872" y="1303934"/>
            <a:ext cx="2817394" cy="1303421"/>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dirty="0">
                <a:solidFill>
                  <a:schemeClr val="bg1"/>
                </a:solidFill>
                <a:cs typeface="Arial"/>
              </a:rPr>
              <a:t>“I don’t see any reason </a:t>
            </a:r>
            <a:r>
              <a:rPr lang="en-US" sz="1400" i="1" dirty="0">
                <a:solidFill>
                  <a:schemeClr val="bg1"/>
                </a:solidFill>
                <a:cs typeface="Arial"/>
              </a:rPr>
              <a:t>not </a:t>
            </a:r>
            <a:r>
              <a:rPr lang="en-US" sz="1400" dirty="0">
                <a:solidFill>
                  <a:schemeClr val="bg1"/>
                </a:solidFill>
                <a:cs typeface="Arial"/>
              </a:rPr>
              <a:t>to like this. I don’t see anything </a:t>
            </a:r>
            <a:r>
              <a:rPr lang="en-US" sz="1400" b="1" dirty="0">
                <a:solidFill>
                  <a:schemeClr val="bg1"/>
                </a:solidFill>
                <a:cs typeface="Arial"/>
              </a:rPr>
              <a:t>simpler </a:t>
            </a:r>
            <a:r>
              <a:rPr lang="en-US" sz="1400" dirty="0">
                <a:solidFill>
                  <a:schemeClr val="bg1"/>
                </a:solidFill>
                <a:cs typeface="Arial"/>
              </a:rPr>
              <a:t>than this for the teams.”</a:t>
            </a:r>
          </a:p>
        </p:txBody>
      </p:sp>
      <p:pic>
        <p:nvPicPr>
          <p:cNvPr id="12" name="Picture 11" descr="A cartoon of a person&#10;&#10;Description automatically generated">
            <a:extLst>
              <a:ext uri="{FF2B5EF4-FFF2-40B4-BE49-F238E27FC236}">
                <a16:creationId xmlns:a16="http://schemas.microsoft.com/office/drawing/2014/main" id="{6F0C39F5-46B0-DFD0-6E9B-8C20746444F9}"/>
              </a:ext>
            </a:extLst>
          </p:cNvPr>
          <p:cNvPicPr>
            <a:picLocks noChangeAspect="1"/>
          </p:cNvPicPr>
          <p:nvPr/>
        </p:nvPicPr>
        <p:blipFill>
          <a:blip r:embed="rId3"/>
          <a:stretch>
            <a:fillRect/>
          </a:stretch>
        </p:blipFill>
        <p:spPr>
          <a:xfrm>
            <a:off x="6030185" y="4792579"/>
            <a:ext cx="1524000" cy="1524000"/>
          </a:xfrm>
          <a:prstGeom prst="rect">
            <a:avLst/>
          </a:prstGeom>
        </p:spPr>
      </p:pic>
      <p:sp>
        <p:nvSpPr>
          <p:cNvPr id="13" name="TextBox 12">
            <a:extLst>
              <a:ext uri="{FF2B5EF4-FFF2-40B4-BE49-F238E27FC236}">
                <a16:creationId xmlns:a16="http://schemas.microsoft.com/office/drawing/2014/main" id="{BD757B50-6B87-A535-FEE5-9F051B183E0F}"/>
              </a:ext>
            </a:extLst>
          </p:cNvPr>
          <p:cNvSpPr txBox="1"/>
          <p:nvPr/>
        </p:nvSpPr>
        <p:spPr>
          <a:xfrm>
            <a:off x="5418579" y="6146131"/>
            <a:ext cx="2743200" cy="169277"/>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cs typeface="Arial"/>
              </a:rPr>
              <a:t>Store Manager</a:t>
            </a:r>
            <a:endParaRPr lang="en-US"/>
          </a:p>
        </p:txBody>
      </p:sp>
      <p:sp>
        <p:nvSpPr>
          <p:cNvPr id="14" name="TextBox 15">
            <a:extLst>
              <a:ext uri="{FF2B5EF4-FFF2-40B4-BE49-F238E27FC236}">
                <a16:creationId xmlns:a16="http://schemas.microsoft.com/office/drawing/2014/main" id="{4F7B0D1E-4288-EABA-9DAB-F6D46F1BFB8E}"/>
              </a:ext>
            </a:extLst>
          </p:cNvPr>
          <p:cNvSpPr txBox="1"/>
          <p:nvPr/>
        </p:nvSpPr>
        <p:spPr>
          <a:xfrm>
            <a:off x="3841621" y="3740072"/>
            <a:ext cx="2743200" cy="169277"/>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cs typeface="Arial"/>
              </a:rPr>
              <a:t>Operations Director</a:t>
            </a:r>
            <a:endParaRPr lang="en-US"/>
          </a:p>
        </p:txBody>
      </p:sp>
      <p:sp>
        <p:nvSpPr>
          <p:cNvPr id="16" name="Speech Bubble: Rectangle with Corners Rounded 15">
            <a:extLst>
              <a:ext uri="{FF2B5EF4-FFF2-40B4-BE49-F238E27FC236}">
                <a16:creationId xmlns:a16="http://schemas.microsoft.com/office/drawing/2014/main" id="{1407DD8B-0BD3-71C2-3DA4-4F2B37673E2C}"/>
              </a:ext>
            </a:extLst>
          </p:cNvPr>
          <p:cNvSpPr/>
          <p:nvPr/>
        </p:nvSpPr>
        <p:spPr>
          <a:xfrm>
            <a:off x="4589224" y="4176088"/>
            <a:ext cx="1863866" cy="1392114"/>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solidFill>
                  <a:schemeClr val="bg1"/>
                </a:solidFill>
                <a:cs typeface="Arial"/>
              </a:rPr>
              <a:t>“Show the </a:t>
            </a:r>
            <a:r>
              <a:rPr lang="en-US" sz="1400" b="1">
                <a:solidFill>
                  <a:schemeClr val="bg1"/>
                </a:solidFill>
                <a:cs typeface="Arial"/>
              </a:rPr>
              <a:t>increase </a:t>
            </a:r>
            <a:r>
              <a:rPr lang="en-US" sz="1400">
                <a:solidFill>
                  <a:schemeClr val="bg1"/>
                </a:solidFill>
                <a:cs typeface="Arial"/>
              </a:rPr>
              <a:t>even if it's small, so we can learn the view and trust and understand it”</a:t>
            </a:r>
          </a:p>
        </p:txBody>
      </p:sp>
      <p:sp>
        <p:nvSpPr>
          <p:cNvPr id="17" name="Speech Bubble: Rectangle with Corners Rounded 16">
            <a:extLst>
              <a:ext uri="{FF2B5EF4-FFF2-40B4-BE49-F238E27FC236}">
                <a16:creationId xmlns:a16="http://schemas.microsoft.com/office/drawing/2014/main" id="{5927D433-D621-F1AE-5549-C2CEA5F37C1F}"/>
              </a:ext>
            </a:extLst>
          </p:cNvPr>
          <p:cNvSpPr/>
          <p:nvPr/>
        </p:nvSpPr>
        <p:spPr>
          <a:xfrm>
            <a:off x="4711083" y="1303163"/>
            <a:ext cx="3480930" cy="1203930"/>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solidFill>
                  <a:schemeClr val="bg1"/>
                </a:solidFill>
                <a:cs typeface="Arial"/>
              </a:rPr>
              <a:t>“Don’t hold any numbers back, we want full </a:t>
            </a:r>
            <a:r>
              <a:rPr lang="en-US" sz="1400" b="1">
                <a:solidFill>
                  <a:schemeClr val="bg1"/>
                </a:solidFill>
                <a:cs typeface="Arial"/>
              </a:rPr>
              <a:t>visibility</a:t>
            </a:r>
            <a:r>
              <a:rPr lang="en-US" sz="1400">
                <a:solidFill>
                  <a:schemeClr val="bg1"/>
                </a:solidFill>
                <a:cs typeface="Arial"/>
              </a:rPr>
              <a:t>. If it’s in front of us, we have an opportunity to do something about it or have a back up plan.”</a:t>
            </a:r>
          </a:p>
        </p:txBody>
      </p:sp>
      <p:sp>
        <p:nvSpPr>
          <p:cNvPr id="18" name="Speech Bubble: Rectangle with Corners Rounded 17">
            <a:extLst>
              <a:ext uri="{FF2B5EF4-FFF2-40B4-BE49-F238E27FC236}">
                <a16:creationId xmlns:a16="http://schemas.microsoft.com/office/drawing/2014/main" id="{8DAEFF04-609D-3532-5FEB-DB1547C94EB5}"/>
              </a:ext>
            </a:extLst>
          </p:cNvPr>
          <p:cNvSpPr/>
          <p:nvPr/>
        </p:nvSpPr>
        <p:spPr>
          <a:xfrm>
            <a:off x="1871322" y="4020809"/>
            <a:ext cx="2235867" cy="1263315"/>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solidFill>
                  <a:schemeClr val="bg1"/>
                </a:solidFill>
                <a:cs typeface="Arial"/>
              </a:rPr>
              <a:t>“We have to get that </a:t>
            </a:r>
            <a:r>
              <a:rPr lang="en-US" sz="1400" b="1">
                <a:solidFill>
                  <a:schemeClr val="bg1"/>
                </a:solidFill>
                <a:cs typeface="Arial"/>
              </a:rPr>
              <a:t>green </a:t>
            </a:r>
            <a:r>
              <a:rPr lang="en-US" sz="1400">
                <a:solidFill>
                  <a:schemeClr val="bg1"/>
                </a:solidFill>
                <a:cs typeface="Arial"/>
              </a:rPr>
              <a:t>arrow to the end of the grey bar, that’s all that matters”</a:t>
            </a:r>
          </a:p>
        </p:txBody>
      </p:sp>
      <p:sp>
        <p:nvSpPr>
          <p:cNvPr id="19" name="Speech Bubble: Rectangle with Corners Rounded 18">
            <a:extLst>
              <a:ext uri="{FF2B5EF4-FFF2-40B4-BE49-F238E27FC236}">
                <a16:creationId xmlns:a16="http://schemas.microsoft.com/office/drawing/2014/main" id="{9EEAE795-A612-C153-1E61-4301DDBFAEA2}"/>
              </a:ext>
            </a:extLst>
          </p:cNvPr>
          <p:cNvSpPr/>
          <p:nvPr/>
        </p:nvSpPr>
        <p:spPr>
          <a:xfrm>
            <a:off x="6589090" y="3255468"/>
            <a:ext cx="2977557" cy="1518086"/>
          </a:xfrm>
          <a:prstGeom prst="wedgeRoundRectCallou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400">
                <a:solidFill>
                  <a:schemeClr val="bg1"/>
                </a:solidFill>
                <a:cs typeface="Arial"/>
              </a:rPr>
              <a:t>“We are constantly going back and forth to calculate and figure out where we are at. There's a lot of </a:t>
            </a:r>
            <a:r>
              <a:rPr lang="en-US" sz="1400" b="1">
                <a:solidFill>
                  <a:schemeClr val="bg1"/>
                </a:solidFill>
                <a:cs typeface="Arial"/>
              </a:rPr>
              <a:t>math</a:t>
            </a:r>
            <a:r>
              <a:rPr lang="en-US" sz="1400">
                <a:solidFill>
                  <a:schemeClr val="bg1"/>
                </a:solidFill>
                <a:cs typeface="Arial"/>
              </a:rPr>
              <a:t>. This takes away the extra step for us, and makes it easier for us” </a:t>
            </a:r>
          </a:p>
        </p:txBody>
      </p:sp>
      <p:pic>
        <p:nvPicPr>
          <p:cNvPr id="22" name="Picture 21" descr="A cartoon of a person&#10;&#10;Description automatically generated">
            <a:extLst>
              <a:ext uri="{FF2B5EF4-FFF2-40B4-BE49-F238E27FC236}">
                <a16:creationId xmlns:a16="http://schemas.microsoft.com/office/drawing/2014/main" id="{97CA9EE2-EB56-50B2-0882-28695BC9453B}"/>
              </a:ext>
            </a:extLst>
          </p:cNvPr>
          <p:cNvPicPr>
            <a:picLocks noChangeAspect="1"/>
          </p:cNvPicPr>
          <p:nvPr/>
        </p:nvPicPr>
        <p:blipFill>
          <a:blip r:embed="rId4"/>
          <a:stretch>
            <a:fillRect/>
          </a:stretch>
        </p:blipFill>
        <p:spPr>
          <a:xfrm>
            <a:off x="2434852" y="5113679"/>
            <a:ext cx="1524000" cy="1524000"/>
          </a:xfrm>
          <a:prstGeom prst="rect">
            <a:avLst/>
          </a:prstGeom>
        </p:spPr>
      </p:pic>
      <p:pic>
        <p:nvPicPr>
          <p:cNvPr id="23" name="Picture 22" descr="A cartoon of a person&#10;&#10;Description automatically generated">
            <a:extLst>
              <a:ext uri="{FF2B5EF4-FFF2-40B4-BE49-F238E27FC236}">
                <a16:creationId xmlns:a16="http://schemas.microsoft.com/office/drawing/2014/main" id="{C047B336-8344-2B9D-C05E-D59F94D0D0E9}"/>
              </a:ext>
            </a:extLst>
          </p:cNvPr>
          <p:cNvPicPr>
            <a:picLocks noChangeAspect="1"/>
          </p:cNvPicPr>
          <p:nvPr/>
        </p:nvPicPr>
        <p:blipFill>
          <a:blip r:embed="rId5"/>
          <a:stretch>
            <a:fillRect/>
          </a:stretch>
        </p:blipFill>
        <p:spPr>
          <a:xfrm>
            <a:off x="1280502" y="2286733"/>
            <a:ext cx="1542074" cy="1610458"/>
          </a:xfrm>
          <a:prstGeom prst="rect">
            <a:avLst/>
          </a:prstGeom>
        </p:spPr>
      </p:pic>
      <p:pic>
        <p:nvPicPr>
          <p:cNvPr id="24" name="Picture 23" descr="A cartoon of a person&#10;&#10;Description automatically generated">
            <a:extLst>
              <a:ext uri="{FF2B5EF4-FFF2-40B4-BE49-F238E27FC236}">
                <a16:creationId xmlns:a16="http://schemas.microsoft.com/office/drawing/2014/main" id="{BCDC0CAA-0ADC-5A49-2AE3-FCFD67AAC464}"/>
              </a:ext>
            </a:extLst>
          </p:cNvPr>
          <p:cNvPicPr>
            <a:picLocks noChangeAspect="1"/>
          </p:cNvPicPr>
          <p:nvPr/>
        </p:nvPicPr>
        <p:blipFill>
          <a:blip r:embed="rId6"/>
          <a:stretch>
            <a:fillRect/>
          </a:stretch>
        </p:blipFill>
        <p:spPr>
          <a:xfrm>
            <a:off x="4221040" y="2306272"/>
            <a:ext cx="1669074" cy="1610459"/>
          </a:xfrm>
          <a:prstGeom prst="rect">
            <a:avLst/>
          </a:prstGeom>
        </p:spPr>
      </p:pic>
      <p:sp>
        <p:nvSpPr>
          <p:cNvPr id="26" name="TextBox 15">
            <a:extLst>
              <a:ext uri="{FF2B5EF4-FFF2-40B4-BE49-F238E27FC236}">
                <a16:creationId xmlns:a16="http://schemas.microsoft.com/office/drawing/2014/main" id="{7A6EED90-45F0-C8C5-B90D-98568D0927A6}"/>
              </a:ext>
            </a:extLst>
          </p:cNvPr>
          <p:cNvSpPr txBox="1"/>
          <p:nvPr/>
        </p:nvSpPr>
        <p:spPr>
          <a:xfrm>
            <a:off x="637313" y="3788918"/>
            <a:ext cx="2743200" cy="169277"/>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a:cs typeface="Arial"/>
              </a:rPr>
              <a:t>Operations Director</a:t>
            </a:r>
            <a:endParaRPr lang="en-US"/>
          </a:p>
        </p:txBody>
      </p:sp>
    </p:spTree>
    <p:extLst>
      <p:ext uri="{BB962C8B-B14F-4D97-AF65-F5344CB8AC3E}">
        <p14:creationId xmlns:p14="http://schemas.microsoft.com/office/powerpoint/2010/main" val="2578602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2">
            <a:extLst>
              <a:ext uri="{FF2B5EF4-FFF2-40B4-BE49-F238E27FC236}">
                <a16:creationId xmlns:a16="http://schemas.microsoft.com/office/drawing/2014/main" id="{206EB590-EB5B-75B1-9CBA-97EB689B5B15}"/>
              </a:ext>
            </a:extLst>
          </p:cNvPr>
          <p:cNvSpPr txBox="1">
            <a:spLocks/>
          </p:cNvSpPr>
          <p:nvPr/>
        </p:nvSpPr>
        <p:spPr>
          <a:xfrm>
            <a:off x="371292" y="531925"/>
            <a:ext cx="10289123" cy="430005"/>
          </a:xfrm>
          <a:prstGeom prst="rect">
            <a:avLst/>
          </a:prstGeom>
        </p:spPr>
        <p:txBody>
          <a:bodyPr vert="horz" lIns="0" tIns="0" rIns="0" bIns="0" rtlCol="0" anchor="t">
            <a:noAutofit/>
          </a:bodyPr>
          <a:lstStyle>
            <a:lvl1pPr algn="ctr" defTabSz="914400" rtl="0" eaLnBrk="1" latinLnBrk="0" hangingPunct="1">
              <a:lnSpc>
                <a:spcPct val="90000"/>
              </a:lnSpc>
              <a:spcBef>
                <a:spcPct val="0"/>
              </a:spcBef>
              <a:buNone/>
              <a:defRPr sz="5400" b="1" kern="1200">
                <a:solidFill>
                  <a:schemeClr val="tx1"/>
                </a:solidFill>
                <a:latin typeface="Arial" panose="020B0604020202020204" pitchFamily="34" charset="0"/>
                <a:ea typeface="+mj-ea"/>
                <a:cs typeface="Arial" panose="020B0604020202020204" pitchFamily="34" charset="0"/>
              </a:defRPr>
            </a:lvl1pPr>
          </a:lstStyle>
          <a:p>
            <a:pPr algn="l"/>
            <a:r>
              <a:rPr lang="en-US" sz="3200">
                <a:latin typeface="Arial"/>
                <a:cs typeface="Arial"/>
              </a:rPr>
              <a:t>Next Steps</a:t>
            </a:r>
            <a:endParaRPr lang="en-US" sz="3200"/>
          </a:p>
        </p:txBody>
      </p:sp>
      <p:sp>
        <p:nvSpPr>
          <p:cNvPr id="17" name="Text Placeholder 3">
            <a:extLst>
              <a:ext uri="{FF2B5EF4-FFF2-40B4-BE49-F238E27FC236}">
                <a16:creationId xmlns:a16="http://schemas.microsoft.com/office/drawing/2014/main" id="{A2C1ABCC-08B1-2565-08AA-52DCB5EF9D48}"/>
              </a:ext>
            </a:extLst>
          </p:cNvPr>
          <p:cNvSpPr txBox="1">
            <a:spLocks/>
          </p:cNvSpPr>
          <p:nvPr/>
        </p:nvSpPr>
        <p:spPr>
          <a:xfrm>
            <a:off x="371293" y="1341438"/>
            <a:ext cx="6469223" cy="4703762"/>
          </a:xfrm>
          <a:prstGeom prst="rect">
            <a:avLst/>
          </a:prstGeom>
        </p:spPr>
        <p:txBody>
          <a:bodyPr vert="horz" lIns="0" tIns="0" rIns="0" bIns="0" rtlCol="0" anchor="t">
            <a:normAutofit/>
          </a:bodyPr>
          <a:lstStyle>
            <a:lvl1pPr marL="0" indent="0" algn="ctr" defTabSz="914400" rtl="0" eaLnBrk="1" latinLnBrk="0" hangingPunct="1">
              <a:lnSpc>
                <a:spcPct val="90000"/>
              </a:lnSpc>
              <a:spcBef>
                <a:spcPts val="1000"/>
              </a:spcBef>
              <a:buFont typeface="Arial" panose="020B0604020202020204" pitchFamily="34" charset="0"/>
              <a:buNone/>
              <a:tabLst/>
              <a:defRPr sz="1800" kern="1200">
                <a:solidFill>
                  <a:schemeClr val="accent1"/>
                </a:solidFill>
                <a:latin typeface="Arial" panose="020B0604020202020204" pitchFamily="34" charset="0"/>
                <a:ea typeface="+mn-ea"/>
                <a:cs typeface="Arial" panose="020B0604020202020204" pitchFamily="34" charset="0"/>
              </a:defRPr>
            </a:lvl1pPr>
            <a:lvl2pPr marL="320040" indent="-164592" algn="ctr"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2pPr>
            <a:lvl3pPr marL="457200" indent="-164592" algn="ctr"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3pPr>
            <a:lvl4pPr marL="594360" indent="-164592" algn="ctr"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4pPr>
            <a:lvl5pPr marL="731520" indent="-164592" algn="ctr" defTabSz="914400" rtl="0" eaLnBrk="1" latinLnBrk="0" hangingPunct="1">
              <a:lnSpc>
                <a:spcPct val="90000"/>
              </a:lnSpc>
              <a:spcBef>
                <a:spcPts val="500"/>
              </a:spcBef>
              <a:buFont typeface="Arial" panose="020B0604020202020204" pitchFamily="34" charset="0"/>
              <a:buChar char="•"/>
              <a:tabLst/>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l">
              <a:buChar char="•"/>
            </a:pPr>
            <a:r>
              <a:rPr lang="en-US" dirty="0">
                <a:solidFill>
                  <a:schemeClr val="tx1"/>
                </a:solidFill>
                <a:latin typeface="Arial"/>
                <a:cs typeface="Arial"/>
              </a:rPr>
              <a:t>Add Next Day Delivery into the already existing Unit Plan value in MPM </a:t>
            </a:r>
            <a:endParaRPr lang="en-US">
              <a:solidFill>
                <a:schemeClr val="tx1"/>
              </a:solidFill>
            </a:endParaRPr>
          </a:p>
          <a:p>
            <a:pPr marL="285750" indent="-285750" algn="l">
              <a:buChar char="•"/>
            </a:pPr>
            <a:r>
              <a:rPr lang="en-US" dirty="0">
                <a:solidFill>
                  <a:schemeClr val="tx1"/>
                </a:solidFill>
                <a:latin typeface="Arial"/>
                <a:cs typeface="Arial"/>
              </a:rPr>
              <a:t>More HQ conversations regarding how to implement showing additional unit plan values in MPM</a:t>
            </a:r>
          </a:p>
          <a:p>
            <a:pPr marL="285750" indent="-285750" algn="l">
              <a:buChar char="•"/>
            </a:pPr>
            <a:endParaRPr lang="en-US">
              <a:solidFill>
                <a:schemeClr val="tx1"/>
              </a:solidFill>
              <a:latin typeface="Arial"/>
              <a:cs typeface="Arial"/>
            </a:endParaRPr>
          </a:p>
        </p:txBody>
      </p:sp>
      <p:pic>
        <p:nvPicPr>
          <p:cNvPr id="2" name="Picture 1" descr="A screenshot of a phone&#10;&#10;Description automatically generated">
            <a:extLst>
              <a:ext uri="{FF2B5EF4-FFF2-40B4-BE49-F238E27FC236}">
                <a16:creationId xmlns:a16="http://schemas.microsoft.com/office/drawing/2014/main" id="{83CDCB69-25CB-912F-69E8-3BE42DCC1E0C}"/>
              </a:ext>
            </a:extLst>
          </p:cNvPr>
          <p:cNvPicPr>
            <a:picLocks noChangeAspect="1"/>
          </p:cNvPicPr>
          <p:nvPr/>
        </p:nvPicPr>
        <p:blipFill>
          <a:blip r:embed="rId2"/>
          <a:stretch>
            <a:fillRect/>
          </a:stretch>
        </p:blipFill>
        <p:spPr>
          <a:xfrm>
            <a:off x="6938000" y="365369"/>
            <a:ext cx="2827430" cy="6117492"/>
          </a:xfrm>
          <a:prstGeom prst="rect">
            <a:avLst/>
          </a:prstGeom>
          <a:ln>
            <a:solidFill>
              <a:schemeClr val="tx1"/>
            </a:solidFill>
          </a:ln>
        </p:spPr>
      </p:pic>
      <p:sp>
        <p:nvSpPr>
          <p:cNvPr id="3" name="Rectangle 2">
            <a:extLst>
              <a:ext uri="{FF2B5EF4-FFF2-40B4-BE49-F238E27FC236}">
                <a16:creationId xmlns:a16="http://schemas.microsoft.com/office/drawing/2014/main" id="{D8AB9596-68B1-0A1D-0483-E9169F287817}"/>
              </a:ext>
            </a:extLst>
          </p:cNvPr>
          <p:cNvSpPr/>
          <p:nvPr/>
        </p:nvSpPr>
        <p:spPr>
          <a:xfrm>
            <a:off x="7580924" y="1885461"/>
            <a:ext cx="918306" cy="214923"/>
          </a:xfrm>
          <a:prstGeom prst="rect">
            <a:avLst/>
          </a:prstGeom>
          <a:no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3143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4B4BC-2878-4225-A0BD-E6618B204EF6}"/>
              </a:ext>
            </a:extLst>
          </p:cNvPr>
          <p:cNvSpPr>
            <a:spLocks noGrp="1"/>
          </p:cNvSpPr>
          <p:nvPr>
            <p:ph type="ctrTitle"/>
          </p:nvPr>
        </p:nvSpPr>
        <p:spPr/>
        <p:txBody>
          <a:bodyPr/>
          <a:lstStyle/>
          <a:p>
            <a:r>
              <a:rPr lang="en-US" dirty="0">
                <a:latin typeface="Arial"/>
                <a:cs typeface="Arial"/>
              </a:rPr>
              <a:t>Sort by Store Close Removal Pilot</a:t>
            </a:r>
            <a:endParaRPr lang="en-US" dirty="0"/>
          </a:p>
        </p:txBody>
      </p:sp>
    </p:spTree>
    <p:extLst>
      <p:ext uri="{BB962C8B-B14F-4D97-AF65-F5344CB8AC3E}">
        <p14:creationId xmlns:p14="http://schemas.microsoft.com/office/powerpoint/2010/main" val="25312070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85CB469-06FE-3781-0981-2835E35AD70F}"/>
              </a:ext>
            </a:extLst>
          </p:cNvPr>
          <p:cNvSpPr>
            <a:spLocks noGrp="1"/>
          </p:cNvSpPr>
          <p:nvPr>
            <p:ph type="sldNum" sz="quarter" idx="10"/>
          </p:nvPr>
        </p:nvSpPr>
        <p:spPr/>
        <p:txBody>
          <a:bodyPr/>
          <a:lstStyle/>
          <a:p>
            <a:fld id="{2785879E-F879-EB4E-BB00-D936592386CB}" type="slidenum">
              <a:rPr lang="en-US" smtClean="0"/>
              <a:pPr/>
              <a:t>15</a:t>
            </a:fld>
            <a:endParaRPr lang="en-US"/>
          </a:p>
        </p:txBody>
      </p:sp>
      <p:sp>
        <p:nvSpPr>
          <p:cNvPr id="3" name="Title 2">
            <a:extLst>
              <a:ext uri="{FF2B5EF4-FFF2-40B4-BE49-F238E27FC236}">
                <a16:creationId xmlns:a16="http://schemas.microsoft.com/office/drawing/2014/main" id="{998986B0-A068-2E6F-2603-C3AFA8F2DDD5}"/>
              </a:ext>
            </a:extLst>
          </p:cNvPr>
          <p:cNvSpPr>
            <a:spLocks noGrp="1"/>
          </p:cNvSpPr>
          <p:nvPr>
            <p:ph type="title"/>
          </p:nvPr>
        </p:nvSpPr>
        <p:spPr/>
        <p:txBody>
          <a:bodyPr/>
          <a:lstStyle/>
          <a:p>
            <a:r>
              <a:rPr lang="en-US" dirty="0">
                <a:latin typeface="Arial"/>
                <a:cs typeface="Arial"/>
              </a:rPr>
              <a:t>Current State</a:t>
            </a:r>
            <a:endParaRPr lang="en-US" dirty="0"/>
          </a:p>
        </p:txBody>
      </p:sp>
      <p:sp>
        <p:nvSpPr>
          <p:cNvPr id="4" name="Text Placeholder 3">
            <a:extLst>
              <a:ext uri="{FF2B5EF4-FFF2-40B4-BE49-F238E27FC236}">
                <a16:creationId xmlns:a16="http://schemas.microsoft.com/office/drawing/2014/main" id="{57743CA7-56C3-3642-D6F8-ECCDD94CC22C}"/>
              </a:ext>
            </a:extLst>
          </p:cNvPr>
          <p:cNvSpPr>
            <a:spLocks noGrp="1"/>
          </p:cNvSpPr>
          <p:nvPr>
            <p:ph type="body" sz="quarter" idx="11"/>
          </p:nvPr>
        </p:nvSpPr>
        <p:spPr/>
        <p:txBody>
          <a:bodyPr vert="horz" lIns="0" tIns="0" rIns="0" bIns="0" rtlCol="0" anchor="t">
            <a:normAutofit/>
          </a:bodyPr>
          <a:lstStyle/>
          <a:p>
            <a:pPr marL="0" indent="0">
              <a:buNone/>
            </a:pPr>
            <a:r>
              <a:rPr lang="en-US" b="1" dirty="0">
                <a:latin typeface="Arial"/>
                <a:cs typeface="Arial"/>
              </a:rPr>
              <a:t>284 Stores</a:t>
            </a:r>
          </a:p>
          <a:p>
            <a:r>
              <a:rPr lang="en-US" dirty="0">
                <a:latin typeface="Arial"/>
                <a:cs typeface="Arial"/>
              </a:rPr>
              <a:t>May 14th - Launched with first 2 Stores </a:t>
            </a:r>
            <a:endParaRPr lang="en-US" dirty="0"/>
          </a:p>
          <a:p>
            <a:pPr lvl="1" indent="-164465">
              <a:buFont typeface="Courier New" panose="020B0604020202020204" pitchFamily="34" charset="0"/>
              <a:buChar char="o"/>
            </a:pPr>
            <a:r>
              <a:rPr lang="en-US" dirty="0">
                <a:latin typeface="Arial"/>
                <a:cs typeface="Arial"/>
              </a:rPr>
              <a:t>T1247 (Green Bay, WI) and T2300 (Minneapolis, MN) </a:t>
            </a:r>
          </a:p>
          <a:p>
            <a:r>
              <a:rPr lang="en-US" dirty="0">
                <a:latin typeface="Arial"/>
                <a:cs typeface="Arial"/>
              </a:rPr>
              <a:t>June 11th - Added 10 additional Stores</a:t>
            </a:r>
          </a:p>
          <a:p>
            <a:pPr lvl="1" indent="-164465">
              <a:buFont typeface="Courier New" panose="020B0604020202020204" pitchFamily="34" charset="0"/>
              <a:buChar char="o"/>
            </a:pPr>
            <a:r>
              <a:rPr lang="en-US" dirty="0">
                <a:latin typeface="Arial"/>
                <a:cs typeface="Arial"/>
              </a:rPr>
              <a:t>Milwaukee and Phoenix NDD Markets </a:t>
            </a:r>
            <a:endParaRPr lang="en-US" dirty="0"/>
          </a:p>
          <a:p>
            <a:r>
              <a:rPr lang="en-US" dirty="0">
                <a:latin typeface="Arial"/>
                <a:cs typeface="Arial"/>
              </a:rPr>
              <a:t>June 25th - Added 272 additional Stores </a:t>
            </a:r>
          </a:p>
          <a:p>
            <a:pPr lvl="1" indent="-164465">
              <a:buFont typeface="Courier New" panose="020B0604020202020204" pitchFamily="34" charset="0"/>
              <a:buChar char="o"/>
            </a:pPr>
            <a:r>
              <a:rPr lang="en-US" dirty="0">
                <a:latin typeface="Arial"/>
                <a:cs typeface="Arial"/>
              </a:rPr>
              <a:t>Chicago and Minneapolis NDD Markets </a:t>
            </a:r>
            <a:endParaRPr lang="en-US" dirty="0"/>
          </a:p>
          <a:p>
            <a:pPr lvl="1" indent="-164465">
              <a:buFont typeface="Courier New" panose="020B0604020202020204" pitchFamily="34" charset="0"/>
              <a:buChar char="o"/>
            </a:pPr>
            <a:r>
              <a:rPr lang="en-US" dirty="0">
                <a:latin typeface="Arial"/>
                <a:cs typeface="Arial"/>
              </a:rPr>
              <a:t>Florida Stores </a:t>
            </a:r>
          </a:p>
          <a:p>
            <a:pPr marL="0" indent="0">
              <a:buNone/>
            </a:pPr>
            <a:endParaRPr lang="en-US" dirty="0">
              <a:latin typeface="Arial"/>
              <a:cs typeface="Arial"/>
            </a:endParaRPr>
          </a:p>
          <a:p>
            <a:pPr marL="0" indent="0">
              <a:buNone/>
            </a:pPr>
            <a:r>
              <a:rPr lang="en-US" dirty="0">
                <a:latin typeface="Arial"/>
                <a:cs typeface="Arial"/>
              </a:rPr>
              <a:t>Balance of Chain roll out in September 2024 </a:t>
            </a:r>
            <a:endParaRPr lang="en-US"/>
          </a:p>
        </p:txBody>
      </p:sp>
      <p:pic>
        <p:nvPicPr>
          <p:cNvPr id="6" name="Picture 5" descr="Screens screenshots of a phone&#10;&#10;Description automatically generated">
            <a:extLst>
              <a:ext uri="{FF2B5EF4-FFF2-40B4-BE49-F238E27FC236}">
                <a16:creationId xmlns:a16="http://schemas.microsoft.com/office/drawing/2014/main" id="{5529E623-C4A9-4909-A4F3-F813887F4F38}"/>
              </a:ext>
            </a:extLst>
          </p:cNvPr>
          <p:cNvPicPr>
            <a:picLocks noChangeAspect="1"/>
          </p:cNvPicPr>
          <p:nvPr/>
        </p:nvPicPr>
        <p:blipFill>
          <a:blip r:embed="rId2"/>
          <a:stretch>
            <a:fillRect/>
          </a:stretch>
        </p:blipFill>
        <p:spPr>
          <a:xfrm>
            <a:off x="6093802" y="1130179"/>
            <a:ext cx="5774103" cy="5125182"/>
          </a:xfrm>
          <a:prstGeom prst="rect">
            <a:avLst/>
          </a:prstGeom>
        </p:spPr>
      </p:pic>
    </p:spTree>
    <p:extLst>
      <p:ext uri="{BB962C8B-B14F-4D97-AF65-F5344CB8AC3E}">
        <p14:creationId xmlns:p14="http://schemas.microsoft.com/office/powerpoint/2010/main" val="3960872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37EA18-E207-D647-AC9F-81B942C85C7C}"/>
              </a:ext>
            </a:extLst>
          </p:cNvPr>
          <p:cNvSpPr>
            <a:spLocks noGrp="1"/>
          </p:cNvSpPr>
          <p:nvPr>
            <p:ph type="sldNum" sz="quarter" idx="10"/>
          </p:nvPr>
        </p:nvSpPr>
        <p:spPr/>
        <p:txBody>
          <a:bodyPr/>
          <a:lstStyle/>
          <a:p>
            <a:fld id="{2785879E-F879-EB4E-BB00-D936592386CB}" type="slidenum">
              <a:rPr lang="en-US" smtClean="0"/>
              <a:pPr/>
              <a:t>16</a:t>
            </a:fld>
            <a:endParaRPr lang="en-US"/>
          </a:p>
        </p:txBody>
      </p:sp>
      <p:sp>
        <p:nvSpPr>
          <p:cNvPr id="3" name="Title 2">
            <a:extLst>
              <a:ext uri="{FF2B5EF4-FFF2-40B4-BE49-F238E27FC236}">
                <a16:creationId xmlns:a16="http://schemas.microsoft.com/office/drawing/2014/main" id="{20C7C17E-A5A5-A20D-AFA5-A786D70AAC7C}"/>
              </a:ext>
            </a:extLst>
          </p:cNvPr>
          <p:cNvSpPr>
            <a:spLocks noGrp="1"/>
          </p:cNvSpPr>
          <p:nvPr>
            <p:ph type="title"/>
          </p:nvPr>
        </p:nvSpPr>
        <p:spPr/>
        <p:txBody>
          <a:bodyPr/>
          <a:lstStyle/>
          <a:p>
            <a:r>
              <a:rPr lang="en-US" dirty="0">
                <a:latin typeface="Arial"/>
                <a:cs typeface="Arial"/>
              </a:rPr>
              <a:t>SBSC Removal Pilot</a:t>
            </a:r>
            <a:endParaRPr lang="en-US" dirty="0"/>
          </a:p>
        </p:txBody>
      </p:sp>
      <p:sp>
        <p:nvSpPr>
          <p:cNvPr id="4" name="Text Placeholder 3">
            <a:extLst>
              <a:ext uri="{FF2B5EF4-FFF2-40B4-BE49-F238E27FC236}">
                <a16:creationId xmlns:a16="http://schemas.microsoft.com/office/drawing/2014/main" id="{0794D8A2-7FCB-D86C-B38A-75585DAEE255}"/>
              </a:ext>
            </a:extLst>
          </p:cNvPr>
          <p:cNvSpPr>
            <a:spLocks noGrp="1"/>
          </p:cNvSpPr>
          <p:nvPr>
            <p:ph type="body" sz="quarter" idx="11"/>
          </p:nvPr>
        </p:nvSpPr>
        <p:spPr>
          <a:xfrm>
            <a:off x="371293" y="1058131"/>
            <a:ext cx="10288992" cy="5612300"/>
          </a:xfrm>
        </p:spPr>
        <p:txBody>
          <a:bodyPr vert="horz" lIns="0" tIns="0" rIns="0" bIns="0" rtlCol="0" anchor="t">
            <a:normAutofit/>
          </a:bodyPr>
          <a:lstStyle/>
          <a:p>
            <a:pPr marL="0" indent="0">
              <a:buNone/>
            </a:pPr>
            <a:r>
              <a:rPr lang="en-US" sz="1600" dirty="0">
                <a:latin typeface="Arial"/>
                <a:cs typeface="Arial"/>
              </a:rPr>
              <a:t>Interviewed 14 Stores </a:t>
            </a:r>
            <a:endParaRPr lang="en-US" sz="1600" dirty="0"/>
          </a:p>
          <a:p>
            <a:pPr marL="0" indent="0">
              <a:buNone/>
            </a:pPr>
            <a:r>
              <a:rPr lang="en-US" sz="1600" dirty="0">
                <a:latin typeface="Arial"/>
                <a:cs typeface="Arial"/>
              </a:rPr>
              <a:t>Findings / Next Steps</a:t>
            </a:r>
            <a:endParaRPr lang="en-US" sz="1600" dirty="0"/>
          </a:p>
          <a:p>
            <a:pPr marL="285750" indent="-285750"/>
            <a:r>
              <a:rPr lang="en-US" sz="1600" dirty="0">
                <a:latin typeface="Arial"/>
                <a:cs typeface="Arial"/>
              </a:rPr>
              <a:t>Problem - Comm left areas of confusion for the Store Teams and some Stores didn't see the comm</a:t>
            </a:r>
          </a:p>
          <a:p>
            <a:pPr marL="468630" lvl="1" indent="-285750">
              <a:buFont typeface="Courier New" panose="020B0604020202020204" pitchFamily="34" charset="0"/>
              <a:buChar char="o"/>
            </a:pPr>
            <a:r>
              <a:rPr lang="en-US" sz="1600" dirty="0">
                <a:latin typeface="Arial"/>
                <a:cs typeface="Arial"/>
              </a:rPr>
              <a:t>1) "Reset" comm with 284 Stores; 2) Add ~3 more stores; 3) More Store Leadership education</a:t>
            </a:r>
          </a:p>
          <a:p>
            <a:pPr marL="285750" indent="-285750"/>
            <a:r>
              <a:rPr lang="en-US" sz="1600" dirty="0">
                <a:latin typeface="Arial"/>
                <a:cs typeface="Arial"/>
              </a:rPr>
              <a:t>Problem – Some Store Teams were confused on when they should stop working </a:t>
            </a:r>
            <a:endParaRPr lang="en-US" sz="1600" dirty="0"/>
          </a:p>
          <a:p>
            <a:pPr marL="468630" lvl="1" indent="-285750">
              <a:buFont typeface="Courier New" panose="020B0604020202020204" pitchFamily="34" charset="0"/>
              <a:buChar char="o"/>
            </a:pPr>
            <a:r>
              <a:rPr lang="en-US" sz="1600" dirty="0">
                <a:latin typeface="Arial"/>
                <a:cs typeface="Arial"/>
              </a:rPr>
              <a:t>Updating </a:t>
            </a:r>
            <a:r>
              <a:rPr lang="en-US" sz="1600" dirty="0" err="1">
                <a:latin typeface="Arial"/>
                <a:cs typeface="Arial"/>
              </a:rPr>
              <a:t>myDay</a:t>
            </a:r>
            <a:r>
              <a:rPr lang="en-US" sz="1600" dirty="0">
                <a:latin typeface="Arial"/>
                <a:cs typeface="Arial"/>
              </a:rPr>
              <a:t> "Today's Work Remaining" to "Today's Work to </a:t>
            </a:r>
            <a:r>
              <a:rPr lang="en-US" sz="1600">
                <a:latin typeface="Arial"/>
                <a:cs typeface="Arial"/>
              </a:rPr>
              <a:t>Pack"</a:t>
            </a:r>
            <a:endParaRPr lang="en-US" sz="1600" dirty="0"/>
          </a:p>
          <a:p>
            <a:pPr marL="285750" indent="-285750"/>
            <a:r>
              <a:rPr lang="en-US" sz="1600" dirty="0">
                <a:latin typeface="Arial"/>
                <a:cs typeface="Arial"/>
              </a:rPr>
              <a:t>Problem - ODs are unable to understand if the Stores will complete all work for the end of the day</a:t>
            </a:r>
          </a:p>
          <a:p>
            <a:pPr marL="468630" lvl="1" indent="-285750">
              <a:buFont typeface="Courier New" panose="020B0604020202020204" pitchFamily="34" charset="0"/>
              <a:buChar char="o"/>
            </a:pPr>
            <a:r>
              <a:rPr lang="en-US" sz="1600" dirty="0">
                <a:latin typeface="Arial"/>
                <a:cs typeface="Arial"/>
              </a:rPr>
              <a:t>Add Remaining Today's Work to Target &amp; RGD screens in MPM to replace SBSC value </a:t>
            </a:r>
            <a:endParaRPr lang="en-US" sz="1600" dirty="0"/>
          </a:p>
          <a:p>
            <a:pPr marL="285750" indent="-285750"/>
            <a:r>
              <a:rPr lang="en-US" sz="1600" dirty="0">
                <a:latin typeface="Arial"/>
                <a:cs typeface="Arial"/>
              </a:rPr>
              <a:t>Problem - SBSC showing 0's in MPM gave TMs indication they didn't yet receive SBSC work</a:t>
            </a:r>
            <a:endParaRPr lang="en-US" sz="1600" dirty="0"/>
          </a:p>
          <a:p>
            <a:pPr marL="468630" lvl="1" indent="-285750">
              <a:buFont typeface="Courier New" panose="020B0604020202020204" pitchFamily="34" charset="0"/>
              <a:buChar char="o"/>
            </a:pPr>
            <a:r>
              <a:rPr lang="en-US" sz="1600" dirty="0">
                <a:latin typeface="Arial"/>
                <a:cs typeface="Arial"/>
              </a:rPr>
              <a:t>Remove SBSC bucket when roll to chain </a:t>
            </a:r>
          </a:p>
          <a:p>
            <a:pPr marL="285750" indent="-285750"/>
            <a:r>
              <a:rPr lang="en-US" sz="1600" dirty="0">
                <a:latin typeface="Arial"/>
                <a:cs typeface="Arial"/>
              </a:rPr>
              <a:t>Problem - TMs finding "bugs" in Remaining Today's Work value </a:t>
            </a:r>
          </a:p>
          <a:p>
            <a:pPr marL="468630" lvl="1" indent="-285750">
              <a:buFont typeface="Courier New" panose="020B0604020202020204" pitchFamily="34" charset="0"/>
              <a:buChar char="o"/>
            </a:pPr>
            <a:r>
              <a:rPr lang="en-US" sz="1600" dirty="0">
                <a:latin typeface="Arial"/>
                <a:cs typeface="Arial"/>
              </a:rPr>
              <a:t>Waiting on more information; already completed extensive research and didn't find an issue</a:t>
            </a:r>
          </a:p>
          <a:p>
            <a:pPr marL="0" indent="0">
              <a:buNone/>
            </a:pPr>
            <a:r>
              <a:rPr lang="en-US" sz="1600" dirty="0">
                <a:latin typeface="Arial"/>
                <a:cs typeface="Arial"/>
              </a:rPr>
              <a:t>Measures of Success</a:t>
            </a:r>
            <a:endParaRPr lang="en-US" sz="1600" dirty="0"/>
          </a:p>
          <a:p>
            <a:pPr marL="0" indent="0">
              <a:buNone/>
            </a:pPr>
            <a:endParaRPr lang="en-US" sz="1600" dirty="0"/>
          </a:p>
          <a:p>
            <a:pPr marL="285750" indent="-285750"/>
            <a:endParaRPr lang="en-US" sz="1600" dirty="0"/>
          </a:p>
        </p:txBody>
      </p:sp>
      <p:graphicFrame>
        <p:nvGraphicFramePr>
          <p:cNvPr id="6" name="Table 5">
            <a:extLst>
              <a:ext uri="{FF2B5EF4-FFF2-40B4-BE49-F238E27FC236}">
                <a16:creationId xmlns:a16="http://schemas.microsoft.com/office/drawing/2014/main" id="{9C3EE3DC-378E-F9A2-78F5-70B10FCDC71C}"/>
              </a:ext>
            </a:extLst>
          </p:cNvPr>
          <p:cNvGraphicFramePr>
            <a:graphicFrameLocks noGrp="1"/>
          </p:cNvGraphicFramePr>
          <p:nvPr>
            <p:extLst>
              <p:ext uri="{D42A27DB-BD31-4B8C-83A1-F6EECF244321}">
                <p14:modId xmlns:p14="http://schemas.microsoft.com/office/powerpoint/2010/main" val="837787732"/>
              </p:ext>
            </p:extLst>
          </p:nvPr>
        </p:nvGraphicFramePr>
        <p:xfrm>
          <a:off x="556846" y="5255845"/>
          <a:ext cx="6459414" cy="1359876"/>
        </p:xfrm>
        <a:graphic>
          <a:graphicData uri="http://schemas.openxmlformats.org/drawingml/2006/table">
            <a:tbl>
              <a:tblPr firstRow="1" bandRow="1">
                <a:tableStyleId>{5C22544A-7EE6-4342-B048-85BDC9FD1C3A}</a:tableStyleId>
              </a:tblPr>
              <a:tblGrid>
                <a:gridCol w="1289538">
                  <a:extLst>
                    <a:ext uri="{9D8B030D-6E8A-4147-A177-3AD203B41FA5}">
                      <a16:colId xmlns:a16="http://schemas.microsoft.com/office/drawing/2014/main" val="2359397071"/>
                    </a:ext>
                  </a:extLst>
                </a:gridCol>
                <a:gridCol w="2086707">
                  <a:extLst>
                    <a:ext uri="{9D8B030D-6E8A-4147-A177-3AD203B41FA5}">
                      <a16:colId xmlns:a16="http://schemas.microsoft.com/office/drawing/2014/main" val="2381906331"/>
                    </a:ext>
                  </a:extLst>
                </a:gridCol>
                <a:gridCol w="3083169">
                  <a:extLst>
                    <a:ext uri="{9D8B030D-6E8A-4147-A177-3AD203B41FA5}">
                      <a16:colId xmlns:a16="http://schemas.microsoft.com/office/drawing/2014/main" val="3124845282"/>
                    </a:ext>
                  </a:extLst>
                </a:gridCol>
              </a:tblGrid>
              <a:tr h="339969">
                <a:tc>
                  <a:txBody>
                    <a:bodyPr/>
                    <a:lstStyle/>
                    <a:p>
                      <a:endParaRPr lang="en-US" sz="1600" dirty="0"/>
                    </a:p>
                  </a:txBody>
                  <a:tcPr/>
                </a:tc>
                <a:tc>
                  <a:txBody>
                    <a:bodyPr/>
                    <a:lstStyle/>
                    <a:p>
                      <a:r>
                        <a:rPr lang="en-US" sz="1600" dirty="0"/>
                        <a:t>Carryover %</a:t>
                      </a:r>
                    </a:p>
                  </a:txBody>
                  <a:tcPr/>
                </a:tc>
                <a:tc>
                  <a:txBody>
                    <a:bodyPr/>
                    <a:lstStyle/>
                    <a:p>
                      <a:r>
                        <a:rPr lang="en-US" sz="1600" dirty="0"/>
                        <a:t>% Completed to Units Due</a:t>
                      </a:r>
                    </a:p>
                  </a:txBody>
                  <a:tcPr/>
                </a:tc>
                <a:extLst>
                  <a:ext uri="{0D108BD9-81ED-4DB2-BD59-A6C34878D82A}">
                    <a16:rowId xmlns:a16="http://schemas.microsoft.com/office/drawing/2014/main" val="110661434"/>
                  </a:ext>
                </a:extLst>
              </a:tr>
              <a:tr h="339969">
                <a:tc>
                  <a:txBody>
                    <a:bodyPr/>
                    <a:lstStyle/>
                    <a:p>
                      <a:r>
                        <a:rPr lang="en-US" sz="1600" dirty="0"/>
                        <a:t>Week 1</a:t>
                      </a:r>
                    </a:p>
                  </a:txBody>
                  <a:tcPr/>
                </a:tc>
                <a:tc>
                  <a:txBody>
                    <a:bodyPr/>
                    <a:lstStyle/>
                    <a:p>
                      <a:r>
                        <a:rPr lang="en-US" sz="1600" dirty="0"/>
                        <a:t>1.58%</a:t>
                      </a:r>
                    </a:p>
                  </a:txBody>
                  <a:tcPr/>
                </a:tc>
                <a:tc>
                  <a:txBody>
                    <a:bodyPr/>
                    <a:lstStyle/>
                    <a:p>
                      <a:r>
                        <a:rPr lang="en-US" sz="1600" dirty="0"/>
                        <a:t>105.13%</a:t>
                      </a:r>
                    </a:p>
                  </a:txBody>
                  <a:tcPr/>
                </a:tc>
                <a:extLst>
                  <a:ext uri="{0D108BD9-81ED-4DB2-BD59-A6C34878D82A}">
                    <a16:rowId xmlns:a16="http://schemas.microsoft.com/office/drawing/2014/main" val="3183289672"/>
                  </a:ext>
                </a:extLst>
              </a:tr>
              <a:tr h="339969">
                <a:tc>
                  <a:txBody>
                    <a:bodyPr/>
                    <a:lstStyle/>
                    <a:p>
                      <a:r>
                        <a:rPr lang="en-US" sz="1600" dirty="0"/>
                        <a:t>Week 2</a:t>
                      </a:r>
                    </a:p>
                  </a:txBody>
                  <a:tcPr/>
                </a:tc>
                <a:tc>
                  <a:txBody>
                    <a:bodyPr/>
                    <a:lstStyle/>
                    <a:p>
                      <a:r>
                        <a:rPr lang="en-US" sz="1600" dirty="0"/>
                        <a:t>1.08%</a:t>
                      </a:r>
                    </a:p>
                  </a:txBody>
                  <a:tcPr/>
                </a:tc>
                <a:tc>
                  <a:txBody>
                    <a:bodyPr/>
                    <a:lstStyle/>
                    <a:p>
                      <a:r>
                        <a:rPr lang="en-US" sz="1600" dirty="0"/>
                        <a:t>103.76%</a:t>
                      </a:r>
                    </a:p>
                  </a:txBody>
                  <a:tcPr/>
                </a:tc>
                <a:extLst>
                  <a:ext uri="{0D108BD9-81ED-4DB2-BD59-A6C34878D82A}">
                    <a16:rowId xmlns:a16="http://schemas.microsoft.com/office/drawing/2014/main" val="784549846"/>
                  </a:ext>
                </a:extLst>
              </a:tr>
              <a:tr h="339969">
                <a:tc>
                  <a:txBody>
                    <a:bodyPr/>
                    <a:lstStyle/>
                    <a:p>
                      <a:r>
                        <a:rPr lang="en-US" sz="1600" dirty="0"/>
                        <a:t>Week 3</a:t>
                      </a:r>
                    </a:p>
                  </a:txBody>
                  <a:tcPr/>
                </a:tc>
                <a:tc>
                  <a:txBody>
                    <a:bodyPr/>
                    <a:lstStyle/>
                    <a:p>
                      <a:r>
                        <a:rPr lang="en-US" sz="1600" dirty="0"/>
                        <a:t>0.88%</a:t>
                      </a:r>
                    </a:p>
                  </a:txBody>
                  <a:tcPr/>
                </a:tc>
                <a:tc>
                  <a:txBody>
                    <a:bodyPr/>
                    <a:lstStyle/>
                    <a:p>
                      <a:r>
                        <a:rPr lang="en-US" sz="1600" dirty="0"/>
                        <a:t>103.11%</a:t>
                      </a:r>
                    </a:p>
                  </a:txBody>
                  <a:tcPr/>
                </a:tc>
                <a:extLst>
                  <a:ext uri="{0D108BD9-81ED-4DB2-BD59-A6C34878D82A}">
                    <a16:rowId xmlns:a16="http://schemas.microsoft.com/office/drawing/2014/main" val="900910536"/>
                  </a:ext>
                </a:extLst>
              </a:tr>
            </a:tbl>
          </a:graphicData>
        </a:graphic>
      </p:graphicFrame>
      <p:sp>
        <p:nvSpPr>
          <p:cNvPr id="7" name="TextBox 6">
            <a:extLst>
              <a:ext uri="{FF2B5EF4-FFF2-40B4-BE49-F238E27FC236}">
                <a16:creationId xmlns:a16="http://schemas.microsoft.com/office/drawing/2014/main" id="{4742FE55-D33B-340B-527D-3C532AC8AAF1}"/>
              </a:ext>
            </a:extLst>
          </p:cNvPr>
          <p:cNvSpPr txBox="1"/>
          <p:nvPr/>
        </p:nvSpPr>
        <p:spPr>
          <a:xfrm>
            <a:off x="554404" y="6648775"/>
            <a:ext cx="6456646" cy="20005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ctr"/>
            <a:r>
              <a:rPr lang="en-US" sz="1300" dirty="0">
                <a:solidFill>
                  <a:srgbClr val="000000"/>
                </a:solidFill>
                <a:cs typeface="Arial"/>
              </a:rPr>
              <a:t>Carryover % Baseline = 1.54% | % Completed Baseline = 101.13%</a:t>
            </a:r>
          </a:p>
        </p:txBody>
      </p:sp>
    </p:spTree>
    <p:extLst>
      <p:ext uri="{BB962C8B-B14F-4D97-AF65-F5344CB8AC3E}">
        <p14:creationId xmlns:p14="http://schemas.microsoft.com/office/powerpoint/2010/main" val="739426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C71B6C-7F38-9468-29EE-21D92C5A135B}"/>
              </a:ext>
            </a:extLst>
          </p:cNvPr>
          <p:cNvSpPr>
            <a:spLocks noGrp="1"/>
          </p:cNvSpPr>
          <p:nvPr>
            <p:ph type="sldNum" sz="quarter" idx="10"/>
          </p:nvPr>
        </p:nvSpPr>
        <p:spPr/>
        <p:txBody>
          <a:bodyPr/>
          <a:lstStyle/>
          <a:p>
            <a:fld id="{2785879E-F879-EB4E-BB00-D936592386CB}" type="slidenum">
              <a:rPr lang="en-US" smtClean="0"/>
              <a:pPr/>
              <a:t>17</a:t>
            </a:fld>
            <a:endParaRPr lang="en-US"/>
          </a:p>
        </p:txBody>
      </p:sp>
      <p:sp>
        <p:nvSpPr>
          <p:cNvPr id="3" name="Title 2">
            <a:extLst>
              <a:ext uri="{FF2B5EF4-FFF2-40B4-BE49-F238E27FC236}">
                <a16:creationId xmlns:a16="http://schemas.microsoft.com/office/drawing/2014/main" id="{B728CE4F-4E32-62D6-060E-51C3440E448C}"/>
              </a:ext>
            </a:extLst>
          </p:cNvPr>
          <p:cNvSpPr>
            <a:spLocks noGrp="1"/>
          </p:cNvSpPr>
          <p:nvPr>
            <p:ph type="title"/>
          </p:nvPr>
        </p:nvSpPr>
        <p:spPr/>
        <p:txBody>
          <a:bodyPr/>
          <a:lstStyle/>
          <a:p>
            <a:r>
              <a:rPr lang="en-US">
                <a:latin typeface="Arial"/>
                <a:cs typeface="Arial"/>
              </a:rPr>
              <a:t>Axon Intention Map</a:t>
            </a:r>
            <a:endParaRPr lang="en-US"/>
          </a:p>
        </p:txBody>
      </p:sp>
      <p:graphicFrame>
        <p:nvGraphicFramePr>
          <p:cNvPr id="5" name="Table 4">
            <a:extLst>
              <a:ext uri="{FF2B5EF4-FFF2-40B4-BE49-F238E27FC236}">
                <a16:creationId xmlns:a16="http://schemas.microsoft.com/office/drawing/2014/main" id="{C85D23B8-2D40-D8E7-123B-0F5AD669809E}"/>
              </a:ext>
            </a:extLst>
          </p:cNvPr>
          <p:cNvGraphicFramePr>
            <a:graphicFrameLocks noGrp="1"/>
          </p:cNvGraphicFramePr>
          <p:nvPr>
            <p:extLst>
              <p:ext uri="{D42A27DB-BD31-4B8C-83A1-F6EECF244321}">
                <p14:modId xmlns:p14="http://schemas.microsoft.com/office/powerpoint/2010/main" val="2160782812"/>
              </p:ext>
            </p:extLst>
          </p:nvPr>
        </p:nvGraphicFramePr>
        <p:xfrm>
          <a:off x="290763" y="1042737"/>
          <a:ext cx="10507710" cy="5410200"/>
        </p:xfrm>
        <a:graphic>
          <a:graphicData uri="http://schemas.openxmlformats.org/drawingml/2006/table">
            <a:tbl>
              <a:tblPr firstRow="1" bandRow="1">
                <a:tableStyleId>{5C22544A-7EE6-4342-B048-85BDC9FD1C3A}</a:tableStyleId>
              </a:tblPr>
              <a:tblGrid>
                <a:gridCol w="2582783">
                  <a:extLst>
                    <a:ext uri="{9D8B030D-6E8A-4147-A177-3AD203B41FA5}">
                      <a16:colId xmlns:a16="http://schemas.microsoft.com/office/drawing/2014/main" val="2557504826"/>
                    </a:ext>
                  </a:extLst>
                </a:gridCol>
                <a:gridCol w="2582783">
                  <a:extLst>
                    <a:ext uri="{9D8B030D-6E8A-4147-A177-3AD203B41FA5}">
                      <a16:colId xmlns:a16="http://schemas.microsoft.com/office/drawing/2014/main" val="905670545"/>
                    </a:ext>
                  </a:extLst>
                </a:gridCol>
                <a:gridCol w="2801815">
                  <a:extLst>
                    <a:ext uri="{9D8B030D-6E8A-4147-A177-3AD203B41FA5}">
                      <a16:colId xmlns:a16="http://schemas.microsoft.com/office/drawing/2014/main" val="4228568585"/>
                    </a:ext>
                  </a:extLst>
                </a:gridCol>
                <a:gridCol w="2540329">
                  <a:extLst>
                    <a:ext uri="{9D8B030D-6E8A-4147-A177-3AD203B41FA5}">
                      <a16:colId xmlns:a16="http://schemas.microsoft.com/office/drawing/2014/main" val="812320687"/>
                    </a:ext>
                  </a:extLst>
                </a:gridCol>
              </a:tblGrid>
              <a:tr h="279720">
                <a:tc>
                  <a:txBody>
                    <a:bodyPr/>
                    <a:lstStyle/>
                    <a:p>
                      <a:pPr lvl="0" algn="ctr">
                        <a:buNone/>
                      </a:pPr>
                      <a:r>
                        <a:rPr lang="en-US" dirty="0"/>
                        <a:t>NOW </a:t>
                      </a:r>
                      <a:r>
                        <a:rPr lang="en-US" sz="1200" b="1" dirty="0"/>
                        <a:t>(End of July)</a:t>
                      </a:r>
                      <a:endParaRPr lang="en-US" b="1" dirty="0"/>
                    </a:p>
                  </a:txBody>
                  <a:tcPr/>
                </a:tc>
                <a:tc>
                  <a:txBody>
                    <a:bodyPr/>
                    <a:lstStyle/>
                    <a:p>
                      <a:pPr lvl="0" algn="ctr">
                        <a:buNone/>
                      </a:pPr>
                      <a:r>
                        <a:rPr lang="en-US" sz="1800" b="1" i="0" u="none" strike="noStrike" noProof="0" dirty="0">
                          <a:solidFill>
                            <a:srgbClr val="FFFFFF"/>
                          </a:solidFill>
                          <a:latin typeface="Arial"/>
                        </a:rPr>
                        <a:t>NEAR </a:t>
                      </a:r>
                      <a:r>
                        <a:rPr lang="en-US" sz="1200" b="1" i="0" u="none" strike="noStrike" noProof="0" dirty="0">
                          <a:solidFill>
                            <a:srgbClr val="FFFFFF"/>
                          </a:solidFill>
                          <a:latin typeface="Arial"/>
                        </a:rPr>
                        <a:t>(End of Aug)</a:t>
                      </a:r>
                      <a:endParaRPr lang="en-US" b="1" dirty="0"/>
                    </a:p>
                  </a:txBody>
                  <a:tcPr/>
                </a:tc>
                <a:tc>
                  <a:txBody>
                    <a:bodyPr/>
                    <a:lstStyle/>
                    <a:p>
                      <a:pPr lvl="0" algn="ctr">
                        <a:buNone/>
                      </a:pPr>
                      <a:r>
                        <a:rPr lang="en-US" sz="1800" b="1" i="0" u="none" strike="noStrike" noProof="0" dirty="0">
                          <a:solidFill>
                            <a:srgbClr val="FFFFFF"/>
                          </a:solidFill>
                          <a:latin typeface="Arial"/>
                        </a:rPr>
                        <a:t>NEXT </a:t>
                      </a:r>
                      <a:r>
                        <a:rPr lang="en-US" sz="1200" b="1" i="0" u="none" strike="noStrike" noProof="0" dirty="0">
                          <a:solidFill>
                            <a:srgbClr val="FFFFFF"/>
                          </a:solidFill>
                          <a:latin typeface="Arial"/>
                        </a:rPr>
                        <a:t>(End of Sept)</a:t>
                      </a:r>
                      <a:endParaRPr lang="en-US" b="1" dirty="0"/>
                    </a:p>
                  </a:txBody>
                  <a:tcPr/>
                </a:tc>
                <a:tc>
                  <a:txBody>
                    <a:bodyPr/>
                    <a:lstStyle/>
                    <a:p>
                      <a:pPr lvl="0" algn="ctr">
                        <a:buNone/>
                      </a:pPr>
                      <a:r>
                        <a:rPr lang="en-US" sz="1800" b="1" i="0" u="none" strike="noStrike" noProof="0" dirty="0">
                          <a:solidFill>
                            <a:srgbClr val="FFFFFF"/>
                          </a:solidFill>
                          <a:latin typeface="Arial"/>
                        </a:rPr>
                        <a:t>FUTURE</a:t>
                      </a:r>
                      <a:endParaRPr lang="en-US" sz="1200" b="1" i="0" u="none" strike="noStrike" noProof="0" dirty="0">
                        <a:solidFill>
                          <a:srgbClr val="FFFFFF"/>
                        </a:solidFill>
                        <a:latin typeface="Arial"/>
                      </a:endParaRPr>
                    </a:p>
                  </a:txBody>
                  <a:tcPr/>
                </a:tc>
                <a:extLst>
                  <a:ext uri="{0D108BD9-81ED-4DB2-BD59-A6C34878D82A}">
                    <a16:rowId xmlns:a16="http://schemas.microsoft.com/office/drawing/2014/main" val="1073871254"/>
                  </a:ext>
                </a:extLst>
              </a:tr>
              <a:tr h="3916093">
                <a:tc>
                  <a:txBody>
                    <a:bodyPr/>
                    <a:lstStyle/>
                    <a:p>
                      <a:pPr marL="0" lvl="0" indent="0">
                        <a:buNone/>
                      </a:pPr>
                      <a:r>
                        <a:rPr lang="en-US" sz="1300" b="1" i="0" u="none" strike="noStrike" noProof="0" dirty="0">
                          <a:solidFill>
                            <a:srgbClr val="00B096"/>
                          </a:solidFill>
                          <a:latin typeface="Arial"/>
                        </a:rPr>
                        <a:t>CAPMAN – Axon v2 **</a:t>
                      </a:r>
                      <a:endParaRPr lang="en-US" sz="1300" b="0" i="0" u="none" strike="noStrike" noProof="0" dirty="0">
                        <a:solidFill>
                          <a:srgbClr val="000000"/>
                        </a:solidFill>
                        <a:latin typeface="Arial"/>
                      </a:endParaRPr>
                    </a:p>
                    <a:p>
                      <a:pPr marL="285750" lvl="0" indent="-285750">
                        <a:buClr>
                          <a:srgbClr val="000000"/>
                        </a:buClr>
                        <a:buFont typeface="Arial,Sans-Serif"/>
                        <a:buChar char="•"/>
                      </a:pPr>
                      <a:r>
                        <a:rPr lang="en-US" sz="1300" b="0" i="0" u="none" strike="noStrike" noProof="0" dirty="0">
                          <a:solidFill>
                            <a:srgbClr val="000000"/>
                          </a:solidFill>
                          <a:latin typeface="Arial"/>
                        </a:rPr>
                        <a:t>Move CAPMAN endpoint to Axon v2</a:t>
                      </a:r>
                      <a:endParaRPr lang="en-US" dirty="0"/>
                    </a:p>
                    <a:p>
                      <a:pPr marL="0" lvl="0" indent="0">
                        <a:buNone/>
                      </a:pPr>
                      <a:r>
                        <a:rPr lang="en-US" sz="1300" b="1" i="0" u="none" strike="noStrike" noProof="0" dirty="0">
                          <a:solidFill>
                            <a:srgbClr val="00B096"/>
                          </a:solidFill>
                          <a:latin typeface="Arial"/>
                        </a:rPr>
                        <a:t>Decommission FPC-CAPMAN</a:t>
                      </a:r>
                      <a:endParaRPr lang="en-US" sz="1300" b="0" i="0" u="none" strike="noStrike" noProof="0" dirty="0">
                        <a:solidFill>
                          <a:srgbClr val="000000"/>
                        </a:solidFill>
                        <a:latin typeface="Arial"/>
                      </a:endParaRPr>
                    </a:p>
                    <a:p>
                      <a:pPr lvl="0">
                        <a:buNone/>
                      </a:pPr>
                      <a:r>
                        <a:rPr lang="en-US" sz="1300" b="0" i="0" u="none" strike="noStrike" noProof="0" dirty="0">
                          <a:solidFill>
                            <a:srgbClr val="000000"/>
                          </a:solidFill>
                          <a:latin typeface="Arial"/>
                        </a:rPr>
                        <a:t>Outcome: FPC is successfully decommissioned for CAPMAN</a:t>
                      </a:r>
                    </a:p>
                    <a:p>
                      <a:pPr marL="285750" lvl="0" indent="-285750">
                        <a:buClr>
                          <a:srgbClr val="000000"/>
                        </a:buClr>
                        <a:buFont typeface="Arial,Sans-Serif"/>
                        <a:buChar char="•"/>
                      </a:pPr>
                      <a:r>
                        <a:rPr lang="en-US" sz="1300" b="0" i="0" u="none" strike="noStrike" noProof="0" dirty="0">
                          <a:solidFill>
                            <a:srgbClr val="000000"/>
                          </a:solidFill>
                          <a:latin typeface="Arial"/>
                        </a:rPr>
                        <a:t>Decommission all applicable FPC processes for CAPMAN</a:t>
                      </a:r>
                      <a:endParaRPr lang="en-US" dirty="0"/>
                    </a:p>
                    <a:p>
                      <a:pPr marL="0" lvl="0" indent="0">
                        <a:buNone/>
                      </a:pPr>
                      <a:endParaRPr lang="en-US" sz="1300" b="0" i="0" u="none" strike="noStrike" noProof="0" dirty="0">
                        <a:solidFill>
                          <a:srgbClr val="000000"/>
                        </a:solidFill>
                        <a:latin typeface="Arial"/>
                      </a:endParaRPr>
                    </a:p>
                    <a:p>
                      <a:pPr marL="0" lvl="0" indent="0">
                        <a:buFont typeface="Arial,Sans-Serif"/>
                        <a:buNone/>
                      </a:pPr>
                      <a:endParaRPr lang="en-US" sz="1300" b="0" i="0" u="none" strike="noStrike" noProof="0" dirty="0">
                        <a:solidFill>
                          <a:srgbClr val="000000"/>
                        </a:solidFill>
                        <a:latin typeface="Arial"/>
                      </a:endParaRPr>
                    </a:p>
                    <a:p>
                      <a:pPr marL="0" lvl="0" indent="0">
                        <a:buNone/>
                      </a:pPr>
                      <a:endParaRPr lang="en-US" sz="1300" b="1" i="0" u="none" strike="noStrike" noProof="0" dirty="0">
                        <a:solidFill>
                          <a:srgbClr val="7030A0"/>
                        </a:solidFill>
                        <a:latin typeface="Arial"/>
                      </a:endParaRPr>
                    </a:p>
                    <a:p>
                      <a:pPr marL="285750" lvl="0" indent="-285750">
                        <a:buClr>
                          <a:srgbClr val="000000"/>
                        </a:buClr>
                        <a:buFont typeface="Arial,Sans-Serif"/>
                        <a:buChar char="•"/>
                      </a:pPr>
                      <a:endParaRPr lang="en-US" sz="1300" b="0" i="0" u="none" strike="noStrike" noProof="0" dirty="0">
                        <a:solidFill>
                          <a:srgbClr val="000000"/>
                        </a:solidFill>
                        <a:latin typeface="Arial"/>
                      </a:endParaRPr>
                    </a:p>
                  </a:txBody>
                  <a:tcPr>
                    <a:solidFill>
                      <a:srgbClr val="ECCBCB"/>
                    </a:solidFill>
                  </a:tcPr>
                </a:tc>
                <a:tc>
                  <a:txBody>
                    <a:bodyPr/>
                    <a:lstStyle/>
                    <a:p>
                      <a:pPr marL="0" lvl="0" indent="0">
                        <a:buNone/>
                      </a:pPr>
                      <a:r>
                        <a:rPr lang="en-US" sz="1300" b="1" i="0" u="none" strike="noStrike" noProof="0" dirty="0">
                          <a:solidFill>
                            <a:srgbClr val="00B096"/>
                          </a:solidFill>
                          <a:latin typeface="Arial"/>
                        </a:rPr>
                        <a:t>Change Capabilities (GFC) Topic</a:t>
                      </a:r>
                      <a:endParaRPr lang="en-US" sz="1300" b="0" i="0" u="none" strike="noStrike" noProof="0" dirty="0">
                        <a:solidFill>
                          <a:srgbClr val="000000"/>
                        </a:solidFill>
                        <a:latin typeface="Arial"/>
                      </a:endParaRPr>
                    </a:p>
                    <a:p>
                      <a:pPr lvl="0">
                        <a:buNone/>
                      </a:pPr>
                      <a:r>
                        <a:rPr lang="en-US" sz="1300" b="0" i="0" u="none" strike="noStrike" noProof="0" dirty="0">
                          <a:solidFill>
                            <a:srgbClr val="000000"/>
                          </a:solidFill>
                          <a:latin typeface="Arial"/>
                        </a:rPr>
                        <a:t>Outcome: Enable GFC to retire outdated fulfillment capabilities topic</a:t>
                      </a:r>
                    </a:p>
                    <a:p>
                      <a:pPr marL="285750" lvl="0" indent="-285750">
                        <a:buClr>
                          <a:srgbClr val="000000"/>
                        </a:buClr>
                        <a:buFont typeface="Arial,Sans-Serif"/>
                        <a:buChar char="•"/>
                      </a:pPr>
                      <a:r>
                        <a:rPr lang="en-US" sz="1300" b="0" i="0" u="none" strike="noStrike" noProof="0" dirty="0">
                          <a:solidFill>
                            <a:srgbClr val="000000"/>
                          </a:solidFill>
                          <a:latin typeface="Arial"/>
                        </a:rPr>
                        <a:t>Retire current capabilities data connection and connect to new topic</a:t>
                      </a:r>
                      <a:endParaRPr lang="en-US" dirty="0"/>
                    </a:p>
                  </a:txBody>
                  <a:tcPr>
                    <a:solidFill>
                      <a:srgbClr val="ECCBCB"/>
                    </a:solidFill>
                  </a:tcPr>
                </a:tc>
                <a:tc>
                  <a:txBody>
                    <a:bodyPr/>
                    <a:lstStyle/>
                    <a:p>
                      <a:pPr marL="0" lvl="0" indent="0">
                        <a:buNone/>
                      </a:pPr>
                      <a:r>
                        <a:rPr lang="en-US" sz="1300" b="1" i="0" u="none" strike="noStrike" noProof="0" dirty="0">
                          <a:solidFill>
                            <a:srgbClr val="7030A0"/>
                          </a:solidFill>
                          <a:latin typeface="Arial"/>
                        </a:rPr>
                        <a:t>NDD HQ Metrics</a:t>
                      </a:r>
                      <a:endParaRPr lang="en-US" sz="1300" b="0" i="0" u="none" strike="noStrike" noProof="0" dirty="0">
                        <a:solidFill>
                          <a:srgbClr val="000000"/>
                        </a:solidFill>
                        <a:latin typeface="Arial"/>
                      </a:endParaRPr>
                    </a:p>
                    <a:p>
                      <a:pPr lvl="0">
                        <a:buNone/>
                      </a:pPr>
                      <a:r>
                        <a:rPr lang="en-US" sz="1300" b="0" i="0" u="none" strike="noStrike" noProof="0" dirty="0">
                          <a:solidFill>
                            <a:srgbClr val="000000"/>
                          </a:solidFill>
                          <a:latin typeface="Arial"/>
                        </a:rPr>
                        <a:t>Outcome: HQ TMs are able to understand how NDD is functioning in the pilot stores </a:t>
                      </a:r>
                    </a:p>
                    <a:p>
                      <a:pPr marL="285750" lvl="0" indent="-285750">
                        <a:buClr>
                          <a:srgbClr val="000000"/>
                        </a:buClr>
                        <a:buFont typeface="Arial,Sans-Serif"/>
                        <a:buChar char="•"/>
                      </a:pPr>
                      <a:r>
                        <a:rPr lang="en-US" sz="1300" b="0" i="0" u="none" strike="noStrike" noProof="0" dirty="0">
                          <a:solidFill>
                            <a:srgbClr val="000000"/>
                          </a:solidFill>
                          <a:latin typeface="Arial"/>
                        </a:rPr>
                        <a:t>Add NDD metrics to Houston</a:t>
                      </a:r>
                      <a:endParaRPr lang="en-US"/>
                    </a:p>
                    <a:p>
                      <a:pPr marL="0" lvl="0" indent="0">
                        <a:buNone/>
                      </a:pPr>
                      <a:r>
                        <a:rPr lang="en-US" sz="1300" b="1" i="0" u="none" strike="noStrike" noProof="0" dirty="0">
                          <a:solidFill>
                            <a:srgbClr val="7030A0"/>
                          </a:solidFill>
                          <a:latin typeface="Arial"/>
                        </a:rPr>
                        <a:t>Event Based Progress Metrics</a:t>
                      </a:r>
                      <a:endParaRPr lang="en-US" sz="1300" b="0" i="0" u="none" strike="noStrike" noProof="0" dirty="0">
                        <a:solidFill>
                          <a:srgbClr val="000000"/>
                        </a:solidFill>
                        <a:latin typeface="Arial"/>
                      </a:endParaRPr>
                    </a:p>
                    <a:p>
                      <a:pPr lvl="0">
                        <a:buNone/>
                      </a:pPr>
                      <a:r>
                        <a:rPr lang="en-US" sz="1300" b="0" i="0" u="none" strike="noStrike" noProof="0" dirty="0">
                          <a:solidFill>
                            <a:srgbClr val="000000"/>
                          </a:solidFill>
                          <a:latin typeface="Arial"/>
                        </a:rPr>
                        <a:t>Outcome: Store TMs can understand ship progress real time (within 1 second) </a:t>
                      </a:r>
                    </a:p>
                    <a:p>
                      <a:pPr marL="285750" lvl="0" indent="-285750">
                        <a:buClr>
                          <a:srgbClr val="000000"/>
                        </a:buClr>
                        <a:buFont typeface="Arial,Sans-Serif"/>
                        <a:buChar char="•"/>
                      </a:pPr>
                      <a:r>
                        <a:rPr lang="en-US" sz="1300" b="0" i="0" u="none" strike="noStrike" noProof="0" dirty="0">
                          <a:solidFill>
                            <a:srgbClr val="000000"/>
                          </a:solidFill>
                          <a:latin typeface="Arial"/>
                        </a:rPr>
                        <a:t>Completed and Today's Work are outputted in 1 second</a:t>
                      </a:r>
                    </a:p>
                    <a:p>
                      <a:pPr marL="0" lvl="0" indent="0">
                        <a:buNone/>
                      </a:pPr>
                      <a:r>
                        <a:rPr lang="en-US" sz="1300" b="1" i="0" u="none" strike="noStrike" noProof="0" dirty="0">
                          <a:solidFill>
                            <a:srgbClr val="7030A0"/>
                          </a:solidFill>
                          <a:latin typeface="Arial"/>
                        </a:rPr>
                        <a:t>Eliminate SBSC</a:t>
                      </a:r>
                      <a:endParaRPr lang="en-US" sz="1300" b="0" i="0" u="none" strike="noStrike" noProof="0">
                        <a:solidFill>
                          <a:srgbClr val="000000"/>
                        </a:solidFill>
                        <a:latin typeface="Arial"/>
                      </a:endParaRPr>
                    </a:p>
                    <a:p>
                      <a:pPr lvl="0">
                        <a:buNone/>
                      </a:pPr>
                      <a:r>
                        <a:rPr lang="en-US" sz="1300" b="0" i="0" u="none" strike="noStrike" noProof="0" dirty="0">
                          <a:solidFill>
                            <a:srgbClr val="000000"/>
                          </a:solidFill>
                          <a:latin typeface="Arial"/>
                        </a:rPr>
                        <a:t>Outcome: Store TMs have near real-time insight into the appropriate Ship information</a:t>
                      </a:r>
                    </a:p>
                    <a:p>
                      <a:pPr marL="285750" lvl="0" indent="-285750">
                        <a:buClr>
                          <a:srgbClr val="000000"/>
                        </a:buClr>
                        <a:buFont typeface="Arial,Sans-Serif"/>
                        <a:buChar char="•"/>
                      </a:pPr>
                      <a:r>
                        <a:rPr lang="en-US" sz="1300" b="0" i="0" u="none" strike="noStrike" noProof="0" dirty="0">
                          <a:solidFill>
                            <a:srgbClr val="000000"/>
                          </a:solidFill>
                          <a:latin typeface="Arial"/>
                        </a:rPr>
                        <a:t>Remove Sort by Store Close (SBSC) from Store and Roll Up screens in MPM &amp; Houston; Replace with Remaining Today's Work</a:t>
                      </a:r>
                      <a:endParaRPr lang="en-US" dirty="0"/>
                    </a:p>
                    <a:p>
                      <a:pPr marL="0" lvl="0" indent="0">
                        <a:buNone/>
                      </a:pPr>
                      <a:r>
                        <a:rPr lang="en-US" sz="1300" b="1" i="0" u="none" strike="noStrike" noProof="0" dirty="0">
                          <a:solidFill>
                            <a:srgbClr val="7030A0"/>
                          </a:solidFill>
                          <a:latin typeface="Arial"/>
                        </a:rPr>
                        <a:t>NDD Forecast</a:t>
                      </a:r>
                      <a:endParaRPr lang="en-US" sz="1300" b="0" i="0" u="none" strike="noStrike" noProof="0">
                        <a:solidFill>
                          <a:srgbClr val="000000"/>
                        </a:solidFill>
                        <a:latin typeface="Arial"/>
                      </a:endParaRPr>
                    </a:p>
                    <a:p>
                      <a:pPr lvl="0">
                        <a:buNone/>
                      </a:pPr>
                      <a:r>
                        <a:rPr lang="en-US" sz="1300" b="0" i="0" u="none" strike="noStrike" noProof="0" dirty="0">
                          <a:solidFill>
                            <a:srgbClr val="000000"/>
                          </a:solidFill>
                          <a:latin typeface="Arial"/>
                        </a:rPr>
                        <a:t>Outcome: Store TMs have insight into their full Shipping workload </a:t>
                      </a:r>
                    </a:p>
                    <a:p>
                      <a:pPr marL="285750" lvl="0" indent="-285750">
                        <a:buClr>
                          <a:srgbClr val="000000"/>
                        </a:buClr>
                        <a:buFont typeface="Arial,Sans-Serif"/>
                        <a:buChar char="•"/>
                      </a:pPr>
                      <a:r>
                        <a:rPr lang="en-US" sz="1300" b="0" i="0" u="none" strike="noStrike" noProof="0" dirty="0">
                          <a:solidFill>
                            <a:srgbClr val="000000"/>
                          </a:solidFill>
                          <a:latin typeface="Arial"/>
                        </a:rPr>
                        <a:t>Update Ship Unit Plan to include the NDD forecast</a:t>
                      </a:r>
                    </a:p>
                  </a:txBody>
                  <a:tcPr>
                    <a:solidFill>
                      <a:srgbClr val="ECCBCB"/>
                    </a:solidFill>
                  </a:tcPr>
                </a:tc>
                <a:tc>
                  <a:txBody>
                    <a:bodyPr/>
                    <a:lstStyle/>
                    <a:p>
                      <a:pPr marL="0" lvl="0" indent="0">
                        <a:buNone/>
                      </a:pPr>
                      <a:r>
                        <a:rPr lang="en-US" sz="1300" b="1" i="0" u="none" strike="noStrike" noProof="0" dirty="0">
                          <a:solidFill>
                            <a:srgbClr val="00B096"/>
                          </a:solidFill>
                          <a:latin typeface="Arial"/>
                        </a:rPr>
                        <a:t>2024 Peak Readiness (Oct)</a:t>
                      </a:r>
                    </a:p>
                    <a:p>
                      <a:pPr marL="0" lvl="0" indent="0">
                        <a:buNone/>
                      </a:pPr>
                      <a:r>
                        <a:rPr lang="en-US" sz="1300" b="0" i="0" u="none" strike="noStrike" noProof="0" dirty="0">
                          <a:solidFill>
                            <a:srgbClr val="000000"/>
                          </a:solidFill>
                          <a:latin typeface="Arial"/>
                        </a:rPr>
                        <a:t>Outcome: Axon is ready for the increased workload during peak</a:t>
                      </a:r>
                      <a:endParaRPr lang="en-US" dirty="0"/>
                    </a:p>
                    <a:p>
                      <a:pPr marL="0" lvl="0" indent="0">
                        <a:buNone/>
                      </a:pPr>
                      <a:r>
                        <a:rPr lang="en-US" sz="1300" b="1" i="0" u="none" strike="noStrike" noProof="0" dirty="0">
                          <a:solidFill>
                            <a:srgbClr val="00B096"/>
                          </a:solidFill>
                          <a:latin typeface="Arial"/>
                        </a:rPr>
                        <a:t>Houston – Axon v2 **</a:t>
                      </a:r>
                      <a:endParaRPr lang="en-US" sz="1300" b="0" i="0" u="none" strike="noStrike" noProof="0" dirty="0">
                        <a:solidFill>
                          <a:srgbClr val="000000"/>
                        </a:solidFill>
                        <a:latin typeface="Arial"/>
                      </a:endParaRPr>
                    </a:p>
                    <a:p>
                      <a:pPr marL="285750" lvl="0" indent="-285750">
                        <a:buClr>
                          <a:srgbClr val="000000"/>
                        </a:buClr>
                        <a:buFont typeface="Arial,Sans-Serif"/>
                        <a:buChar char="•"/>
                      </a:pPr>
                      <a:r>
                        <a:rPr lang="en-US" sz="1300" b="0" i="0" u="none" strike="noStrike" noProof="0" dirty="0">
                          <a:solidFill>
                            <a:srgbClr val="000000"/>
                          </a:solidFill>
                          <a:latin typeface="Arial"/>
                        </a:rPr>
                        <a:t>Move </a:t>
                      </a:r>
                      <a:r>
                        <a:rPr lang="en-US" sz="1300" b="0" i="0" u="none" strike="noStrike" noProof="0" err="1">
                          <a:solidFill>
                            <a:srgbClr val="000000"/>
                          </a:solidFill>
                          <a:latin typeface="Arial"/>
                        </a:rPr>
                        <a:t>axon_fulfillment_analytics</a:t>
                      </a:r>
                      <a:r>
                        <a:rPr lang="en-US" sz="1300" b="0" i="0" u="none" strike="noStrike" noProof="0" dirty="0">
                          <a:solidFill>
                            <a:srgbClr val="000000"/>
                          </a:solidFill>
                          <a:latin typeface="Arial"/>
                        </a:rPr>
                        <a:t> endpoint to Axon v2</a:t>
                      </a:r>
                      <a:endParaRPr lang="en-US" dirty="0"/>
                    </a:p>
                    <a:p>
                      <a:pPr marL="0" lvl="0" indent="0">
                        <a:buNone/>
                      </a:pPr>
                      <a:r>
                        <a:rPr lang="en-US" sz="1300" b="1" i="0" u="none" strike="noStrike" noProof="0" err="1">
                          <a:solidFill>
                            <a:srgbClr val="00B096"/>
                          </a:solidFill>
                          <a:latin typeface="Arial"/>
                        </a:rPr>
                        <a:t>Decomm</a:t>
                      </a:r>
                      <a:r>
                        <a:rPr lang="en-US" sz="1300" b="1" i="0" u="none" strike="noStrike" noProof="0" dirty="0">
                          <a:solidFill>
                            <a:srgbClr val="00B096"/>
                          </a:solidFill>
                          <a:latin typeface="Arial"/>
                        </a:rPr>
                        <a:t> FPC (MPM &amp; Houston)</a:t>
                      </a:r>
                      <a:endParaRPr lang="en-US" sz="1300" b="0" i="0" u="none" strike="noStrike" noProof="0" dirty="0">
                        <a:solidFill>
                          <a:srgbClr val="000000"/>
                        </a:solidFill>
                        <a:latin typeface="Arial"/>
                      </a:endParaRPr>
                    </a:p>
                    <a:p>
                      <a:pPr lvl="0">
                        <a:buNone/>
                      </a:pPr>
                      <a:r>
                        <a:rPr lang="en-US" sz="1300" b="0" i="0" u="none" strike="noStrike" noProof="0" dirty="0">
                          <a:solidFill>
                            <a:srgbClr val="000000"/>
                          </a:solidFill>
                          <a:latin typeface="Arial"/>
                        </a:rPr>
                        <a:t>Outcome: FPC is successfully decommissioned for MPM and Houston</a:t>
                      </a:r>
                    </a:p>
                    <a:p>
                      <a:pPr marL="285750" lvl="0" indent="-285750">
                        <a:buClr>
                          <a:srgbClr val="000000"/>
                        </a:buClr>
                        <a:buFont typeface="Arial,Sans-Serif"/>
                        <a:buChar char="•"/>
                      </a:pPr>
                      <a:r>
                        <a:rPr lang="en-US" sz="1300" b="0" i="0" u="none" strike="noStrike" noProof="0" dirty="0">
                          <a:solidFill>
                            <a:srgbClr val="000000"/>
                          </a:solidFill>
                          <a:latin typeface="Arial"/>
                        </a:rPr>
                        <a:t>Decommission all applicable FPC processes for MPM &amp; Houston</a:t>
                      </a:r>
                      <a:endParaRPr lang="en-US" dirty="0"/>
                    </a:p>
                    <a:p>
                      <a:pPr marL="0" lvl="0" indent="0">
                        <a:buNone/>
                      </a:pPr>
                      <a:endParaRPr lang="en-US" sz="1300" b="1" i="0" u="none" strike="noStrike" noProof="0" dirty="0">
                        <a:solidFill>
                          <a:srgbClr val="00B096"/>
                        </a:solidFill>
                        <a:latin typeface="Arial"/>
                      </a:endParaRPr>
                    </a:p>
                  </a:txBody>
                  <a:tcPr>
                    <a:solidFill>
                      <a:srgbClr val="ECCBCB"/>
                    </a:solidFill>
                  </a:tcPr>
                </a:tc>
                <a:extLst>
                  <a:ext uri="{0D108BD9-81ED-4DB2-BD59-A6C34878D82A}">
                    <a16:rowId xmlns:a16="http://schemas.microsoft.com/office/drawing/2014/main" val="964506363"/>
                  </a:ext>
                </a:extLst>
              </a:tr>
            </a:tbl>
          </a:graphicData>
        </a:graphic>
      </p:graphicFrame>
      <p:sp>
        <p:nvSpPr>
          <p:cNvPr id="7" name="Rectangle 6">
            <a:extLst>
              <a:ext uri="{FF2B5EF4-FFF2-40B4-BE49-F238E27FC236}">
                <a16:creationId xmlns:a16="http://schemas.microsoft.com/office/drawing/2014/main" id="{F87C648A-D550-2554-E33A-018614EDDD0C}"/>
              </a:ext>
            </a:extLst>
          </p:cNvPr>
          <p:cNvSpPr/>
          <p:nvPr/>
        </p:nvSpPr>
        <p:spPr>
          <a:xfrm>
            <a:off x="5606838" y="59853"/>
            <a:ext cx="3148262" cy="481262"/>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cs typeface="Arial"/>
              </a:rPr>
              <a:t>Fulfillment Insights</a:t>
            </a:r>
            <a:endParaRPr lang="en-US" sz="1600">
              <a:cs typeface="Arial"/>
            </a:endParaRPr>
          </a:p>
        </p:txBody>
      </p:sp>
      <p:sp>
        <p:nvSpPr>
          <p:cNvPr id="9" name="Rectangle 8">
            <a:extLst>
              <a:ext uri="{FF2B5EF4-FFF2-40B4-BE49-F238E27FC236}">
                <a16:creationId xmlns:a16="http://schemas.microsoft.com/office/drawing/2014/main" id="{CFB58F21-E563-2694-A3A9-D3A301B4F508}"/>
              </a:ext>
            </a:extLst>
          </p:cNvPr>
          <p:cNvSpPr/>
          <p:nvPr/>
        </p:nvSpPr>
        <p:spPr>
          <a:xfrm>
            <a:off x="8957329" y="59853"/>
            <a:ext cx="3156848" cy="482324"/>
          </a:xfrm>
          <a:prstGeom prst="rect">
            <a:avLst/>
          </a:prstGeom>
          <a:solidFill>
            <a:srgbClr val="00B09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cs typeface="Arial"/>
              </a:rPr>
              <a:t>Continuous Development Efficiency</a:t>
            </a:r>
            <a:endParaRPr lang="en-US" sz="1600">
              <a:cs typeface="Arial"/>
            </a:endParaRPr>
          </a:p>
        </p:txBody>
      </p:sp>
      <p:sp>
        <p:nvSpPr>
          <p:cNvPr id="12" name="TextBox 11">
            <a:extLst>
              <a:ext uri="{FF2B5EF4-FFF2-40B4-BE49-F238E27FC236}">
                <a16:creationId xmlns:a16="http://schemas.microsoft.com/office/drawing/2014/main" id="{B00D47A6-8FF8-E450-FC31-BA9E3E5EF867}"/>
              </a:ext>
            </a:extLst>
          </p:cNvPr>
          <p:cNvSpPr txBox="1"/>
          <p:nvPr/>
        </p:nvSpPr>
        <p:spPr>
          <a:xfrm>
            <a:off x="288016" y="6460670"/>
            <a:ext cx="10331982" cy="430887"/>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1400">
                <a:solidFill>
                  <a:srgbClr val="000000"/>
                </a:solidFill>
                <a:cs typeface="Arial"/>
              </a:rPr>
              <a:t>** All Axon v2 work is to enable the outcome of "faster delivery of new functionality, reduction in development and data errors, and an easier to understand code base"</a:t>
            </a:r>
          </a:p>
        </p:txBody>
      </p:sp>
      <p:sp>
        <p:nvSpPr>
          <p:cNvPr id="6" name="Rectangle 5">
            <a:extLst>
              <a:ext uri="{FF2B5EF4-FFF2-40B4-BE49-F238E27FC236}">
                <a16:creationId xmlns:a16="http://schemas.microsoft.com/office/drawing/2014/main" id="{3B156F0F-4FDF-98E1-9DBF-4EAC0A35B914}"/>
              </a:ext>
            </a:extLst>
          </p:cNvPr>
          <p:cNvSpPr/>
          <p:nvPr/>
        </p:nvSpPr>
        <p:spPr>
          <a:xfrm>
            <a:off x="7405401" y="606513"/>
            <a:ext cx="2836555" cy="482324"/>
          </a:xfrm>
          <a:prstGeom prst="rect">
            <a:avLst/>
          </a:prstGeom>
          <a:solidFill>
            <a:srgbClr val="FFAA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600" b="1">
                <a:cs typeface="Arial"/>
              </a:rPr>
              <a:t>Data Flow Optimization</a:t>
            </a:r>
            <a:endParaRPr lang="en-US" sz="1600">
              <a:cs typeface="Arial"/>
            </a:endParaRPr>
          </a:p>
        </p:txBody>
      </p:sp>
    </p:spTree>
    <p:extLst>
      <p:ext uri="{BB962C8B-B14F-4D97-AF65-F5344CB8AC3E}">
        <p14:creationId xmlns:p14="http://schemas.microsoft.com/office/powerpoint/2010/main" val="1682577422"/>
      </p:ext>
    </p:extLst>
  </p:cSld>
  <p:clrMapOvr>
    <a:masterClrMapping/>
  </p:clrMapOvr>
</p:sld>
</file>

<file path=ppt/theme/theme1.xml><?xml version="1.0" encoding="utf-8"?>
<a:theme xmlns:a="http://schemas.openxmlformats.org/drawingml/2006/main" name="Office Theme">
  <a:themeElements>
    <a:clrScheme name="Store Operations 2">
      <a:dk1>
        <a:srgbClr val="000000"/>
      </a:dk1>
      <a:lt1>
        <a:srgbClr val="FFFFFF"/>
      </a:lt1>
      <a:dk2>
        <a:srgbClr val="585958"/>
      </a:dk2>
      <a:lt2>
        <a:srgbClr val="E9E9E9"/>
      </a:lt2>
      <a:accent1>
        <a:srgbClr val="CC0000"/>
      </a:accent1>
      <a:accent2>
        <a:srgbClr val="BFBFBF"/>
      </a:accent2>
      <a:accent3>
        <a:srgbClr val="E0E0E0"/>
      </a:accent3>
      <a:accent4>
        <a:srgbClr val="515151"/>
      </a:accent4>
      <a:accent5>
        <a:srgbClr val="910000"/>
      </a:accent5>
      <a:accent6>
        <a:srgbClr val="FFFFFF"/>
      </a:accent6>
      <a:hlink>
        <a:srgbClr val="37A2E8"/>
      </a:hlink>
      <a:folHlink>
        <a:srgbClr val="37A2E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0" rIns="0" bIns="0" rtlCol="0">
        <a:normAutofit lnSpcReduction="10000"/>
      </a:bodyPr>
      <a:lstStyle>
        <a:defPPr algn="l">
          <a:defRPr dirty="0" smtClean="0">
            <a:solidFill>
              <a:schemeClr val="accent1"/>
            </a:solidFill>
          </a:defRPr>
        </a:defPPr>
      </a:lstStyle>
    </a:txDef>
  </a:objectDefaults>
  <a:extraClrSchemeLst/>
  <a:extLst>
    <a:ext uri="{05A4C25C-085E-4340-85A3-A5531E510DB2}">
      <thm15:themeFamily xmlns:thm15="http://schemas.microsoft.com/office/thememl/2012/main" name="2020_Store Ops PPT Template" id="{6CA83A2D-7A15-7F42-A9AA-9D50061A9EED}" vid="{375FD991-002C-A549-8B93-11743233326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Agenda</vt:lpstr>
      <vt:lpstr>To be the trusted and reliable source for near real-time store and fulfillment operational analytics</vt:lpstr>
      <vt:lpstr>Axon Team | Measures</vt:lpstr>
      <vt:lpstr>Fulfillment Insights | Measures</vt:lpstr>
      <vt:lpstr>Continuous Development Efficiency | Measures</vt:lpstr>
      <vt:lpstr>Ship Forecast Interview Findings</vt:lpstr>
      <vt:lpstr>Problem Statement</vt:lpstr>
      <vt:lpstr>Interview Completed</vt:lpstr>
      <vt:lpstr>Visuals Shown during Interview</vt:lpstr>
      <vt:lpstr>Iterated Visuals</vt:lpstr>
      <vt:lpstr>Findings Summary</vt:lpstr>
      <vt:lpstr>PowerPoint Presentation</vt:lpstr>
      <vt:lpstr>Sort by Store Close Removal Pilot</vt:lpstr>
      <vt:lpstr>Current State</vt:lpstr>
      <vt:lpstr>SBSC Removal Pilot</vt:lpstr>
      <vt:lpstr>Axon Intention Map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300</cp:revision>
  <dcterms:created xsi:type="dcterms:W3CDTF">2023-08-25T14:45:28Z</dcterms:created>
  <dcterms:modified xsi:type="dcterms:W3CDTF">2025-01-02T15:23:45Z</dcterms:modified>
</cp:coreProperties>
</file>