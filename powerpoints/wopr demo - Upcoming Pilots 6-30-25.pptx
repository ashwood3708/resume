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2"/>
  </p:notesMasterIdLst>
  <p:handoutMasterIdLst>
    <p:handoutMasterId r:id="rId13"/>
  </p:handoutMasterIdLst>
  <p:sldIdLst>
    <p:sldId id="312" r:id="rId5"/>
    <p:sldId id="304" r:id="rId6"/>
    <p:sldId id="315" r:id="rId7"/>
    <p:sldId id="325" r:id="rId8"/>
    <p:sldId id="324" r:id="rId9"/>
    <p:sldId id="323" r:id="rId10"/>
    <p:sldId id="326" r:id="rId11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C805E9-BF2E-EBCB-8792-7D39C1BA0879}" v="782" dt="2025-06-30T18:52:08.363"/>
    <p1510:client id="{2D596801-B581-09A5-2B27-331A6E98D118}" v="169" dt="2025-06-30T19:18:53.794"/>
    <p1510:client id="{8811D397-AB76-926C-846F-CD3945280461}" v="150" dt="2025-07-01T14:52:48.380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22" autoAdjust="0"/>
    <p:restoredTop sz="95388" autoAdjust="0"/>
  </p:normalViewPr>
  <p:slideViewPr>
    <p:cSldViewPr snapToGrid="0" snapToObjects="1">
      <p:cViewPr>
        <p:scale>
          <a:sx n="100" d="100"/>
          <a:sy n="100" d="100"/>
        </p:scale>
        <p:origin x="-706" y="-53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.Ashwood" userId="S::abdul.ashwood@target.com::d776ecbd-7ab3-40e5-835d-1e928a2d273b" providerId="AD" clId="Web-{8811D397-AB76-926C-846F-CD3945280461}"/>
    <pc:docChg chg="modSld">
      <pc:chgData name="Abdul.Ashwood" userId="S::abdul.ashwood@target.com::d776ecbd-7ab3-40e5-835d-1e928a2d273b" providerId="AD" clId="Web-{8811D397-AB76-926C-846F-CD3945280461}" dt="2025-07-01T14:52:48.380" v="153" actId="20577"/>
      <pc:docMkLst>
        <pc:docMk/>
      </pc:docMkLst>
      <pc:sldChg chg="modSp">
        <pc:chgData name="Abdul.Ashwood" userId="S::abdul.ashwood@target.com::d776ecbd-7ab3-40e5-835d-1e928a2d273b" providerId="AD" clId="Web-{8811D397-AB76-926C-846F-CD3945280461}" dt="2025-07-01T14:52:48.380" v="153" actId="20577"/>
        <pc:sldMkLst>
          <pc:docMk/>
          <pc:sldMk cId="4037853065" sldId="324"/>
        </pc:sldMkLst>
        <pc:spChg chg="mod">
          <ac:chgData name="Abdul.Ashwood" userId="S::abdul.ashwood@target.com::d776ecbd-7ab3-40e5-835d-1e928a2d273b" providerId="AD" clId="Web-{8811D397-AB76-926C-846F-CD3945280461}" dt="2025-07-01T14:50:45.721" v="96" actId="20577"/>
          <ac:spMkLst>
            <pc:docMk/>
            <pc:sldMk cId="4037853065" sldId="324"/>
            <ac:spMk id="16" creationId="{9190D097-560A-17FC-DE06-DBEE74699B84}"/>
          </ac:spMkLst>
        </pc:spChg>
        <pc:spChg chg="mod">
          <ac:chgData name="Abdul.Ashwood" userId="S::abdul.ashwood@target.com::d776ecbd-7ab3-40e5-835d-1e928a2d273b" providerId="AD" clId="Web-{8811D397-AB76-926C-846F-CD3945280461}" dt="2025-07-01T14:52:48.380" v="153" actId="20577"/>
          <ac:spMkLst>
            <pc:docMk/>
            <pc:sldMk cId="4037853065" sldId="324"/>
            <ac:spMk id="17" creationId="{BF084490-2D0B-DA3C-0B12-0DB9C3D41B1C}"/>
          </ac:spMkLst>
        </pc:spChg>
      </pc:sldChg>
    </pc:docChg>
  </pc:docChgLst>
  <pc:docChgLst>
    <pc:chgData name="Abdul.Ashwood" userId="S::abdul.ashwood@target.com::d776ecbd-7ab3-40e5-835d-1e928a2d273b" providerId="AD" clId="Web-{05C805E9-BF2E-EBCB-8792-7D39C1BA0879}"/>
    <pc:docChg chg="addSld delSld modSld">
      <pc:chgData name="Abdul.Ashwood" userId="S::abdul.ashwood@target.com::d776ecbd-7ab3-40e5-835d-1e928a2d273b" providerId="AD" clId="Web-{05C805E9-BF2E-EBCB-8792-7D39C1BA0879}" dt="2025-06-30T18:52:06.926" v="775" actId="20577"/>
      <pc:docMkLst>
        <pc:docMk/>
      </pc:docMkLst>
      <pc:sldChg chg="del">
        <pc:chgData name="Abdul.Ashwood" userId="S::abdul.ashwood@target.com::d776ecbd-7ab3-40e5-835d-1e928a2d273b" providerId="AD" clId="Web-{05C805E9-BF2E-EBCB-8792-7D39C1BA0879}" dt="2025-06-30T18:14:23.356" v="49"/>
        <pc:sldMkLst>
          <pc:docMk/>
          <pc:sldMk cId="2952923800" sldId="281"/>
        </pc:sldMkLst>
      </pc:sldChg>
      <pc:sldChg chg="modSp del">
        <pc:chgData name="Abdul.Ashwood" userId="S::abdul.ashwood@target.com::d776ecbd-7ab3-40e5-835d-1e928a2d273b" providerId="AD" clId="Web-{05C805E9-BF2E-EBCB-8792-7D39C1BA0879}" dt="2025-06-30T18:42:39.776" v="534"/>
        <pc:sldMkLst>
          <pc:docMk/>
          <pc:sldMk cId="685681062" sldId="282"/>
        </pc:sldMkLst>
        <pc:spChg chg="mod">
          <ac:chgData name="Abdul.Ashwood" userId="S::abdul.ashwood@target.com::d776ecbd-7ab3-40e5-835d-1e928a2d273b" providerId="AD" clId="Web-{05C805E9-BF2E-EBCB-8792-7D39C1BA0879}" dt="2025-06-30T18:15:17.168" v="58" actId="20577"/>
          <ac:spMkLst>
            <pc:docMk/>
            <pc:sldMk cId="685681062" sldId="282"/>
            <ac:spMk id="2" creationId="{FD5E8954-9BCB-7FD9-A210-38DC54382D45}"/>
          </ac:spMkLst>
        </pc:spChg>
        <pc:spChg chg="mod">
          <ac:chgData name="Abdul.Ashwood" userId="S::abdul.ashwood@target.com::d776ecbd-7ab3-40e5-835d-1e928a2d273b" providerId="AD" clId="Web-{05C805E9-BF2E-EBCB-8792-7D39C1BA0879}" dt="2025-06-30T18:29:42.143" v="251" actId="20577"/>
          <ac:spMkLst>
            <pc:docMk/>
            <pc:sldMk cId="685681062" sldId="282"/>
            <ac:spMk id="3" creationId="{75111C33-898C-4414-4665-5136EB6FC126}"/>
          </ac:spMkLst>
        </pc:spChg>
      </pc:sldChg>
      <pc:sldChg chg="del">
        <pc:chgData name="Abdul.Ashwood" userId="S::abdul.ashwood@target.com::d776ecbd-7ab3-40e5-835d-1e928a2d273b" providerId="AD" clId="Web-{05C805E9-BF2E-EBCB-8792-7D39C1BA0879}" dt="2025-06-30T18:42:59.416" v="536"/>
        <pc:sldMkLst>
          <pc:docMk/>
          <pc:sldMk cId="1973173046" sldId="297"/>
        </pc:sldMkLst>
      </pc:sldChg>
      <pc:sldChg chg="modSp">
        <pc:chgData name="Abdul.Ashwood" userId="S::abdul.ashwood@target.com::d776ecbd-7ab3-40e5-835d-1e928a2d273b" providerId="AD" clId="Web-{05C805E9-BF2E-EBCB-8792-7D39C1BA0879}" dt="2025-06-30T18:14:06.606" v="47" actId="20577"/>
        <pc:sldMkLst>
          <pc:docMk/>
          <pc:sldMk cId="3913219759" sldId="304"/>
        </pc:sldMkLst>
        <pc:spChg chg="mod">
          <ac:chgData name="Abdul.Ashwood" userId="S::abdul.ashwood@target.com::d776ecbd-7ab3-40e5-835d-1e928a2d273b" providerId="AD" clId="Web-{05C805E9-BF2E-EBCB-8792-7D39C1BA0879}" dt="2025-06-30T18:14:06.606" v="47" actId="20577"/>
          <ac:spMkLst>
            <pc:docMk/>
            <pc:sldMk cId="3913219759" sldId="304"/>
            <ac:spMk id="3" creationId="{D4D22962-3C7F-E480-5C35-7F4860A098E1}"/>
          </ac:spMkLst>
        </pc:spChg>
      </pc:sldChg>
      <pc:sldChg chg="del">
        <pc:chgData name="Abdul.Ashwood" userId="S::abdul.ashwood@target.com::d776ecbd-7ab3-40e5-835d-1e928a2d273b" providerId="AD" clId="Web-{05C805E9-BF2E-EBCB-8792-7D39C1BA0879}" dt="2025-06-30T18:14:21.981" v="48"/>
        <pc:sldMkLst>
          <pc:docMk/>
          <pc:sldMk cId="2906491918" sldId="307"/>
        </pc:sldMkLst>
      </pc:sldChg>
      <pc:sldChg chg="modSp">
        <pc:chgData name="Abdul.Ashwood" userId="S::abdul.ashwood@target.com::d776ecbd-7ab3-40e5-835d-1e928a2d273b" providerId="AD" clId="Web-{05C805E9-BF2E-EBCB-8792-7D39C1BA0879}" dt="2025-06-30T18:52:06.926" v="775" actId="20577"/>
        <pc:sldMkLst>
          <pc:docMk/>
          <pc:sldMk cId="2202437675" sldId="312"/>
        </pc:sldMkLst>
        <pc:spChg chg="mod">
          <ac:chgData name="Abdul.Ashwood" userId="S::abdul.ashwood@target.com::d776ecbd-7ab3-40e5-835d-1e928a2d273b" providerId="AD" clId="Web-{05C805E9-BF2E-EBCB-8792-7D39C1BA0879}" dt="2025-06-30T18:52:06.926" v="775" actId="20577"/>
          <ac:spMkLst>
            <pc:docMk/>
            <pc:sldMk cId="2202437675" sldId="312"/>
            <ac:spMk id="2" creationId="{4207FF65-A536-F639-8591-ED024C223308}"/>
          </ac:spMkLst>
        </pc:spChg>
      </pc:sldChg>
      <pc:sldChg chg="del">
        <pc:chgData name="Abdul.Ashwood" userId="S::abdul.ashwood@target.com::d776ecbd-7ab3-40e5-835d-1e928a2d273b" providerId="AD" clId="Web-{05C805E9-BF2E-EBCB-8792-7D39C1BA0879}" dt="2025-06-30T18:14:30.090" v="50"/>
        <pc:sldMkLst>
          <pc:docMk/>
          <pc:sldMk cId="1131718056" sldId="314"/>
        </pc:sldMkLst>
      </pc:sldChg>
      <pc:sldChg chg="modSp">
        <pc:chgData name="Abdul.Ashwood" userId="S::abdul.ashwood@target.com::d776ecbd-7ab3-40e5-835d-1e928a2d273b" providerId="AD" clId="Web-{05C805E9-BF2E-EBCB-8792-7D39C1BA0879}" dt="2025-06-30T18:42:28.573" v="533" actId="20577"/>
        <pc:sldMkLst>
          <pc:docMk/>
          <pc:sldMk cId="2468595790" sldId="315"/>
        </pc:sldMkLst>
        <pc:spChg chg="mod">
          <ac:chgData name="Abdul.Ashwood" userId="S::abdul.ashwood@target.com::d776ecbd-7ab3-40e5-835d-1e928a2d273b" providerId="AD" clId="Web-{05C805E9-BF2E-EBCB-8792-7D39C1BA0879}" dt="2025-06-30T18:39:57.246" v="473" actId="20577"/>
          <ac:spMkLst>
            <pc:docMk/>
            <pc:sldMk cId="2468595790" sldId="315"/>
            <ac:spMk id="2" creationId="{B28A34A6-22BC-27A4-2C79-EE98A4943B14}"/>
          </ac:spMkLst>
        </pc:spChg>
        <pc:spChg chg="mod">
          <ac:chgData name="Abdul.Ashwood" userId="S::abdul.ashwood@target.com::d776ecbd-7ab3-40e5-835d-1e928a2d273b" providerId="AD" clId="Web-{05C805E9-BF2E-EBCB-8792-7D39C1BA0879}" dt="2025-06-30T18:41:20.964" v="513" actId="20577"/>
          <ac:spMkLst>
            <pc:docMk/>
            <pc:sldMk cId="2468595790" sldId="315"/>
            <ac:spMk id="16" creationId="{AEF9954A-E263-8A7E-58B1-4D03F7D1BD9B}"/>
          </ac:spMkLst>
        </pc:spChg>
        <pc:spChg chg="mod">
          <ac:chgData name="Abdul.Ashwood" userId="S::abdul.ashwood@target.com::d776ecbd-7ab3-40e5-835d-1e928a2d273b" providerId="AD" clId="Web-{05C805E9-BF2E-EBCB-8792-7D39C1BA0879}" dt="2025-06-30T18:42:28.573" v="533" actId="20577"/>
          <ac:spMkLst>
            <pc:docMk/>
            <pc:sldMk cId="2468595790" sldId="315"/>
            <ac:spMk id="17" creationId="{33680A80-5C61-DD02-1119-0565C0AD5372}"/>
          </ac:spMkLst>
        </pc:spChg>
      </pc:sldChg>
      <pc:sldChg chg="del">
        <pc:chgData name="Abdul.Ashwood" userId="S::abdul.ashwood@target.com::d776ecbd-7ab3-40e5-835d-1e928a2d273b" providerId="AD" clId="Web-{05C805E9-BF2E-EBCB-8792-7D39C1BA0879}" dt="2025-06-30T18:14:34.075" v="51"/>
        <pc:sldMkLst>
          <pc:docMk/>
          <pc:sldMk cId="1941619646" sldId="317"/>
        </pc:sldMkLst>
      </pc:sldChg>
      <pc:sldChg chg="del">
        <pc:chgData name="Abdul.Ashwood" userId="S::abdul.ashwood@target.com::d776ecbd-7ab3-40e5-835d-1e928a2d273b" providerId="AD" clId="Web-{05C805E9-BF2E-EBCB-8792-7D39C1BA0879}" dt="2025-06-30T18:14:36.809" v="52"/>
        <pc:sldMkLst>
          <pc:docMk/>
          <pc:sldMk cId="4072101725" sldId="318"/>
        </pc:sldMkLst>
      </pc:sldChg>
      <pc:sldChg chg="del">
        <pc:chgData name="Abdul.Ashwood" userId="S::abdul.ashwood@target.com::d776ecbd-7ab3-40e5-835d-1e928a2d273b" providerId="AD" clId="Web-{05C805E9-BF2E-EBCB-8792-7D39C1BA0879}" dt="2025-06-30T18:14:37.793" v="53"/>
        <pc:sldMkLst>
          <pc:docMk/>
          <pc:sldMk cId="3969996159" sldId="319"/>
        </pc:sldMkLst>
      </pc:sldChg>
      <pc:sldChg chg="modSp del">
        <pc:chgData name="Abdul.Ashwood" userId="S::abdul.ashwood@target.com::d776ecbd-7ab3-40e5-835d-1e928a2d273b" providerId="AD" clId="Web-{05C805E9-BF2E-EBCB-8792-7D39C1BA0879}" dt="2025-06-30T18:43:15.744" v="537"/>
        <pc:sldMkLst>
          <pc:docMk/>
          <pc:sldMk cId="2498021601" sldId="321"/>
        </pc:sldMkLst>
        <pc:spChg chg="mod">
          <ac:chgData name="Abdul.Ashwood" userId="S::abdul.ashwood@target.com::d776ecbd-7ab3-40e5-835d-1e928a2d273b" providerId="AD" clId="Web-{05C805E9-BF2E-EBCB-8792-7D39C1BA0879}" dt="2025-06-30T18:14:49.278" v="54" actId="20577"/>
          <ac:spMkLst>
            <pc:docMk/>
            <pc:sldMk cId="2498021601" sldId="321"/>
            <ac:spMk id="3" creationId="{38D62608-F5E4-7EC0-5EF0-4F988DDDEC5B}"/>
          </ac:spMkLst>
        </pc:spChg>
      </pc:sldChg>
      <pc:sldChg chg="del">
        <pc:chgData name="Abdul.Ashwood" userId="S::abdul.ashwood@target.com::d776ecbd-7ab3-40e5-835d-1e928a2d273b" providerId="AD" clId="Web-{05C805E9-BF2E-EBCB-8792-7D39C1BA0879}" dt="2025-06-30T18:14:52.371" v="55"/>
        <pc:sldMkLst>
          <pc:docMk/>
          <pc:sldMk cId="1686213229" sldId="322"/>
        </pc:sldMkLst>
      </pc:sldChg>
      <pc:sldChg chg="add">
        <pc:chgData name="Abdul.Ashwood" userId="S::abdul.ashwood@target.com::d776ecbd-7ab3-40e5-835d-1e928a2d273b" providerId="AD" clId="Web-{05C805E9-BF2E-EBCB-8792-7D39C1BA0879}" dt="2025-06-30T18:11:27.280" v="0"/>
        <pc:sldMkLst>
          <pc:docMk/>
          <pc:sldMk cId="3526270134" sldId="323"/>
        </pc:sldMkLst>
      </pc:sldChg>
      <pc:sldChg chg="modSp add replId">
        <pc:chgData name="Abdul.Ashwood" userId="S::abdul.ashwood@target.com::d776ecbd-7ab3-40e5-835d-1e928a2d273b" providerId="AD" clId="Web-{05C805E9-BF2E-EBCB-8792-7D39C1BA0879}" dt="2025-06-30T18:51:37.020" v="767" actId="20577"/>
        <pc:sldMkLst>
          <pc:docMk/>
          <pc:sldMk cId="4037853065" sldId="324"/>
        </pc:sldMkLst>
        <pc:spChg chg="mod">
          <ac:chgData name="Abdul.Ashwood" userId="S::abdul.ashwood@target.com::d776ecbd-7ab3-40e5-835d-1e928a2d273b" providerId="AD" clId="Web-{05C805E9-BF2E-EBCB-8792-7D39C1BA0879}" dt="2025-06-30T18:39:42.918" v="471" actId="20577"/>
          <ac:spMkLst>
            <pc:docMk/>
            <pc:sldMk cId="4037853065" sldId="324"/>
            <ac:spMk id="2" creationId="{65CC7360-EB53-F829-1709-13CAC6BB2E18}"/>
          </ac:spMkLst>
        </pc:spChg>
        <pc:spChg chg="mod">
          <ac:chgData name="Abdul.Ashwood" userId="S::abdul.ashwood@target.com::d776ecbd-7ab3-40e5-835d-1e928a2d273b" providerId="AD" clId="Web-{05C805E9-BF2E-EBCB-8792-7D39C1BA0879}" dt="2025-06-30T18:46:12.789" v="619" actId="20577"/>
          <ac:spMkLst>
            <pc:docMk/>
            <pc:sldMk cId="4037853065" sldId="324"/>
            <ac:spMk id="16" creationId="{9190D097-560A-17FC-DE06-DBEE74699B84}"/>
          </ac:spMkLst>
        </pc:spChg>
        <pc:spChg chg="mod">
          <ac:chgData name="Abdul.Ashwood" userId="S::abdul.ashwood@target.com::d776ecbd-7ab3-40e5-835d-1e928a2d273b" providerId="AD" clId="Web-{05C805E9-BF2E-EBCB-8792-7D39C1BA0879}" dt="2025-06-30T18:51:37.020" v="767" actId="20577"/>
          <ac:spMkLst>
            <pc:docMk/>
            <pc:sldMk cId="4037853065" sldId="324"/>
            <ac:spMk id="17" creationId="{BF084490-2D0B-DA3C-0B12-0DB9C3D41B1C}"/>
          </ac:spMkLst>
        </pc:spChg>
      </pc:sldChg>
      <pc:sldChg chg="modSp add replId">
        <pc:chgData name="Abdul.Ashwood" userId="S::abdul.ashwood@target.com::d776ecbd-7ab3-40e5-835d-1e928a2d273b" providerId="AD" clId="Web-{05C805E9-BF2E-EBCB-8792-7D39C1BA0879}" dt="2025-06-30T18:49:26.412" v="699" actId="20577"/>
        <pc:sldMkLst>
          <pc:docMk/>
          <pc:sldMk cId="2018808201" sldId="325"/>
        </pc:sldMkLst>
        <pc:spChg chg="mod">
          <ac:chgData name="Abdul.Ashwood" userId="S::abdul.ashwood@target.com::d776ecbd-7ab3-40e5-835d-1e928a2d273b" providerId="AD" clId="Web-{05C805E9-BF2E-EBCB-8792-7D39C1BA0879}" dt="2025-06-30T18:49:26.412" v="699" actId="20577"/>
          <ac:spMkLst>
            <pc:docMk/>
            <pc:sldMk cId="2018808201" sldId="325"/>
            <ac:spMk id="17" creationId="{D5345124-6534-7C39-5D2A-152097301178}"/>
          </ac:spMkLst>
        </pc:spChg>
      </pc:sldChg>
      <pc:sldChg chg="add">
        <pc:chgData name="Abdul.Ashwood" userId="S::abdul.ashwood@target.com::d776ecbd-7ab3-40e5-835d-1e928a2d273b" providerId="AD" clId="Web-{05C805E9-BF2E-EBCB-8792-7D39C1BA0879}" dt="2025-06-30T18:42:54.525" v="535"/>
        <pc:sldMkLst>
          <pc:docMk/>
          <pc:sldMk cId="329655594" sldId="326"/>
        </pc:sldMkLst>
      </pc:sldChg>
    </pc:docChg>
  </pc:docChgLst>
  <pc:docChgLst>
    <pc:chgData name="Abdul.Ashwood" userId="S::abdul.ashwood@target.com::d776ecbd-7ab3-40e5-835d-1e928a2d273b" providerId="AD" clId="Web-{2D596801-B581-09A5-2B27-331A6E98D118}"/>
    <pc:docChg chg="modSld">
      <pc:chgData name="Abdul.Ashwood" userId="S::abdul.ashwood@target.com::d776ecbd-7ab3-40e5-835d-1e928a2d273b" providerId="AD" clId="Web-{2D596801-B581-09A5-2B27-331A6E98D118}" dt="2025-06-30T19:18:53.794" v="175" actId="20577"/>
      <pc:docMkLst>
        <pc:docMk/>
      </pc:docMkLst>
      <pc:sldChg chg="modSp">
        <pc:chgData name="Abdul.Ashwood" userId="S::abdul.ashwood@target.com::d776ecbd-7ab3-40e5-835d-1e928a2d273b" providerId="AD" clId="Web-{2D596801-B581-09A5-2B27-331A6E98D118}" dt="2025-06-30T19:18:53.794" v="175" actId="20577"/>
        <pc:sldMkLst>
          <pc:docMk/>
          <pc:sldMk cId="2468595790" sldId="315"/>
        </pc:sldMkLst>
        <pc:spChg chg="mod">
          <ac:chgData name="Abdul.Ashwood" userId="S::abdul.ashwood@target.com::d776ecbd-7ab3-40e5-835d-1e928a2d273b" providerId="AD" clId="Web-{2D596801-B581-09A5-2B27-331A6E98D118}" dt="2025-06-30T19:18:53.794" v="175" actId="20577"/>
          <ac:spMkLst>
            <pc:docMk/>
            <pc:sldMk cId="2468595790" sldId="315"/>
            <ac:spMk id="16" creationId="{AEF9954A-E263-8A7E-58B1-4D03F7D1BD9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EC7CA-7E54-EEEC-8829-86F1A36FB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A07F3-0F87-5C03-2BE4-9508B7AAD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C00164-3C2B-B4DB-7484-019E0D68B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07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C122-C9B8-387D-6B48-7F33673F3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21F427-0CB7-7662-5576-269E5E4B8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F06A3-3232-7999-491C-B206360B0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799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 err="1"/>
              <a:t>Wopr</a:t>
            </a:r>
            <a:r>
              <a:rPr lang="en-US" dirty="0"/>
              <a:t> demo:</a:t>
            </a:r>
            <a:br>
              <a:rPr lang="en-US" dirty="0"/>
            </a:br>
            <a:r>
              <a:rPr lang="en-US" dirty="0"/>
              <a:t>Upcoming Pilots: 6/30/25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 vert="horz" lIns="91440" tIns="0" rIns="91440" bIns="0" rtlCol="0" anchor="t">
            <a:normAutofit/>
          </a:bodyPr>
          <a:lstStyle/>
          <a:p>
            <a:pPr marL="342900" indent="-342900">
              <a:buChar char="•"/>
            </a:pPr>
            <a:r>
              <a:rPr lang="en-US" sz="2000" dirty="0">
                <a:cs typeface="Sabon Next LT"/>
              </a:rPr>
              <a:t>MR Max lines</a:t>
            </a:r>
          </a:p>
          <a:p>
            <a:pPr marL="342900" indent="-342900">
              <a:buChar char="•"/>
            </a:pPr>
            <a:r>
              <a:rPr lang="en-US" sz="2000" dirty="0">
                <a:cs typeface="Sabon Next LT"/>
              </a:rPr>
              <a:t>Overnight batching</a:t>
            </a:r>
          </a:p>
          <a:p>
            <a:pPr marL="342900" indent="-342900">
              <a:buChar char="•"/>
            </a:pPr>
            <a:r>
              <a:rPr lang="en-US" sz="2000" dirty="0">
                <a:cs typeface="Sabon Next LT"/>
              </a:rPr>
              <a:t>Perishable to Gen Merch</a:t>
            </a:r>
          </a:p>
          <a:p>
            <a:endParaRPr lang="en-US" dirty="0">
              <a:cs typeface="Sabon Next 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MR Max lines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 vert="horz" lIns="91440" tIns="0" rIns="91440" bIns="0" rtlCol="0" anchor="t">
            <a:normAutofit/>
          </a:bodyPr>
          <a:lstStyle/>
          <a:p>
            <a:r>
              <a:rPr lang="en-US" dirty="0">
                <a:cs typeface="Sabon Next LT"/>
              </a:rPr>
              <a:t>Problem:</a:t>
            </a:r>
          </a:p>
          <a:p>
            <a:r>
              <a:rPr lang="en-US" dirty="0">
                <a:cs typeface="Sabon Next LT"/>
              </a:rPr>
              <a:t>We observed that MR response differ given the number of lines we send.</a:t>
            </a:r>
          </a:p>
          <a:p>
            <a:r>
              <a:rPr lang="en-US" dirty="0">
                <a:ea typeface="+mn-lt"/>
                <a:cs typeface="+mn-lt"/>
              </a:rPr>
              <a:t>Key Issues to resolve:</a:t>
            </a:r>
          </a:p>
          <a:p>
            <a:pPr marL="285750" indent="-285750">
              <a:buChar char="•"/>
            </a:pPr>
            <a:r>
              <a:rPr lang="en-US" dirty="0">
                <a:ea typeface="+mn-lt"/>
                <a:cs typeface="+mn-lt"/>
              </a:rPr>
              <a:t>Inefficient batches</a:t>
            </a:r>
          </a:p>
          <a:p>
            <a:pPr marL="285750" indent="-285750">
              <a:buChar char="•"/>
            </a:pPr>
            <a:r>
              <a:rPr lang="en-US" dirty="0">
                <a:ea typeface="+mn-lt"/>
                <a:cs typeface="+mn-lt"/>
              </a:rPr>
              <a:t>1MB limit for publishing to </a:t>
            </a:r>
            <a:r>
              <a:rPr lang="en-US" dirty="0" err="1">
                <a:ea typeface="+mn-lt"/>
                <a:cs typeface="+mn-lt"/>
              </a:rPr>
              <a:t>kafka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>
              <a:cs typeface="Sabon Next LT"/>
            </a:endParaRPr>
          </a:p>
          <a:p>
            <a:pPr marL="285750" indent="-285750">
              <a:buChar char="•"/>
            </a:pPr>
            <a:r>
              <a:rPr lang="en-US" dirty="0">
                <a:cs typeface="Sabon Next LT"/>
              </a:rPr>
              <a:t>MR response reaching timeout cap</a:t>
            </a:r>
          </a:p>
          <a:p>
            <a:endParaRPr lang="en-US" dirty="0">
              <a:cs typeface="Sabon Next LT"/>
            </a:endParaRP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 vert="horz" lIns="91440" tIns="0" rIns="91440" bIns="0" rtlCol="0" anchor="t">
            <a:normAutofit/>
          </a:bodyPr>
          <a:lstStyle/>
          <a:p>
            <a:r>
              <a:rPr lang="en-US" dirty="0"/>
              <a:t>Solution:</a:t>
            </a:r>
          </a:p>
          <a:p>
            <a:r>
              <a:rPr lang="en-US" dirty="0" err="1">
                <a:cs typeface="Sabon Next LT"/>
              </a:rPr>
              <a:t>Wopr</a:t>
            </a:r>
            <a:r>
              <a:rPr lang="en-US" dirty="0">
                <a:cs typeface="Sabon Next LT"/>
              </a:rPr>
              <a:t> is introducing a new criteria for when to use multi-routing called: </a:t>
            </a:r>
            <a:r>
              <a:rPr lang="en-US" b="1" dirty="0" err="1">
                <a:cs typeface="Sabon Next LT"/>
              </a:rPr>
              <a:t>maxEligibleLineCount</a:t>
            </a:r>
            <a:endParaRPr lang="en-US">
              <a:cs typeface="Sabon Next LT"/>
            </a:endParaRPr>
          </a:p>
          <a:p>
            <a:endParaRPr lang="en-US" dirty="0">
              <a:cs typeface="Sabon Next LT"/>
            </a:endParaRPr>
          </a:p>
          <a:p>
            <a:r>
              <a:rPr lang="en-US" dirty="0">
                <a:cs typeface="Sabon Next LT"/>
              </a:rPr>
              <a:t>Goal:</a:t>
            </a:r>
            <a:br>
              <a:rPr lang="en-US" dirty="0">
                <a:cs typeface="Sabon Next LT"/>
              </a:rPr>
            </a:br>
            <a:r>
              <a:rPr lang="en-US" dirty="0">
                <a:cs typeface="Sabon Next LT"/>
              </a:rPr>
              <a:t>Find the number of lines that give the best multi-routing response.</a:t>
            </a:r>
            <a:br>
              <a:rPr lang="en-US" dirty="0">
                <a:cs typeface="Sabon Next LT"/>
              </a:rPr>
            </a:br>
            <a:endParaRPr lang="en-US">
              <a:cs typeface="Sabon Next LT"/>
            </a:endParaRP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A3092-DAEF-A1BD-BD37-9DDAC3638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AB38E-C68E-FEF6-1FBA-522A9C9A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Overnight batching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2C3D32-80FB-15E7-FA53-27CB6BDE76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F0E41FA2-3A71-9AEC-7C50-383ACC00C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 vert="horz" lIns="91440" tIns="0" rIns="91440" bIns="0" rtlCol="0" anchor="t">
            <a:normAutofit/>
          </a:bodyPr>
          <a:lstStyle/>
          <a:p>
            <a:r>
              <a:rPr lang="en-US" dirty="0">
                <a:cs typeface="Sabon Next LT"/>
              </a:rPr>
              <a:t>Problem:</a:t>
            </a:r>
          </a:p>
          <a:p>
            <a:r>
              <a:rPr lang="en-US" dirty="0">
                <a:cs typeface="Sabon Next LT"/>
              </a:rPr>
              <a:t>We observed that batches that are released near/after store close hours are less dense and efficient.</a:t>
            </a:r>
          </a:p>
          <a:p>
            <a:endParaRPr lang="en-US" dirty="0">
              <a:cs typeface="Sabon Next LT"/>
            </a:endParaRPr>
          </a:p>
          <a:p>
            <a:r>
              <a:rPr lang="en-US" dirty="0">
                <a:cs typeface="Sabon Next LT"/>
              </a:rPr>
              <a:t>For example: orders during this time frame trickle in resulting in many 1 order batches</a:t>
            </a:r>
          </a:p>
          <a:p>
            <a:endParaRPr lang="en-US" dirty="0">
              <a:cs typeface="Sabon Next LT"/>
            </a:endParaRP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D5345124-6534-7C39-5D2A-1520973011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 vert="horz" lIns="91440" tIns="0" rIns="91440" bIns="0" rtlCol="0" anchor="t">
            <a:normAutofit/>
          </a:bodyPr>
          <a:lstStyle/>
          <a:p>
            <a:r>
              <a:rPr lang="en-US" dirty="0"/>
              <a:t>Solution:</a:t>
            </a:r>
          </a:p>
          <a:p>
            <a:r>
              <a:rPr lang="en-US" dirty="0">
                <a:cs typeface="Sabon Next LT"/>
              </a:rPr>
              <a:t>We want to hold batches longer to build bigger/more efficient batches. </a:t>
            </a:r>
            <a:br>
              <a:rPr lang="en-US" dirty="0">
                <a:cs typeface="Sabon Next LT"/>
              </a:rPr>
            </a:br>
            <a:endParaRPr lang="en-US" dirty="0">
              <a:cs typeface="Sabon Next LT"/>
            </a:endParaRPr>
          </a:p>
          <a:p>
            <a:r>
              <a:rPr lang="en-US" dirty="0">
                <a:cs typeface="Sabon Next LT"/>
              </a:rPr>
              <a:t>We introduce a new config: </a:t>
            </a:r>
            <a:r>
              <a:rPr lang="en-US" b="1" dirty="0" err="1">
                <a:ea typeface="+mn-lt"/>
                <a:cs typeface="+mn-lt"/>
              </a:rPr>
              <a:t>minutesBeforeDueTime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to find the best amount of time to hold these batches</a:t>
            </a:r>
            <a:br>
              <a:rPr lang="en-US" dirty="0">
                <a:cs typeface="Sabon Next LT"/>
              </a:rPr>
            </a:br>
            <a:endParaRPr lang="en-US" dirty="0">
              <a:cs typeface="Sabon Next LT"/>
            </a:endParaRPr>
          </a:p>
        </p:txBody>
      </p:sp>
    </p:spTree>
    <p:extLst>
      <p:ext uri="{BB962C8B-B14F-4D97-AF65-F5344CB8AC3E}">
        <p14:creationId xmlns:p14="http://schemas.microsoft.com/office/powerpoint/2010/main" val="2018808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5A29B-F84B-B40D-9941-BE3B7CDEB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C7360-EB53-F829-1709-13CAC6BB2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Perishable to Gen Merch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B0355C-1B73-75BA-A898-7EC4F13546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9190D097-560A-17FC-DE06-DBEE74699B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 vert="horz" lIns="91440" tIns="0" rIns="91440" bIns="0" rtlCol="0" anchor="t">
            <a:normAutofit/>
          </a:bodyPr>
          <a:lstStyle/>
          <a:p>
            <a:r>
              <a:rPr lang="en-US" dirty="0">
                <a:cs typeface="Sabon Next LT"/>
              </a:rPr>
              <a:t>Problem:</a:t>
            </a:r>
          </a:p>
          <a:p>
            <a:r>
              <a:rPr lang="en-US" dirty="0">
                <a:cs typeface="Sabon Next LT"/>
              </a:rPr>
              <a:t>We are always looking to improve pathing in batches. </a:t>
            </a:r>
          </a:p>
          <a:p>
            <a:endParaRPr lang="en-US" dirty="0">
              <a:cs typeface="Sabon Next LT"/>
            </a:endParaRPr>
          </a:p>
          <a:p>
            <a:r>
              <a:rPr lang="en-US" dirty="0">
                <a:cs typeface="Sabon Next LT"/>
              </a:rPr>
              <a:t>Perishable items are bagged with GM items but picked along frozen/fridge items causing inefficiency.</a:t>
            </a:r>
          </a:p>
          <a:p>
            <a:endParaRPr lang="en-US" dirty="0">
              <a:cs typeface="Sabon Next LT"/>
            </a:endParaRP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BF084490-2D0B-DA3C-0B12-0DB9C3D41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95527" y="2303028"/>
            <a:ext cx="4234109" cy="3720337"/>
          </a:xfrm>
        </p:spPr>
        <p:txBody>
          <a:bodyPr vert="horz" lIns="91440" tIns="0" rIns="91440" bIns="0" rtlCol="0" anchor="t">
            <a:normAutofit/>
          </a:bodyPr>
          <a:lstStyle/>
          <a:p>
            <a:r>
              <a:rPr lang="en-US" dirty="0"/>
              <a:t>Solution:</a:t>
            </a:r>
          </a:p>
          <a:p>
            <a:r>
              <a:rPr lang="en-US" dirty="0">
                <a:cs typeface="Sabon Next LT"/>
              </a:rPr>
              <a:t>The new idea is to move perishable items to Gen Merch batches. </a:t>
            </a:r>
            <a:endParaRPr lang="en-US" dirty="0">
              <a:solidFill>
                <a:srgbClr val="1F2C8F"/>
              </a:solidFill>
              <a:cs typeface="Sabon Next LT"/>
            </a:endParaRPr>
          </a:p>
          <a:p>
            <a:r>
              <a:rPr lang="en-US" dirty="0">
                <a:cs typeface="Sabon Next LT"/>
              </a:rPr>
              <a:t>This should reduce steps for grocery batches and reduce inefficiency in the backroom.</a:t>
            </a:r>
          </a:p>
          <a:p>
            <a:r>
              <a:rPr lang="en-US" dirty="0">
                <a:cs typeface="Sabon Next LT"/>
              </a:rPr>
              <a:t>We intend to roll out to certain stores to verify the changes</a:t>
            </a:r>
          </a:p>
          <a:p>
            <a:br>
              <a:rPr lang="en-US" dirty="0">
                <a:cs typeface="Sabon Next LT"/>
              </a:rPr>
            </a:br>
            <a:endParaRPr lang="en-US" dirty="0">
              <a:cs typeface="Sabon Next LT"/>
            </a:endParaRPr>
          </a:p>
        </p:txBody>
      </p:sp>
    </p:spTree>
    <p:extLst>
      <p:ext uri="{BB962C8B-B14F-4D97-AF65-F5344CB8AC3E}">
        <p14:creationId xmlns:p14="http://schemas.microsoft.com/office/powerpoint/2010/main" val="4037853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F8E87BC-545B-B403-7BEE-F80CF3B38F9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3526270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Presenter: Abdul Ashwood</a:t>
            </a:r>
          </a:p>
          <a:p>
            <a:r>
              <a:rPr lang="en-US" dirty="0">
                <a:cs typeface="Sabon Next LT"/>
              </a:rPr>
              <a:t>Slack: @wopr-team </a:t>
            </a:r>
            <a:endParaRPr lang="en-US" dirty="0"/>
          </a:p>
          <a:p>
            <a:r>
              <a:rPr lang="en-US" dirty="0">
                <a:cs typeface="Sabon Next LT"/>
              </a:rPr>
              <a:t>Email: tt-wopr@target.com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5559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FA76D1-3C6D-40BC-A42D-496B6EDE8B8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E99543C-82E8-4821-93BD-5A60BEB423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7B7F6F-2C08-4296-B7AB-C2C3F42192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422</Words>
  <Application>Microsoft Office PowerPoint</Application>
  <PresentationFormat>Widescreen</PresentationFormat>
  <Paragraphs>120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Custom</vt:lpstr>
      <vt:lpstr>Wopr demo: Upcoming Pilots: 6/30/25</vt:lpstr>
      <vt:lpstr>agenda</vt:lpstr>
      <vt:lpstr>MR Max lines</vt:lpstr>
      <vt:lpstr>Overnight batching</vt:lpstr>
      <vt:lpstr>Perishable to Gen Merch</vt:lpstr>
      <vt:lpstr>Questions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286</cp:revision>
  <dcterms:created xsi:type="dcterms:W3CDTF">2025-06-30T18:09:57Z</dcterms:created>
  <dcterms:modified xsi:type="dcterms:W3CDTF">2025-07-01T14:52:50Z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